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9144000" cy="6858000"/>
  <p:embeddedFontLst>
    <p:embeddedFont>
      <p:font typeface="HYXuanSong 75J" panose="00020600040101010101" pitchFamily="18" charset="-122"/>
      <p:regular r:id="rId20"/>
    </p:embeddedFont>
    <p:embeddedFont>
      <p:font typeface="Times New Roman Bold" panose="02020803070505020304" pitchFamily="18" charset="0"/>
      <p:bold r:id="rId21"/>
    </p:embeddedFont>
    <p:embeddedFont>
      <p:font typeface="Times New Roman Medium" panose="020B0604020202020204" charset="0"/>
      <p:regular r:id="rId22"/>
    </p:embeddedFont>
    <p:embeddedFont>
      <p:font typeface="Times New Roman Ultra-Bold" panose="020B0604020202020204" charset="0"/>
      <p:bold r:id="rId23"/>
    </p:embeddedFont>
  </p:embeddedFontLst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8F0EA"/>
    <a:srgbClr val="808080"/>
    <a:srgbClr val="6C6C6C"/>
    <a:srgbClr val="7C7C7C"/>
    <a:srgbClr val="CE9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34" y="178"/>
      </p:cViewPr>
      <p:guideLst>
        <p:guide orient="horz" pos="2215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6">
                    <a:tint val="58000"/>
                  </a:schemeClr>
                </a:fgClr>
                <a:bgClr>
                  <a:schemeClr val="accent6">
                    <a:tint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EEEA-4BBB-A1A1-877AD8FDE697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6">
                    <a:tint val="86000"/>
                  </a:schemeClr>
                </a:fgClr>
                <a:bgClr>
                  <a:schemeClr val="accent6">
                    <a:tint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EEEA-4BBB-A1A1-877AD8FDE697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6">
                    <a:shade val="86000"/>
                  </a:schemeClr>
                </a:fgClr>
                <a:bgClr>
                  <a:schemeClr val="accent6">
                    <a:shade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EEEA-4BBB-A1A1-877AD8FDE697}"/>
              </c:ext>
            </c:extLst>
          </c:dPt>
          <c:dPt>
            <c:idx val="3"/>
            <c:bubble3D val="0"/>
            <c:spPr>
              <a:pattFill prst="ltUpDiag">
                <a:fgClr>
                  <a:schemeClr val="accent6">
                    <a:shade val="58000"/>
                  </a:schemeClr>
                </a:fgClr>
                <a:bgClr>
                  <a:schemeClr val="accent6">
                    <a:shade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EEEA-4BBB-A1A1-877AD8FDE69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EA-4BBB-A1A1-877AD8FDE69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6">
                    <a:tint val="58000"/>
                  </a:schemeClr>
                </a:fgClr>
                <a:bgClr>
                  <a:schemeClr val="accent6">
                    <a:tint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6005-471E-BFE5-B2758C785458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6">
                    <a:tint val="86000"/>
                  </a:schemeClr>
                </a:fgClr>
                <a:bgClr>
                  <a:schemeClr val="accent6">
                    <a:tint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6005-471E-BFE5-B2758C785458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6">
                    <a:shade val="86000"/>
                  </a:schemeClr>
                </a:fgClr>
                <a:bgClr>
                  <a:schemeClr val="accent6">
                    <a:shade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6005-471E-BFE5-B2758C785458}"/>
              </c:ext>
            </c:extLst>
          </c:dPt>
          <c:dPt>
            <c:idx val="3"/>
            <c:bubble3D val="0"/>
            <c:spPr>
              <a:pattFill prst="ltUpDiag">
                <a:fgClr>
                  <a:schemeClr val="accent6">
                    <a:shade val="58000"/>
                  </a:schemeClr>
                </a:fgClr>
                <a:bgClr>
                  <a:schemeClr val="accent6">
                    <a:shade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6005-471E-BFE5-B2758C78545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05-471E-BFE5-B2758C78545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67-4899-9D2F-0905A48847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67-4899-9D2F-0905A48847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67-4899-9D2F-0905A4884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2789568"/>
        <c:axId val="767589120"/>
      </c:barChart>
      <c:catAx>
        <c:axId val="7627895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7589120"/>
        <c:crosses val="autoZero"/>
        <c:auto val="1"/>
        <c:lblAlgn val="ctr"/>
        <c:lblOffset val="100"/>
        <c:noMultiLvlLbl val="0"/>
      </c:catAx>
      <c:valAx>
        <c:axId val="76758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7895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microsoft.com/office/2007/relationships/hdphoto" Target="../media/hdphoto1.wdp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17" Type="http://schemas.openxmlformats.org/officeDocument/2006/relationships/image" Target="../media/image4.png"/><Relationship Id="rId2" Type="http://schemas.openxmlformats.org/officeDocument/2006/relationships/image" Target="../media/image11.png"/><Relationship Id="rId16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png"/><Relationship Id="rId5" Type="http://schemas.openxmlformats.org/officeDocument/2006/relationships/image" Target="../media/image16.svg"/><Relationship Id="rId15" Type="http://schemas.openxmlformats.org/officeDocument/2006/relationships/chart" Target="../charts/chart1.xml"/><Relationship Id="rId10" Type="http://schemas.openxmlformats.org/officeDocument/2006/relationships/image" Target="../media/image20.sv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microsoft.com/office/2007/relationships/hdphoto" Target="../media/hdphoto1.wdp"/><Relationship Id="rId4" Type="http://schemas.openxmlformats.org/officeDocument/2006/relationships/image" Target="../media/image14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10" Type="http://schemas.microsoft.com/office/2007/relationships/hdphoto" Target="../media/hdphoto1.wdp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4.svg"/><Relationship Id="rId7" Type="http://schemas.openxmlformats.org/officeDocument/2006/relationships/image" Target="../media/image30.png"/><Relationship Id="rId12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17.jpe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4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40.svg"/><Relationship Id="rId5" Type="http://schemas.openxmlformats.org/officeDocument/2006/relationships/image" Target="../media/image36.sv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.svg"/><Relationship Id="rId1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microsoft.com/office/2007/relationships/hdphoto" Target="../media/hdphoto1.wdp"/><Relationship Id="rId4" Type="http://schemas.openxmlformats.org/officeDocument/2006/relationships/image" Target="../media/image12.sv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6.svg"/><Relationship Id="rId10" Type="http://schemas.microsoft.com/office/2007/relationships/hdphoto" Target="../media/hdphoto1.wdp"/><Relationship Id="rId4" Type="http://schemas.openxmlformats.org/officeDocument/2006/relationships/image" Target="../media/image35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.png"/><Relationship Id="rId3" Type="http://schemas.openxmlformats.org/officeDocument/2006/relationships/image" Target="../media/image45.png"/><Relationship Id="rId7" Type="http://schemas.openxmlformats.org/officeDocument/2006/relationships/image" Target="../media/image35.png"/><Relationship Id="rId12" Type="http://schemas.openxmlformats.org/officeDocument/2006/relationships/image" Target="../media/image48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47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46.svg"/><Relationship Id="rId9" Type="http://schemas.openxmlformats.org/officeDocument/2006/relationships/image" Target="../media/image13.png"/><Relationship Id="rId1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microsoft.com/office/2007/relationships/hdphoto" Target="../media/hdphoto1.wdp"/><Relationship Id="rId4" Type="http://schemas.openxmlformats.org/officeDocument/2006/relationships/image" Target="../media/image12.sv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microsoft.com/office/2007/relationships/hdphoto" Target="../media/hdphoto1.wdp"/><Relationship Id="rId4" Type="http://schemas.openxmlformats.org/officeDocument/2006/relationships/image" Target="../media/image12.svg"/><Relationship Id="rId9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微信图片_20240223163422(1)"/>
          <p:cNvPicPr>
            <a:picLocks noChangeAspect="1"/>
          </p:cNvPicPr>
          <p:nvPr/>
        </p:nvPicPr>
        <p:blipFill>
          <a:blip r:embed="rId2"/>
          <a:srcRect l="8980" r="8537"/>
          <a:stretch>
            <a:fillRect/>
          </a:stretch>
        </p:blipFill>
        <p:spPr>
          <a:xfrm>
            <a:off x="0" y="0"/>
            <a:ext cx="18288000" cy="102876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91212" y="2135854"/>
            <a:ext cx="15506188" cy="69700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680708" y="6198226"/>
            <a:ext cx="1153886" cy="68578"/>
            <a:chOff x="0" y="0"/>
            <a:chExt cx="1538514" cy="91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666812" y="2876242"/>
            <a:ext cx="6789735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请在此</a:t>
            </a:r>
            <a:endParaRPr lang="en-MY" altLang="zh-CN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输入您的内容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15457981" y="-10000"/>
            <a:ext cx="4414112" cy="4664990"/>
          </a:xfrm>
          <a:custGeom>
            <a:avLst/>
            <a:gdLst/>
            <a:ahLst/>
            <a:cxnLst/>
            <a:rect l="l" t="t" r="r" b="b"/>
            <a:pathLst>
              <a:path w="4414112" h="4664990">
                <a:moveTo>
                  <a:pt x="4414111" y="0"/>
                </a:moveTo>
                <a:lnTo>
                  <a:pt x="0" y="0"/>
                </a:lnTo>
                <a:lnTo>
                  <a:pt x="0" y="4664990"/>
                </a:lnTo>
                <a:lnTo>
                  <a:pt x="4414111" y="4664990"/>
                </a:lnTo>
                <a:lnTo>
                  <a:pt x="44141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95008" y="5315797"/>
            <a:ext cx="10473809" cy="61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zh-CN" altLang="en-US" sz="4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副标题</a:t>
            </a:r>
            <a:endParaRPr lang="en-US" sz="4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33108" y="6571604"/>
            <a:ext cx="3870102" cy="409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汇报人：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33108" y="7105006"/>
            <a:ext cx="280569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汇报时间：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E73A6B-878B-6717-2EC3-79744089EF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微信图片_20240223163422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8980" r="8537"/>
          <a:stretch>
            <a:fillRect/>
          </a:stretch>
        </p:blipFill>
        <p:spPr>
          <a:xfrm>
            <a:off x="0" y="0"/>
            <a:ext cx="18288000" cy="1028763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3057178" y="2383020"/>
            <a:ext cx="14063032" cy="6623269"/>
            <a:chOff x="0" y="0"/>
            <a:chExt cx="18750710" cy="9364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50662" cy="9364345"/>
            </a:xfrm>
            <a:custGeom>
              <a:avLst/>
              <a:gdLst/>
              <a:ahLst/>
              <a:cxnLst/>
              <a:rect l="l" t="t" r="r" b="b"/>
              <a:pathLst>
                <a:path w="18750662" h="9364345">
                  <a:moveTo>
                    <a:pt x="0" y="0"/>
                  </a:moveTo>
                  <a:lnTo>
                    <a:pt x="18750662" y="0"/>
                  </a:lnTo>
                  <a:lnTo>
                    <a:pt x="18750662" y="9364345"/>
                  </a:lnTo>
                  <a:lnTo>
                    <a:pt x="0" y="936434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0" y="6129375"/>
            <a:ext cx="5647263" cy="4157625"/>
          </a:xfrm>
          <a:custGeom>
            <a:avLst/>
            <a:gdLst/>
            <a:ahLst/>
            <a:cxnLst/>
            <a:rect l="l" t="t" r="r" b="b"/>
            <a:pathLst>
              <a:path w="5647263" h="4157625">
                <a:moveTo>
                  <a:pt x="0" y="0"/>
                </a:moveTo>
                <a:lnTo>
                  <a:pt x="5647263" y="0"/>
                </a:lnTo>
                <a:lnTo>
                  <a:pt x="5647263" y="4157625"/>
                </a:lnTo>
                <a:lnTo>
                  <a:pt x="0" y="415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6038" y="7717314"/>
            <a:ext cx="718722" cy="1354016"/>
          </a:xfrm>
          <a:custGeom>
            <a:avLst/>
            <a:gdLst/>
            <a:ahLst/>
            <a:cxnLst/>
            <a:rect l="l" t="t" r="r" b="b"/>
            <a:pathLst>
              <a:path w="718722" h="1354016">
                <a:moveTo>
                  <a:pt x="0" y="0"/>
                </a:moveTo>
                <a:lnTo>
                  <a:pt x="718722" y="0"/>
                </a:lnTo>
                <a:lnTo>
                  <a:pt x="718722" y="1354016"/>
                </a:lnTo>
                <a:lnTo>
                  <a:pt x="0" y="1354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5383002">
            <a:off x="2843615" y="5535976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83002">
            <a:off x="6333208" y="5516696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83002">
            <a:off x="9822800" y="5513942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83002">
            <a:off x="13075531" y="5478137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751822" y="2002055"/>
            <a:ext cx="4755832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目录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566309" y="6683505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731224" y="4092304"/>
            <a:ext cx="204985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dirty="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ONE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06937" y="7232100"/>
            <a:ext cx="2851680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672148" y="3083646"/>
            <a:ext cx="102947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01.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55901" y="6713800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220817" y="4073025"/>
            <a:ext cx="204985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dirty="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TWO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6530" y="7262396"/>
            <a:ext cx="2851680" cy="69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161741" y="3064367"/>
            <a:ext cx="118576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02.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8544" y="6694522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710408" y="4070271"/>
            <a:ext cx="248750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dirty="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THREE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19173" y="7243117"/>
            <a:ext cx="2851680" cy="69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651333" y="3061613"/>
            <a:ext cx="118095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03.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31275" y="6658718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963138" y="4034466"/>
            <a:ext cx="272435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FOUR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71904" y="7207313"/>
            <a:ext cx="2851680" cy="69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904064" y="3025807"/>
            <a:ext cx="125549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04.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8EEA20-903B-485C-6C98-DE9831A8882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696296"/>
          </a:xfrm>
          <a:custGeom>
            <a:avLst/>
            <a:gdLst/>
            <a:ahLst/>
            <a:cxnLst/>
            <a:rect l="l" t="t" r="r" b="b"/>
            <a:pathLst>
              <a:path w="18288000" h="10696296">
                <a:moveTo>
                  <a:pt x="0" y="0"/>
                </a:moveTo>
                <a:lnTo>
                  <a:pt x="18288000" y="0"/>
                </a:lnTo>
                <a:lnTo>
                  <a:pt x="18288000" y="10696296"/>
                </a:lnTo>
                <a:lnTo>
                  <a:pt x="0" y="10696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91" b="-699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1212" y="2135854"/>
            <a:ext cx="15302606" cy="68938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01433"/>
            <a:ext cx="2545596" cy="163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6854" y="4373712"/>
            <a:ext cx="3787437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MY" altLang="zh-CN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77166" y="6189201"/>
            <a:ext cx="6068712" cy="1769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endParaRPr lang="en-MY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endParaRPr lang="en-US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5C5D96-143F-3BB2-94B3-AF6FFCE681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773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661971" y="3885091"/>
            <a:ext cx="6129134" cy="4006261"/>
            <a:chOff x="0" y="0"/>
            <a:chExt cx="8172178" cy="53416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72196" cy="5341620"/>
            </a:xfrm>
            <a:custGeom>
              <a:avLst/>
              <a:gdLst/>
              <a:ahLst/>
              <a:cxnLst/>
              <a:rect l="l" t="t" r="r" b="b"/>
              <a:pathLst>
                <a:path w="8172196" h="5341620">
                  <a:moveTo>
                    <a:pt x="0" y="0"/>
                  </a:moveTo>
                  <a:lnTo>
                    <a:pt x="8172196" y="0"/>
                  </a:lnTo>
                  <a:lnTo>
                    <a:pt x="8172196" y="5341620"/>
                  </a:lnTo>
                  <a:lnTo>
                    <a:pt x="0" y="5341620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88532" y="6835031"/>
            <a:ext cx="6817518" cy="2019300"/>
            <a:chOff x="0" y="0"/>
            <a:chExt cx="9090024" cy="2692400"/>
          </a:xfrm>
        </p:grpSpPr>
        <p:sp>
          <p:nvSpPr>
            <p:cNvPr id="7" name="Freeform 7"/>
            <p:cNvSpPr/>
            <p:nvPr/>
          </p:nvSpPr>
          <p:spPr>
            <a:xfrm>
              <a:off x="12700" y="12700"/>
              <a:ext cx="9064625" cy="2667000"/>
            </a:xfrm>
            <a:custGeom>
              <a:avLst/>
              <a:gdLst/>
              <a:ahLst/>
              <a:cxnLst/>
              <a:rect l="l" t="t" r="r" b="b"/>
              <a:pathLst>
                <a:path w="9064625" h="2667000">
                  <a:moveTo>
                    <a:pt x="0" y="0"/>
                  </a:moveTo>
                  <a:lnTo>
                    <a:pt x="9064625" y="0"/>
                  </a:lnTo>
                  <a:lnTo>
                    <a:pt x="9064625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9090025" cy="2692400"/>
            </a:xfrm>
            <a:custGeom>
              <a:avLst/>
              <a:gdLst/>
              <a:ahLst/>
              <a:cxnLst/>
              <a:rect l="l" t="t" r="r" b="b"/>
              <a:pathLst>
                <a:path w="9090025" h="2692400">
                  <a:moveTo>
                    <a:pt x="12700" y="0"/>
                  </a:moveTo>
                  <a:lnTo>
                    <a:pt x="9077325" y="0"/>
                  </a:lnTo>
                  <a:cubicBezTo>
                    <a:pt x="9084310" y="0"/>
                    <a:pt x="9090025" y="5715"/>
                    <a:pt x="9090025" y="12700"/>
                  </a:cubicBezTo>
                  <a:lnTo>
                    <a:pt x="9090025" y="2679700"/>
                  </a:lnTo>
                  <a:cubicBezTo>
                    <a:pt x="9090025" y="2686685"/>
                    <a:pt x="9084310" y="2692400"/>
                    <a:pt x="9077325" y="2692400"/>
                  </a:cubicBezTo>
                  <a:lnTo>
                    <a:pt x="12700" y="2692400"/>
                  </a:lnTo>
                  <a:cubicBezTo>
                    <a:pt x="5715" y="2692400"/>
                    <a:pt x="0" y="2686685"/>
                    <a:pt x="0" y="2679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79700"/>
                  </a:lnTo>
                  <a:lnTo>
                    <a:pt x="12700" y="2679700"/>
                  </a:lnTo>
                  <a:lnTo>
                    <a:pt x="12700" y="2667000"/>
                  </a:lnTo>
                  <a:lnTo>
                    <a:pt x="9077325" y="2667000"/>
                  </a:lnTo>
                  <a:lnTo>
                    <a:pt x="9077325" y="2679700"/>
                  </a:lnTo>
                  <a:lnTo>
                    <a:pt x="9064625" y="2679700"/>
                  </a:lnTo>
                  <a:lnTo>
                    <a:pt x="9064625" y="12700"/>
                  </a:lnTo>
                  <a:lnTo>
                    <a:pt x="9077325" y="12700"/>
                  </a:lnTo>
                  <a:lnTo>
                    <a:pt x="90773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159733" y="7751598"/>
            <a:ext cx="4227704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此处添加文字内容，文字是您的思想提炼，</a:t>
            </a:r>
            <a:endParaRPr lang="en-MY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r>
              <a:rPr 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41568" y="5431632"/>
            <a:ext cx="4497768" cy="1013489"/>
            <a:chOff x="0" y="0"/>
            <a:chExt cx="5997024" cy="13513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97067" cy="1351280"/>
            </a:xfrm>
            <a:custGeom>
              <a:avLst/>
              <a:gdLst/>
              <a:ahLst/>
              <a:cxnLst/>
              <a:rect l="l" t="t" r="r" b="b"/>
              <a:pathLst>
                <a:path w="5997067" h="1351280">
                  <a:moveTo>
                    <a:pt x="0" y="0"/>
                  </a:moveTo>
                  <a:lnTo>
                    <a:pt x="5997067" y="0"/>
                  </a:lnTo>
                  <a:lnTo>
                    <a:pt x="5997067" y="1351280"/>
                  </a:lnTo>
                  <a:lnTo>
                    <a:pt x="0" y="135128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664337" y="2705100"/>
            <a:ext cx="4474292" cy="4110038"/>
          </a:xfrm>
          <a:custGeom>
            <a:avLst/>
            <a:gdLst/>
            <a:ahLst/>
            <a:cxnLst/>
            <a:rect l="l" t="t" r="r" b="b"/>
            <a:pathLst>
              <a:path w="4474292" h="4110038">
                <a:moveTo>
                  <a:pt x="0" y="0"/>
                </a:moveTo>
                <a:lnTo>
                  <a:pt x="4474292" y="0"/>
                </a:lnTo>
                <a:lnTo>
                  <a:pt x="4474292" y="4110037"/>
                </a:lnTo>
                <a:lnTo>
                  <a:pt x="0" y="41100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8894" r="-1889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59735" y="7215348"/>
            <a:ext cx="2188116" cy="46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计划一</a:t>
            </a:r>
            <a:endParaRPr lang="en-US" sz="30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739354" y="4070579"/>
            <a:ext cx="5781141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此处添加文字内容，文字是您的思想提炼，</a:t>
            </a:r>
            <a:endParaRPr lang="en-MY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83592" y="2357830"/>
            <a:ext cx="5809204" cy="154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altLang="zh-CN" sz="30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计划二</a:t>
            </a:r>
            <a:endParaRPr lang="en-MY" altLang="zh-CN" sz="4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083691" y="5652626"/>
            <a:ext cx="119489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 Bold" panose="02020803070505020304"/>
              </a:rPr>
              <a:t>1500+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03800" y="5600700"/>
            <a:ext cx="2419585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</a:t>
            </a:r>
            <a:endParaRPr lang="en-US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39354" y="7666626"/>
            <a:ext cx="7250198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此处添加文字内容，文字是您的思想提炼，</a:t>
            </a:r>
            <a:endParaRPr lang="en-MY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39356" y="7130376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计划三</a:t>
            </a:r>
            <a:endParaRPr lang="en-US" sz="30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01D544-2CF7-490E-FDB2-26E678F5017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rot="5395037">
            <a:off x="7559274" y="5899547"/>
            <a:ext cx="6598451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4957660" y="2639979"/>
            <a:ext cx="5122246" cy="2000250"/>
            <a:chOff x="0" y="0"/>
            <a:chExt cx="6829662" cy="266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29679" cy="2667000"/>
            </a:xfrm>
            <a:custGeom>
              <a:avLst/>
              <a:gdLst/>
              <a:ahLst/>
              <a:cxnLst/>
              <a:rect l="l" t="t" r="r" b="b"/>
              <a:pathLst>
                <a:path w="6829679" h="2667000">
                  <a:moveTo>
                    <a:pt x="0" y="0"/>
                  </a:moveTo>
                  <a:lnTo>
                    <a:pt x="6829679" y="0"/>
                  </a:lnTo>
                  <a:lnTo>
                    <a:pt x="6829679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CE9A6B"/>
            </a:solid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58387" y="3310545"/>
            <a:ext cx="813167" cy="813167"/>
            <a:chOff x="0" y="0"/>
            <a:chExt cx="1084222" cy="10842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4199" cy="1084199"/>
            </a:xfrm>
            <a:custGeom>
              <a:avLst/>
              <a:gdLst/>
              <a:ahLst/>
              <a:cxnLst/>
              <a:rect l="l" t="t" r="r" b="b"/>
              <a:pathLst>
                <a:path w="1084199" h="1084199">
                  <a:moveTo>
                    <a:pt x="0" y="542163"/>
                  </a:moveTo>
                  <a:cubicBezTo>
                    <a:pt x="0" y="242697"/>
                    <a:pt x="242697" y="0"/>
                    <a:pt x="542163" y="0"/>
                  </a:cubicBezTo>
                  <a:cubicBezTo>
                    <a:pt x="841629" y="0"/>
                    <a:pt x="1084199" y="242697"/>
                    <a:pt x="1084199" y="542163"/>
                  </a:cubicBezTo>
                  <a:cubicBezTo>
                    <a:pt x="1084199" y="841629"/>
                    <a:pt x="841502" y="1084199"/>
                    <a:pt x="542163" y="1084199"/>
                  </a:cubicBezTo>
                  <a:cubicBezTo>
                    <a:pt x="242824" y="1084199"/>
                    <a:pt x="0" y="841502"/>
                    <a:pt x="0" y="5421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948136" y="4907343"/>
            <a:ext cx="5141296" cy="2019300"/>
            <a:chOff x="0" y="0"/>
            <a:chExt cx="6855062" cy="2692400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6829679" cy="2667000"/>
            </a:xfrm>
            <a:custGeom>
              <a:avLst/>
              <a:gdLst/>
              <a:ahLst/>
              <a:cxnLst/>
              <a:rect l="l" t="t" r="r" b="b"/>
              <a:pathLst>
                <a:path w="6829679" h="2667000">
                  <a:moveTo>
                    <a:pt x="0" y="0"/>
                  </a:moveTo>
                  <a:lnTo>
                    <a:pt x="6829679" y="0"/>
                  </a:lnTo>
                  <a:lnTo>
                    <a:pt x="6829679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855079" cy="2692400"/>
            </a:xfrm>
            <a:custGeom>
              <a:avLst/>
              <a:gdLst/>
              <a:ahLst/>
              <a:cxnLst/>
              <a:rect l="l" t="t" r="r" b="b"/>
              <a:pathLst>
                <a:path w="6855079" h="2692400">
                  <a:moveTo>
                    <a:pt x="12700" y="0"/>
                  </a:moveTo>
                  <a:lnTo>
                    <a:pt x="6842379" y="0"/>
                  </a:lnTo>
                  <a:cubicBezTo>
                    <a:pt x="6849364" y="0"/>
                    <a:pt x="6855079" y="5715"/>
                    <a:pt x="6855079" y="12700"/>
                  </a:cubicBezTo>
                  <a:lnTo>
                    <a:pt x="6855079" y="2679700"/>
                  </a:lnTo>
                  <a:cubicBezTo>
                    <a:pt x="6855079" y="2686685"/>
                    <a:pt x="6849364" y="2692400"/>
                    <a:pt x="6842379" y="2692400"/>
                  </a:cubicBezTo>
                  <a:lnTo>
                    <a:pt x="12700" y="2692400"/>
                  </a:lnTo>
                  <a:cubicBezTo>
                    <a:pt x="5715" y="2692400"/>
                    <a:pt x="0" y="2686685"/>
                    <a:pt x="0" y="2679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79700"/>
                  </a:lnTo>
                  <a:lnTo>
                    <a:pt x="12700" y="2679700"/>
                  </a:lnTo>
                  <a:lnTo>
                    <a:pt x="12700" y="2667000"/>
                  </a:lnTo>
                  <a:lnTo>
                    <a:pt x="6842379" y="2667000"/>
                  </a:lnTo>
                  <a:lnTo>
                    <a:pt x="6842379" y="2679700"/>
                  </a:lnTo>
                  <a:lnTo>
                    <a:pt x="6829679" y="2679700"/>
                  </a:lnTo>
                  <a:lnTo>
                    <a:pt x="6829679" y="12700"/>
                  </a:lnTo>
                  <a:lnTo>
                    <a:pt x="6842379" y="12700"/>
                  </a:lnTo>
                  <a:lnTo>
                    <a:pt x="684237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458387" y="5587434"/>
            <a:ext cx="813167" cy="813167"/>
            <a:chOff x="0" y="0"/>
            <a:chExt cx="1084222" cy="10842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4199" cy="1084199"/>
            </a:xfrm>
            <a:custGeom>
              <a:avLst/>
              <a:gdLst/>
              <a:ahLst/>
              <a:cxnLst/>
              <a:rect l="l" t="t" r="r" b="b"/>
              <a:pathLst>
                <a:path w="1084199" h="1084199">
                  <a:moveTo>
                    <a:pt x="0" y="542163"/>
                  </a:moveTo>
                  <a:cubicBezTo>
                    <a:pt x="0" y="242697"/>
                    <a:pt x="242697" y="0"/>
                    <a:pt x="542163" y="0"/>
                  </a:cubicBezTo>
                  <a:cubicBezTo>
                    <a:pt x="841629" y="0"/>
                    <a:pt x="1084199" y="242697"/>
                    <a:pt x="1084199" y="542163"/>
                  </a:cubicBezTo>
                  <a:cubicBezTo>
                    <a:pt x="1084199" y="841629"/>
                    <a:pt x="841502" y="1084199"/>
                    <a:pt x="542163" y="1084199"/>
                  </a:cubicBezTo>
                  <a:cubicBezTo>
                    <a:pt x="242824" y="1084199"/>
                    <a:pt x="0" y="841502"/>
                    <a:pt x="0" y="542163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11658600" y="2605088"/>
            <a:ext cx="5369719" cy="4462090"/>
          </a:xfrm>
          <a:custGeom>
            <a:avLst/>
            <a:gdLst/>
            <a:ahLst/>
            <a:cxnLst/>
            <a:rect l="l" t="t" r="r" b="b"/>
            <a:pathLst>
              <a:path w="5369719" h="4462090">
                <a:moveTo>
                  <a:pt x="0" y="0"/>
                </a:moveTo>
                <a:lnTo>
                  <a:pt x="5369720" y="0"/>
                </a:lnTo>
                <a:lnTo>
                  <a:pt x="5369720" y="4462090"/>
                </a:lnTo>
                <a:lnTo>
                  <a:pt x="0" y="446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535" r="-5535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4957926" y="7206692"/>
            <a:ext cx="5122246" cy="2000250"/>
            <a:chOff x="0" y="0"/>
            <a:chExt cx="6829662" cy="2667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9679" cy="2667000"/>
            </a:xfrm>
            <a:custGeom>
              <a:avLst/>
              <a:gdLst/>
              <a:ahLst/>
              <a:cxnLst/>
              <a:rect l="l" t="t" r="r" b="b"/>
              <a:pathLst>
                <a:path w="6829679" h="2667000">
                  <a:moveTo>
                    <a:pt x="0" y="0"/>
                  </a:moveTo>
                  <a:lnTo>
                    <a:pt x="6829679" y="0"/>
                  </a:lnTo>
                  <a:lnTo>
                    <a:pt x="6829679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458653" y="7877258"/>
            <a:ext cx="813167" cy="813167"/>
            <a:chOff x="0" y="0"/>
            <a:chExt cx="1084222" cy="108422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4199" cy="1084199"/>
            </a:xfrm>
            <a:custGeom>
              <a:avLst/>
              <a:gdLst/>
              <a:ahLst/>
              <a:cxnLst/>
              <a:rect l="l" t="t" r="r" b="b"/>
              <a:pathLst>
                <a:path w="1084199" h="1084199">
                  <a:moveTo>
                    <a:pt x="0" y="542163"/>
                  </a:moveTo>
                  <a:cubicBezTo>
                    <a:pt x="0" y="242697"/>
                    <a:pt x="242697" y="0"/>
                    <a:pt x="542163" y="0"/>
                  </a:cubicBezTo>
                  <a:cubicBezTo>
                    <a:pt x="841629" y="0"/>
                    <a:pt x="1084199" y="242697"/>
                    <a:pt x="1084199" y="542163"/>
                  </a:cubicBezTo>
                  <a:cubicBezTo>
                    <a:pt x="1084199" y="841629"/>
                    <a:pt x="841502" y="1084199"/>
                    <a:pt x="542163" y="1084199"/>
                  </a:cubicBezTo>
                  <a:cubicBezTo>
                    <a:pt x="242824" y="1084199"/>
                    <a:pt x="0" y="841502"/>
                    <a:pt x="0" y="5421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5646854" y="3495383"/>
            <a:ext cx="436233" cy="443490"/>
          </a:xfrm>
          <a:custGeom>
            <a:avLst/>
            <a:gdLst/>
            <a:ahLst/>
            <a:cxnLst/>
            <a:rect l="l" t="t" r="r" b="b"/>
            <a:pathLst>
              <a:path w="436233" h="443490">
                <a:moveTo>
                  <a:pt x="0" y="0"/>
                </a:moveTo>
                <a:lnTo>
                  <a:pt x="436233" y="0"/>
                </a:lnTo>
                <a:lnTo>
                  <a:pt x="436233" y="443490"/>
                </a:lnTo>
                <a:lnTo>
                  <a:pt x="0" y="4434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646848" y="5750676"/>
            <a:ext cx="436245" cy="486683"/>
          </a:xfrm>
          <a:custGeom>
            <a:avLst/>
            <a:gdLst/>
            <a:ahLst/>
            <a:cxnLst/>
            <a:rect l="l" t="t" r="r" b="b"/>
            <a:pathLst>
              <a:path w="436245" h="486683">
                <a:moveTo>
                  <a:pt x="0" y="0"/>
                </a:moveTo>
                <a:lnTo>
                  <a:pt x="436245" y="0"/>
                </a:lnTo>
                <a:lnTo>
                  <a:pt x="436245" y="486683"/>
                </a:lnTo>
                <a:lnTo>
                  <a:pt x="0" y="486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647114" y="8049529"/>
            <a:ext cx="436245" cy="468623"/>
          </a:xfrm>
          <a:custGeom>
            <a:avLst/>
            <a:gdLst/>
            <a:ahLst/>
            <a:cxnLst/>
            <a:rect l="l" t="t" r="r" b="b"/>
            <a:pathLst>
              <a:path w="436245" h="468623">
                <a:moveTo>
                  <a:pt x="0" y="0"/>
                </a:moveTo>
                <a:lnTo>
                  <a:pt x="436245" y="0"/>
                </a:lnTo>
                <a:lnTo>
                  <a:pt x="436245" y="468622"/>
                </a:lnTo>
                <a:lnTo>
                  <a:pt x="0" y="4686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858625" y="8001195"/>
            <a:ext cx="518684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此处添加文字内容，文字是您的思想提炼</a:t>
            </a:r>
            <a:endParaRPr lang="en-MY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r>
              <a:rPr 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57986" y="7464945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计划四</a:t>
            </a:r>
            <a:endParaRPr lang="en-US" sz="30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91628" y="3520920"/>
            <a:ext cx="304177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91629" y="2984670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计划一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91628" y="5797809"/>
            <a:ext cx="304177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7C7C7C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7C7C7C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7C7C7C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文字是您的思想提炼，</a:t>
            </a:r>
            <a:endParaRPr lang="en-MY" altLang="zh-CN" sz="1800" dirty="0">
              <a:solidFill>
                <a:srgbClr val="7C7C7C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691629" y="5261559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计划二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691893" y="8087633"/>
            <a:ext cx="304177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MY" altLang="zh-CN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691894" y="75513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计划三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aphicFrame>
        <p:nvGraphicFramePr>
          <p:cNvPr id="39" name="Chart 38"/>
          <p:cNvGraphicFramePr/>
          <p:nvPr/>
        </p:nvGraphicFramePr>
        <p:xfrm>
          <a:off x="-363989" y="1857287"/>
          <a:ext cx="5916604" cy="4200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-838200" y="5602182"/>
          <a:ext cx="6761181" cy="4341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61889AFE-A6E2-4984-5FEF-EB16F46802E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000"/>
            <a:ext cx="18288000" cy="10288533"/>
          </a:xfrm>
          <a:custGeom>
            <a:avLst/>
            <a:gdLst/>
            <a:ahLst/>
            <a:cxnLst/>
            <a:rect l="l" t="t" r="r" b="b"/>
            <a:pathLst>
              <a:path w="18288000" h="10288533">
                <a:moveTo>
                  <a:pt x="0" y="0"/>
                </a:moveTo>
                <a:lnTo>
                  <a:pt x="18288000" y="0"/>
                </a:lnTo>
                <a:lnTo>
                  <a:pt x="18288000" y="10288533"/>
                </a:lnTo>
                <a:lnTo>
                  <a:pt x="0" y="1028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0" b="-925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1212" y="2135854"/>
            <a:ext cx="15125188" cy="71224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58583"/>
            <a:ext cx="2545596" cy="163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02.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6854" y="4373712"/>
            <a:ext cx="378743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77166" y="6160626"/>
            <a:ext cx="6068712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A50DCF-3BF4-8AD6-AEDA-8BCA338D6F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7713083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6558" y="2030788"/>
            <a:ext cx="3435583" cy="80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zh-CN" altLang="en-US" sz="5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5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690782" y="3036957"/>
            <a:ext cx="1282056" cy="76196"/>
            <a:chOff x="0" y="0"/>
            <a:chExt cx="1538514" cy="914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610837" y="3428830"/>
            <a:ext cx="9627233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49200" y="5114843"/>
            <a:ext cx="4457684" cy="498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86645" y="5847804"/>
            <a:ext cx="3943399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801616" y="5163222"/>
            <a:ext cx="4457684" cy="49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739061" y="5896183"/>
            <a:ext cx="3991778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49200" y="7267730"/>
            <a:ext cx="4457684" cy="49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586647" y="8000691"/>
            <a:ext cx="4064347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801616" y="7316109"/>
            <a:ext cx="4457684" cy="49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739061" y="8049069"/>
            <a:ext cx="4161106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1" y="1418095"/>
            <a:ext cx="6319820" cy="8859417"/>
          </a:xfrm>
          <a:custGeom>
            <a:avLst/>
            <a:gdLst/>
            <a:ahLst/>
            <a:cxnLst/>
            <a:rect l="l" t="t" r="r" b="b"/>
            <a:pathLst>
              <a:path w="6319820" h="8859417">
                <a:moveTo>
                  <a:pt x="0" y="0"/>
                </a:moveTo>
                <a:lnTo>
                  <a:pt x="6319820" y="0"/>
                </a:lnTo>
                <a:lnTo>
                  <a:pt x="6319820" y="8859417"/>
                </a:lnTo>
                <a:lnTo>
                  <a:pt x="0" y="8859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138" r="-5513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318410" y="381111"/>
            <a:ext cx="439957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91E2406-FB8E-15EA-1B20-11227047F0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19828" y="4666804"/>
            <a:ext cx="3596025" cy="4100515"/>
            <a:chOff x="0" y="0"/>
            <a:chExt cx="4794700" cy="54673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216702" y="5083965"/>
            <a:ext cx="3615075" cy="4119565"/>
            <a:chOff x="0" y="0"/>
            <a:chExt cx="4820100" cy="5492754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820158" cy="5492750"/>
            </a:xfrm>
            <a:custGeom>
              <a:avLst/>
              <a:gdLst/>
              <a:ahLst/>
              <a:cxnLst/>
              <a:rect l="l" t="t" r="r" b="b"/>
              <a:pathLst>
                <a:path w="4820158" h="5492750">
                  <a:moveTo>
                    <a:pt x="12700" y="0"/>
                  </a:moveTo>
                  <a:lnTo>
                    <a:pt x="4807458" y="0"/>
                  </a:lnTo>
                  <a:cubicBezTo>
                    <a:pt x="4814443" y="0"/>
                    <a:pt x="4820158" y="5715"/>
                    <a:pt x="4820158" y="12700"/>
                  </a:cubicBezTo>
                  <a:lnTo>
                    <a:pt x="4820158" y="5480050"/>
                  </a:lnTo>
                  <a:cubicBezTo>
                    <a:pt x="4820158" y="5487035"/>
                    <a:pt x="4814443" y="5492750"/>
                    <a:pt x="4807458" y="5492750"/>
                  </a:cubicBezTo>
                  <a:lnTo>
                    <a:pt x="12700" y="5492750"/>
                  </a:lnTo>
                  <a:cubicBezTo>
                    <a:pt x="5715" y="5492750"/>
                    <a:pt x="0" y="5487035"/>
                    <a:pt x="0" y="54800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480050"/>
                  </a:lnTo>
                  <a:lnTo>
                    <a:pt x="12700" y="5480050"/>
                  </a:lnTo>
                  <a:lnTo>
                    <a:pt x="12700" y="5467350"/>
                  </a:lnTo>
                  <a:lnTo>
                    <a:pt x="4807458" y="5467350"/>
                  </a:lnTo>
                  <a:lnTo>
                    <a:pt x="4807458" y="5480050"/>
                  </a:lnTo>
                  <a:lnTo>
                    <a:pt x="4794758" y="5480050"/>
                  </a:lnTo>
                  <a:lnTo>
                    <a:pt x="4794758" y="12700"/>
                  </a:lnTo>
                  <a:lnTo>
                    <a:pt x="4807458" y="12700"/>
                  </a:lnTo>
                  <a:lnTo>
                    <a:pt x="480745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213249" y="4636294"/>
            <a:ext cx="3596025" cy="4100515"/>
            <a:chOff x="0" y="0"/>
            <a:chExt cx="4794700" cy="54673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132224" y="5053455"/>
            <a:ext cx="3615075" cy="4119565"/>
            <a:chOff x="0" y="0"/>
            <a:chExt cx="4820100" cy="5492754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820158" cy="5492750"/>
            </a:xfrm>
            <a:custGeom>
              <a:avLst/>
              <a:gdLst/>
              <a:ahLst/>
              <a:cxnLst/>
              <a:rect l="l" t="t" r="r" b="b"/>
              <a:pathLst>
                <a:path w="4820158" h="5492750">
                  <a:moveTo>
                    <a:pt x="12700" y="0"/>
                  </a:moveTo>
                  <a:lnTo>
                    <a:pt x="4807458" y="0"/>
                  </a:lnTo>
                  <a:cubicBezTo>
                    <a:pt x="4814443" y="0"/>
                    <a:pt x="4820158" y="5715"/>
                    <a:pt x="4820158" y="12700"/>
                  </a:cubicBezTo>
                  <a:lnTo>
                    <a:pt x="4820158" y="5480050"/>
                  </a:lnTo>
                  <a:cubicBezTo>
                    <a:pt x="4820158" y="5487035"/>
                    <a:pt x="4814443" y="5492750"/>
                    <a:pt x="4807458" y="5492750"/>
                  </a:cubicBezTo>
                  <a:lnTo>
                    <a:pt x="12700" y="5492750"/>
                  </a:lnTo>
                  <a:cubicBezTo>
                    <a:pt x="5715" y="5492750"/>
                    <a:pt x="0" y="5487035"/>
                    <a:pt x="0" y="54800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480050"/>
                  </a:lnTo>
                  <a:lnTo>
                    <a:pt x="12700" y="5480050"/>
                  </a:lnTo>
                  <a:lnTo>
                    <a:pt x="12700" y="5467350"/>
                  </a:lnTo>
                  <a:lnTo>
                    <a:pt x="4807458" y="5467350"/>
                  </a:lnTo>
                  <a:lnTo>
                    <a:pt x="4807458" y="5480050"/>
                  </a:lnTo>
                  <a:lnTo>
                    <a:pt x="4794758" y="5480050"/>
                  </a:lnTo>
                  <a:lnTo>
                    <a:pt x="4794758" y="12700"/>
                  </a:lnTo>
                  <a:lnTo>
                    <a:pt x="4807458" y="12700"/>
                  </a:lnTo>
                  <a:lnTo>
                    <a:pt x="480745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2388282" y="5036037"/>
            <a:ext cx="1299778" cy="1299778"/>
          </a:xfrm>
          <a:custGeom>
            <a:avLst/>
            <a:gdLst/>
            <a:ahLst/>
            <a:cxnLst/>
            <a:rect l="l" t="t" r="r" b="b"/>
            <a:pathLst>
              <a:path w="1299778" h="1299778">
                <a:moveTo>
                  <a:pt x="0" y="0"/>
                </a:moveTo>
                <a:lnTo>
                  <a:pt x="1299778" y="0"/>
                </a:lnTo>
                <a:lnTo>
                  <a:pt x="1299778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999" r="-2500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214952" y="5358200"/>
            <a:ext cx="1299778" cy="1299779"/>
          </a:xfrm>
          <a:custGeom>
            <a:avLst/>
            <a:gdLst/>
            <a:ahLst/>
            <a:cxnLst/>
            <a:rect l="l" t="t" r="r" b="b"/>
            <a:pathLst>
              <a:path w="1299778" h="1299779">
                <a:moveTo>
                  <a:pt x="0" y="0"/>
                </a:moveTo>
                <a:lnTo>
                  <a:pt x="1299779" y="0"/>
                </a:lnTo>
                <a:lnTo>
                  <a:pt x="1299779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000" r="-25000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351442" y="5417285"/>
            <a:ext cx="1299778" cy="1299779"/>
          </a:xfrm>
          <a:custGeom>
            <a:avLst/>
            <a:gdLst/>
            <a:ahLst/>
            <a:cxnLst/>
            <a:rect l="l" t="t" r="r" b="b"/>
            <a:pathLst>
              <a:path w="1299778" h="1299779">
                <a:moveTo>
                  <a:pt x="0" y="0"/>
                </a:moveTo>
                <a:lnTo>
                  <a:pt x="1299779" y="0"/>
                </a:lnTo>
                <a:lnTo>
                  <a:pt x="1299779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000" r="-25000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361373" y="4962218"/>
            <a:ext cx="1299778" cy="1299778"/>
          </a:xfrm>
          <a:custGeom>
            <a:avLst/>
            <a:gdLst/>
            <a:ahLst/>
            <a:cxnLst/>
            <a:rect l="l" t="t" r="r" b="b"/>
            <a:pathLst>
              <a:path w="1299778" h="1299778">
                <a:moveTo>
                  <a:pt x="0" y="0"/>
                </a:moveTo>
                <a:lnTo>
                  <a:pt x="1299779" y="0"/>
                </a:lnTo>
                <a:lnTo>
                  <a:pt x="1299779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000" r="-25000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131127" y="2526246"/>
            <a:ext cx="202574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工作计划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58997" y="3147369"/>
            <a:ext cx="15387419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37698" y="662904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工作一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28678" y="7329185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944096" y="718808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工作二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735077" y="7888224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833475" y="714998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工作四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624456" y="7850124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970996" y="662904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工作三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761978" y="7329185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68B0AB2-1D96-3D34-97AF-1718E8EA705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6963" y="5014655"/>
            <a:ext cx="7351029" cy="3848214"/>
          </a:xfrm>
          <a:custGeom>
            <a:avLst/>
            <a:gdLst/>
            <a:ahLst/>
            <a:cxnLst/>
            <a:rect l="l" t="t" r="r" b="b"/>
            <a:pathLst>
              <a:path w="7351029" h="3848214">
                <a:moveTo>
                  <a:pt x="0" y="0"/>
                </a:moveTo>
                <a:lnTo>
                  <a:pt x="7351030" y="0"/>
                </a:lnTo>
                <a:lnTo>
                  <a:pt x="7351030" y="3848214"/>
                </a:lnTo>
                <a:lnTo>
                  <a:pt x="0" y="3848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674" b="-13674"/>
            </a:stretch>
          </a:blipFill>
        </p:spPr>
      </p:sp>
      <p:sp>
        <p:nvSpPr>
          <p:cNvPr id="5" name="AutoShape 5"/>
          <p:cNvSpPr/>
          <p:nvPr/>
        </p:nvSpPr>
        <p:spPr>
          <a:xfrm rot="4278">
            <a:off x="9596435" y="4042737"/>
            <a:ext cx="7653343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4278">
            <a:off x="9596435" y="6428749"/>
            <a:ext cx="7653343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5973471" y="2896745"/>
            <a:ext cx="901942" cy="1014843"/>
          </a:xfrm>
          <a:custGeom>
            <a:avLst/>
            <a:gdLst/>
            <a:ahLst/>
            <a:cxnLst/>
            <a:rect l="l" t="t" r="r" b="b"/>
            <a:pathLst>
              <a:path w="901942" h="1014843">
                <a:moveTo>
                  <a:pt x="0" y="0"/>
                </a:moveTo>
                <a:lnTo>
                  <a:pt x="901942" y="0"/>
                </a:lnTo>
                <a:lnTo>
                  <a:pt x="901942" y="1014843"/>
                </a:lnTo>
                <a:lnTo>
                  <a:pt x="0" y="10148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925800" y="5375319"/>
            <a:ext cx="1039894" cy="844914"/>
          </a:xfrm>
          <a:custGeom>
            <a:avLst/>
            <a:gdLst/>
            <a:ahLst/>
            <a:cxnLst/>
            <a:rect l="l" t="t" r="r" b="b"/>
            <a:pathLst>
              <a:path w="1039894" h="844914">
                <a:moveTo>
                  <a:pt x="0" y="0"/>
                </a:moveTo>
                <a:lnTo>
                  <a:pt x="1039894" y="0"/>
                </a:lnTo>
                <a:lnTo>
                  <a:pt x="1039894" y="844914"/>
                </a:lnTo>
                <a:lnTo>
                  <a:pt x="0" y="844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87700" y="7328245"/>
            <a:ext cx="1025813" cy="937337"/>
          </a:xfrm>
          <a:custGeom>
            <a:avLst/>
            <a:gdLst/>
            <a:ahLst/>
            <a:cxnLst/>
            <a:rect l="l" t="t" r="r" b="b"/>
            <a:pathLst>
              <a:path w="1025813" h="937337">
                <a:moveTo>
                  <a:pt x="0" y="0"/>
                </a:moveTo>
                <a:lnTo>
                  <a:pt x="1025813" y="0"/>
                </a:lnTo>
                <a:lnTo>
                  <a:pt x="1025813" y="937337"/>
                </a:lnTo>
                <a:lnTo>
                  <a:pt x="0" y="9373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16963" y="3914246"/>
            <a:ext cx="716814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此处输入你的正文，文字是您思想的提炼，为了最终演示的良好效果，正文尽量简明扼要，内容可酌情增减文字，字字珠玑。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52122" y="2647642"/>
            <a:ext cx="304917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dirty="0">
                <a:solidFill>
                  <a:srgbClr val="CE9A6B"/>
                </a:solidFill>
                <a:latin typeface="Times New Roman Ultra-Bold" panose="02030902070405020303"/>
              </a:rPr>
              <a:t>Part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0222" y="4552421"/>
            <a:ext cx="304917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dirty="0">
                <a:solidFill>
                  <a:srgbClr val="CE9A6B"/>
                </a:solidFill>
                <a:latin typeface="Times New Roman Ultra-Bold" panose="02030902070405020303"/>
              </a:rPr>
              <a:t>Part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90222" y="6792040"/>
            <a:ext cx="304917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CE9A6B"/>
                </a:solidFill>
                <a:latin typeface="Times New Roman Ultra-Bold" panose="02030902070405020303"/>
              </a:rPr>
              <a:t>Part 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16946" y="5308441"/>
            <a:ext cx="6066512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zh-CN" altLang="en-US" sz="20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正文尽量简明扼要，内容可酌情增减文字，字字珠玑。</a:t>
            </a:r>
            <a:endParaRPr lang="en-US" sz="19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93133" y="7437777"/>
            <a:ext cx="5872134" cy="35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zh-CN" altLang="en-US" sz="20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正文尽量简明扼要，内容可酌情增减文字，字字珠玑。</a:t>
            </a:r>
            <a:endParaRPr lang="en-US" sz="19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97896" y="3336563"/>
            <a:ext cx="6099643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zh-CN" altLang="en-US" sz="20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正文尽量简明扼要，内容可酌情增减文字，字字珠玑。</a:t>
            </a:r>
            <a:endParaRPr lang="en-US" sz="19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34426" y="1804191"/>
            <a:ext cx="11858763" cy="738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大标题</a:t>
            </a:r>
            <a:endParaRPr lang="en-US" sz="4800" dirty="0">
              <a:solidFill>
                <a:srgbClr val="333F50"/>
              </a:solidFill>
              <a:ea typeface="思源宋体-超粗体" panose="020209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34427" y="2750067"/>
            <a:ext cx="310664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zh-CN" altLang="en-US" sz="32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请输入副标题</a:t>
            </a:r>
            <a:endParaRPr lang="en-US" sz="32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2D307E-A21D-18D4-0837-01306A00B3F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000"/>
            <a:ext cx="18288000" cy="10288533"/>
          </a:xfrm>
          <a:custGeom>
            <a:avLst/>
            <a:gdLst/>
            <a:ahLst/>
            <a:cxnLst/>
            <a:rect l="l" t="t" r="r" b="b"/>
            <a:pathLst>
              <a:path w="18288000" h="10288533">
                <a:moveTo>
                  <a:pt x="0" y="0"/>
                </a:moveTo>
                <a:lnTo>
                  <a:pt x="18288000" y="0"/>
                </a:lnTo>
                <a:lnTo>
                  <a:pt x="18288000" y="10288533"/>
                </a:lnTo>
                <a:lnTo>
                  <a:pt x="0" y="1028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0" b="-925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1212" y="2135854"/>
            <a:ext cx="15048988" cy="68176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58583"/>
            <a:ext cx="2545596" cy="164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Times New Roman Ultra-Bold" panose="02030902070405020303"/>
              </a:rPr>
              <a:t>03.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6854" y="4373712"/>
            <a:ext cx="378743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77166" y="6151101"/>
            <a:ext cx="6068712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35B124-251D-270C-B837-3807A8337F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0" y="76581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6" y="9797"/>
            <a:ext cx="18278154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8" name="AutoShape 8"/>
          <p:cNvSpPr/>
          <p:nvPr/>
        </p:nvSpPr>
        <p:spPr>
          <a:xfrm rot="116208">
            <a:off x="3458605" y="5596618"/>
            <a:ext cx="563658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AutoShape 9"/>
          <p:cNvSpPr/>
          <p:nvPr/>
        </p:nvSpPr>
        <p:spPr>
          <a:xfrm rot="116208">
            <a:off x="6862093" y="5596618"/>
            <a:ext cx="563658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" name="AutoShape 10"/>
          <p:cNvSpPr/>
          <p:nvPr/>
        </p:nvSpPr>
        <p:spPr>
          <a:xfrm rot="116208">
            <a:off x="10265581" y="5596618"/>
            <a:ext cx="563658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1" name="Group 11"/>
          <p:cNvGrpSpPr/>
          <p:nvPr/>
        </p:nvGrpSpPr>
        <p:grpSpPr>
          <a:xfrm>
            <a:off x="1172131" y="2795033"/>
            <a:ext cx="1153886" cy="68578"/>
            <a:chOff x="0" y="0"/>
            <a:chExt cx="1538514" cy="914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40026" y="7341591"/>
            <a:ext cx="1954634" cy="1050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96327" y="1880880"/>
            <a:ext cx="3670767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96328" y="3184608"/>
            <a:ext cx="12661583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96327" y="6670475"/>
            <a:ext cx="186975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269002" y="7341591"/>
            <a:ext cx="1954634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669426" y="7341591"/>
            <a:ext cx="1954634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069852" y="7341591"/>
            <a:ext cx="1954633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325303" y="6670475"/>
            <a:ext cx="186975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725728" y="6670475"/>
            <a:ext cx="186975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126152" y="6670475"/>
            <a:ext cx="186975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21631" y="5118168"/>
            <a:ext cx="2504395" cy="1066800"/>
            <a:chOff x="1038555" y="5072744"/>
            <a:chExt cx="2504395" cy="1066800"/>
          </a:xfrm>
        </p:grpSpPr>
        <p:sp>
          <p:nvSpPr>
            <p:cNvPr id="4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34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124052" y="5118168"/>
            <a:ext cx="2504395" cy="1066800"/>
            <a:chOff x="1038555" y="5072744"/>
            <a:chExt cx="2504395" cy="1066800"/>
          </a:xfrm>
        </p:grpSpPr>
        <p:sp>
          <p:nvSpPr>
            <p:cNvPr id="39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40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672931" y="5118168"/>
            <a:ext cx="2504395" cy="1066800"/>
            <a:chOff x="1038555" y="5072744"/>
            <a:chExt cx="2504395" cy="1066800"/>
          </a:xfrm>
        </p:grpSpPr>
        <p:sp>
          <p:nvSpPr>
            <p:cNvPr id="42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43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0983005" y="5118168"/>
            <a:ext cx="2504395" cy="1066800"/>
            <a:chOff x="1038555" y="5072744"/>
            <a:chExt cx="2504395" cy="1066800"/>
          </a:xfrm>
        </p:grpSpPr>
        <p:sp>
          <p:nvSpPr>
            <p:cNvPr id="45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46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sp>
        <p:nvSpPr>
          <p:cNvPr id="7" name="矩形 6"/>
          <p:cNvSpPr/>
          <p:nvPr/>
        </p:nvSpPr>
        <p:spPr>
          <a:xfrm>
            <a:off x="13792200" y="1427480"/>
            <a:ext cx="4498340" cy="8859520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9590A0-2375-BF38-56FF-3DB66699FE5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4484915"/>
            <a:ext cx="18288000" cy="5802084"/>
            <a:chOff x="0" y="0"/>
            <a:chExt cx="24384000" cy="77361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736078"/>
            </a:xfrm>
            <a:custGeom>
              <a:avLst/>
              <a:gdLst/>
              <a:ahLst/>
              <a:cxnLst/>
              <a:rect l="l" t="t" r="r" b="b"/>
              <a:pathLst>
                <a:path w="24384000" h="7736078">
                  <a:moveTo>
                    <a:pt x="0" y="0"/>
                  </a:moveTo>
                  <a:lnTo>
                    <a:pt x="24384000" y="0"/>
                  </a:lnTo>
                  <a:lnTo>
                    <a:pt x="24384000" y="7736078"/>
                  </a:lnTo>
                  <a:lnTo>
                    <a:pt x="0" y="773607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CE9A6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1709400" y="2873829"/>
            <a:ext cx="3722914" cy="3722914"/>
            <a:chOff x="0" y="0"/>
            <a:chExt cx="4963886" cy="49638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3922" cy="4963922"/>
            </a:xfrm>
            <a:custGeom>
              <a:avLst/>
              <a:gdLst/>
              <a:ahLst/>
              <a:cxnLst/>
              <a:rect l="l" t="t" r="r" b="b"/>
              <a:pathLst>
                <a:path w="4963922" h="4963922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3922" y="1111250"/>
                    <a:pt x="4963922" y="2481961"/>
                  </a:cubicBezTo>
                  <a:cubicBezTo>
                    <a:pt x="4963922" y="3852672"/>
                    <a:pt x="3852672" y="4963922"/>
                    <a:pt x="2481961" y="4963922"/>
                  </a:cubicBezTo>
                  <a:cubicBezTo>
                    <a:pt x="1111250" y="4963922"/>
                    <a:pt x="0" y="3852672"/>
                    <a:pt x="0" y="2481961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195800" y="2873829"/>
            <a:ext cx="3722914" cy="3722914"/>
            <a:chOff x="0" y="0"/>
            <a:chExt cx="4963886" cy="49638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3922" cy="4963922"/>
            </a:xfrm>
            <a:custGeom>
              <a:avLst/>
              <a:gdLst/>
              <a:ahLst/>
              <a:cxnLst/>
              <a:rect l="l" t="t" r="r" b="b"/>
              <a:pathLst>
                <a:path w="4963922" h="4963922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3922" y="1111250"/>
                    <a:pt x="4963922" y="2481961"/>
                  </a:cubicBezTo>
                  <a:cubicBezTo>
                    <a:pt x="4963922" y="3852672"/>
                    <a:pt x="3852672" y="4963922"/>
                    <a:pt x="2481961" y="4963922"/>
                  </a:cubicBezTo>
                  <a:cubicBezTo>
                    <a:pt x="1111250" y="4963922"/>
                    <a:pt x="0" y="3852672"/>
                    <a:pt x="0" y="2481961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682200" y="2873829"/>
            <a:ext cx="3722914" cy="3722914"/>
            <a:chOff x="0" y="0"/>
            <a:chExt cx="4963886" cy="49638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3922" cy="4963922"/>
            </a:xfrm>
            <a:custGeom>
              <a:avLst/>
              <a:gdLst/>
              <a:ahLst/>
              <a:cxnLst/>
              <a:rect l="l" t="t" r="r" b="b"/>
              <a:pathLst>
                <a:path w="4963922" h="4963922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3922" y="1111250"/>
                    <a:pt x="4963922" y="2481961"/>
                  </a:cubicBezTo>
                  <a:cubicBezTo>
                    <a:pt x="4963922" y="3852672"/>
                    <a:pt x="3852672" y="4963922"/>
                    <a:pt x="2481961" y="4963922"/>
                  </a:cubicBezTo>
                  <a:cubicBezTo>
                    <a:pt x="1111250" y="4963922"/>
                    <a:pt x="0" y="3852672"/>
                    <a:pt x="0" y="2481961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941733" y="2873829"/>
            <a:ext cx="3691967" cy="3691952"/>
            <a:chOff x="0" y="0"/>
            <a:chExt cx="6350000" cy="63499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564839" y="7062359"/>
            <a:ext cx="401203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76295" y="7711704"/>
            <a:ext cx="4562610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051239" y="7062359"/>
            <a:ext cx="401203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62695" y="7711704"/>
            <a:ext cx="4562610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以便观者可以清楚理解您所传达的信息。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537639" y="7062359"/>
            <a:ext cx="401203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349095" y="7711704"/>
            <a:ext cx="4562610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以便观者可以清楚理解您所传达的信息。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7427548" y="2889310"/>
            <a:ext cx="3691967" cy="3691952"/>
            <a:chOff x="0" y="0"/>
            <a:chExt cx="6350000" cy="63499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2910215" y="2904792"/>
            <a:ext cx="3691967" cy="3691952"/>
            <a:chOff x="0" y="0"/>
            <a:chExt cx="6350000" cy="63499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DC91249-C731-3BF5-01B2-1185563BC85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98746" y="2475009"/>
            <a:ext cx="7719236" cy="1739386"/>
            <a:chOff x="0" y="0"/>
            <a:chExt cx="5997024" cy="1351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7067" cy="1351280"/>
            </a:xfrm>
            <a:custGeom>
              <a:avLst/>
              <a:gdLst/>
              <a:ahLst/>
              <a:cxnLst/>
              <a:rect l="l" t="t" r="r" b="b"/>
              <a:pathLst>
                <a:path w="5997067" h="1351280">
                  <a:moveTo>
                    <a:pt x="0" y="0"/>
                  </a:moveTo>
                  <a:lnTo>
                    <a:pt x="5997067" y="0"/>
                  </a:lnTo>
                  <a:lnTo>
                    <a:pt x="5997067" y="1351280"/>
                  </a:lnTo>
                  <a:lnTo>
                    <a:pt x="0" y="135128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0197254" y="2620802"/>
            <a:ext cx="255633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zh-CN" altLang="en-US" sz="4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4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7254" y="3384779"/>
            <a:ext cx="6658371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为了最终演示的良好效果，正文尽量简明扼要。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674380" y="5072665"/>
            <a:ext cx="30792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分析一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433798" y="5651981"/>
            <a:ext cx="7084472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74380" y="6944439"/>
            <a:ext cx="30792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分析二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42609" y="7525464"/>
            <a:ext cx="7084472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aphicFrame>
        <p:nvGraphicFramePr>
          <p:cNvPr id="20" name="Chart 19"/>
          <p:cNvGraphicFramePr/>
          <p:nvPr/>
        </p:nvGraphicFramePr>
        <p:xfrm>
          <a:off x="380460" y="1768002"/>
          <a:ext cx="9283608" cy="787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03E09C06-76EF-37A3-75A8-3A43C96F391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微信图片_20240223172736"/>
          <p:cNvPicPr>
            <a:picLocks noChangeAspect="1"/>
          </p:cNvPicPr>
          <p:nvPr/>
        </p:nvPicPr>
        <p:blipFill>
          <a:blip r:embed="rId2"/>
          <a:srcRect t="6563" b="5198"/>
          <a:stretch>
            <a:fillRect/>
          </a:stretch>
        </p:blipFill>
        <p:spPr>
          <a:xfrm>
            <a:off x="-635" y="-635"/>
            <a:ext cx="18288635" cy="1025080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91212" y="2135854"/>
            <a:ext cx="14815116" cy="6255464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58583"/>
            <a:ext cx="2545596" cy="164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04.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6854" y="4373712"/>
            <a:ext cx="378743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77166" y="6151101"/>
            <a:ext cx="6068712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C3BC2F-5535-33DD-8ED1-559BD0B593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7039304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10744" y="3273884"/>
            <a:ext cx="5725884" cy="5984416"/>
            <a:chOff x="0" y="0"/>
            <a:chExt cx="7634512" cy="79792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34477" cy="7979283"/>
            </a:xfrm>
            <a:custGeom>
              <a:avLst/>
              <a:gdLst/>
              <a:ahLst/>
              <a:cxnLst/>
              <a:rect l="l" t="t" r="r" b="b"/>
              <a:pathLst>
                <a:path w="7634477" h="7979283">
                  <a:moveTo>
                    <a:pt x="0" y="643382"/>
                  </a:moveTo>
                  <a:cubicBezTo>
                    <a:pt x="0" y="288036"/>
                    <a:pt x="288036" y="0"/>
                    <a:pt x="643382" y="0"/>
                  </a:cubicBezTo>
                  <a:lnTo>
                    <a:pt x="6991096" y="0"/>
                  </a:lnTo>
                  <a:cubicBezTo>
                    <a:pt x="7346442" y="0"/>
                    <a:pt x="7634477" y="288036"/>
                    <a:pt x="7634477" y="643382"/>
                  </a:cubicBezTo>
                  <a:lnTo>
                    <a:pt x="7634477" y="7335901"/>
                  </a:lnTo>
                  <a:cubicBezTo>
                    <a:pt x="7634477" y="7691247"/>
                    <a:pt x="7346442" y="7979283"/>
                    <a:pt x="6991096" y="7979283"/>
                  </a:cubicBezTo>
                  <a:lnTo>
                    <a:pt x="643382" y="7979283"/>
                  </a:lnTo>
                  <a:cubicBezTo>
                    <a:pt x="288036" y="7979283"/>
                    <a:pt x="0" y="7691120"/>
                    <a:pt x="0" y="7335901"/>
                  </a:cubicBezTo>
                  <a:close/>
                </a:path>
              </a:pathLst>
            </a:custGeom>
            <a:solidFill>
              <a:srgbClr val="E2CCA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458684" y="3865392"/>
            <a:ext cx="3550025" cy="4410471"/>
          </a:xfrm>
          <a:custGeom>
            <a:avLst/>
            <a:gdLst/>
            <a:ahLst/>
            <a:cxnLst/>
            <a:rect l="l" t="t" r="r" b="b"/>
            <a:pathLst>
              <a:path w="3550025" h="4410471">
                <a:moveTo>
                  <a:pt x="0" y="0"/>
                </a:moveTo>
                <a:lnTo>
                  <a:pt x="3550024" y="0"/>
                </a:lnTo>
                <a:lnTo>
                  <a:pt x="3550024" y="4410471"/>
                </a:lnTo>
                <a:lnTo>
                  <a:pt x="0" y="441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825" r="-3282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74536" y="3865392"/>
            <a:ext cx="3550024" cy="4410471"/>
          </a:xfrm>
          <a:custGeom>
            <a:avLst/>
            <a:gdLst/>
            <a:ahLst/>
            <a:cxnLst/>
            <a:rect l="l" t="t" r="r" b="b"/>
            <a:pathLst>
              <a:path w="3550024" h="4410471">
                <a:moveTo>
                  <a:pt x="0" y="0"/>
                </a:moveTo>
                <a:lnTo>
                  <a:pt x="3550024" y="0"/>
                </a:lnTo>
                <a:lnTo>
                  <a:pt x="3550024" y="4410471"/>
                </a:lnTo>
                <a:lnTo>
                  <a:pt x="0" y="441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825" r="-3282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23664" y="3816964"/>
            <a:ext cx="3550024" cy="4502058"/>
          </a:xfrm>
          <a:custGeom>
            <a:avLst/>
            <a:gdLst/>
            <a:ahLst/>
            <a:cxnLst/>
            <a:rect l="l" t="t" r="r" b="b"/>
            <a:pathLst>
              <a:path w="3550024" h="4502058">
                <a:moveTo>
                  <a:pt x="0" y="0"/>
                </a:moveTo>
                <a:lnTo>
                  <a:pt x="3550025" y="0"/>
                </a:lnTo>
                <a:lnTo>
                  <a:pt x="3550025" y="4502058"/>
                </a:lnTo>
                <a:lnTo>
                  <a:pt x="0" y="4502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545" r="-34545"/>
            </a:stretch>
          </a:blipFill>
        </p:spPr>
      </p:sp>
      <p:sp>
        <p:nvSpPr>
          <p:cNvPr id="7" name="AutoShape 7"/>
          <p:cNvSpPr/>
          <p:nvPr/>
        </p:nvSpPr>
        <p:spPr>
          <a:xfrm rot="10038">
            <a:off x="5483317" y="5089750"/>
            <a:ext cx="326204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10038">
            <a:off x="5483317" y="7843836"/>
            <a:ext cx="326204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4227668" y="2806006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90">
                <a:moveTo>
                  <a:pt x="0" y="0"/>
                </a:moveTo>
                <a:lnTo>
                  <a:pt x="720090" y="0"/>
                </a:lnTo>
                <a:lnTo>
                  <a:pt x="720090" y="720090"/>
                </a:lnTo>
                <a:lnTo>
                  <a:pt x="0" y="720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04144" y="8393317"/>
            <a:ext cx="15143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27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86064" y="8393317"/>
            <a:ext cx="15143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27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80922" y="8393317"/>
            <a:ext cx="15143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27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84876" y="8850517"/>
            <a:ext cx="1952849" cy="33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此处输入文字内容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66796" y="8860042"/>
            <a:ext cx="1952849" cy="33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此处输入文字内容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361655" y="8869567"/>
            <a:ext cx="1952849" cy="33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此处输入文字内容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506955" y="8144694"/>
            <a:ext cx="3106647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81633" y="5295150"/>
            <a:ext cx="3508062" cy="212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endParaRPr lang="en-MY" altLang="zh-CN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70396" y="1988783"/>
            <a:ext cx="5735166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zh-CN" altLang="en-US" sz="4800" dirty="0">
                <a:solidFill>
                  <a:srgbClr val="2C2E38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此处添加大标题</a:t>
            </a:r>
            <a:endParaRPr lang="en-US" sz="4800" dirty="0">
              <a:solidFill>
                <a:srgbClr val="2C2E38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5506955" y="3893932"/>
            <a:ext cx="901942" cy="1014843"/>
          </a:xfrm>
          <a:custGeom>
            <a:avLst/>
            <a:gdLst/>
            <a:ahLst/>
            <a:cxnLst/>
            <a:rect l="l" t="t" r="r" b="b"/>
            <a:pathLst>
              <a:path w="901942" h="1014843">
                <a:moveTo>
                  <a:pt x="0" y="0"/>
                </a:moveTo>
                <a:lnTo>
                  <a:pt x="901942" y="0"/>
                </a:lnTo>
                <a:lnTo>
                  <a:pt x="901942" y="1014843"/>
                </a:lnTo>
                <a:lnTo>
                  <a:pt x="0" y="10148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E67621-373D-BF16-A676-98021D147A9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6429375"/>
            <a:ext cx="18288000" cy="3857625"/>
            <a:chOff x="0" y="0"/>
            <a:chExt cx="24384000" cy="514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5143500"/>
            </a:xfrm>
            <a:custGeom>
              <a:avLst/>
              <a:gdLst/>
              <a:ahLst/>
              <a:cxnLst/>
              <a:rect l="l" t="t" r="r" b="b"/>
              <a:pathLst>
                <a:path w="24384000" h="5143500">
                  <a:moveTo>
                    <a:pt x="0" y="0"/>
                  </a:moveTo>
                  <a:lnTo>
                    <a:pt x="24384000" y="0"/>
                  </a:lnTo>
                  <a:lnTo>
                    <a:pt x="24384000" y="5143500"/>
                  </a:lnTo>
                  <a:lnTo>
                    <a:pt x="0" y="51435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CE9A6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TextBox 4"/>
          <p:cNvSpPr txBox="1"/>
          <p:nvPr/>
        </p:nvSpPr>
        <p:spPr>
          <a:xfrm>
            <a:off x="1198724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98723" y="78882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工作一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8723" y="7385136"/>
            <a:ext cx="773471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95492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95492" y="7888283"/>
            <a:ext cx="21881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工作三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492" y="7385136"/>
            <a:ext cx="773471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108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97108" y="78882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工作二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97108" y="7385136"/>
            <a:ext cx="773470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93875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93875" y="78882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工作四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93875" y="7385136"/>
            <a:ext cx="773471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04</a:t>
            </a:r>
          </a:p>
        </p:txBody>
      </p:sp>
      <p:sp>
        <p:nvSpPr>
          <p:cNvPr id="16" name="AutoShape 16"/>
          <p:cNvSpPr/>
          <p:nvPr/>
        </p:nvSpPr>
        <p:spPr>
          <a:xfrm rot="5381973">
            <a:off x="4078003" y="8290524"/>
            <a:ext cx="181651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1973">
            <a:off x="8235742" y="8290524"/>
            <a:ext cx="181651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81973">
            <a:off x="12495259" y="8290524"/>
            <a:ext cx="181651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198724" y="329946"/>
            <a:ext cx="439957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800">
                <a:solidFill>
                  <a:srgbClr val="FFFFFF"/>
                </a:solidFill>
                <a:ea typeface="思源宋体-超粗体 Heavy"/>
              </a:rPr>
              <a:t>工作难点分析</a:t>
            </a:r>
          </a:p>
        </p:txBody>
      </p:sp>
      <p:sp>
        <p:nvSpPr>
          <p:cNvPr id="20" name="Freeform 20"/>
          <p:cNvSpPr/>
          <p:nvPr/>
        </p:nvSpPr>
        <p:spPr>
          <a:xfrm>
            <a:off x="0" y="1427583"/>
            <a:ext cx="18288000" cy="5035130"/>
          </a:xfrm>
          <a:custGeom>
            <a:avLst/>
            <a:gdLst/>
            <a:ahLst/>
            <a:cxnLst/>
            <a:rect l="l" t="t" r="r" b="b"/>
            <a:pathLst>
              <a:path w="18288000" h="5035130">
                <a:moveTo>
                  <a:pt x="0" y="0"/>
                </a:moveTo>
                <a:lnTo>
                  <a:pt x="18288000" y="0"/>
                </a:lnTo>
                <a:lnTo>
                  <a:pt x="18288000" y="5035129"/>
                </a:lnTo>
                <a:lnTo>
                  <a:pt x="0" y="503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069" b="-7106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DA2097F-DB86-0C8C-47E4-1691F0ABC87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611762"/>
            <a:ext cx="18288000" cy="226848"/>
          </a:xfrm>
          <a:custGeom>
            <a:avLst/>
            <a:gdLst/>
            <a:ahLst/>
            <a:cxnLst/>
            <a:rect l="l" t="t" r="r" b="b"/>
            <a:pathLst>
              <a:path w="18288000" h="226848">
                <a:moveTo>
                  <a:pt x="0" y="0"/>
                </a:moveTo>
                <a:lnTo>
                  <a:pt x="18288000" y="0"/>
                </a:lnTo>
                <a:lnTo>
                  <a:pt x="18288000" y="226848"/>
                </a:lnTo>
                <a:lnTo>
                  <a:pt x="0" y="22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37261" b="-2637261"/>
            </a:stretch>
          </a:blipFill>
        </p:spPr>
      </p:sp>
      <p:sp>
        <p:nvSpPr>
          <p:cNvPr id="3" name="AutoShape 3"/>
          <p:cNvSpPr/>
          <p:nvPr/>
        </p:nvSpPr>
        <p:spPr>
          <a:xfrm rot="5388243">
            <a:off x="-294840" y="4367704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5388243">
            <a:off x="4319753" y="4367702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388243">
            <a:off x="8968473" y="4274048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-5411756">
            <a:off x="6480659" y="7186898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-5411756">
            <a:off x="11095251" y="7186897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-5411756">
            <a:off x="15743972" y="7093243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92388" y="4000500"/>
            <a:ext cx="3311361" cy="1047427"/>
            <a:chOff x="0" y="0"/>
            <a:chExt cx="4415148" cy="13965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5155" cy="1396619"/>
            </a:xfrm>
            <a:custGeom>
              <a:avLst/>
              <a:gdLst/>
              <a:ahLst/>
              <a:cxnLst/>
              <a:rect l="l" t="t" r="r" b="b"/>
              <a:pathLst>
                <a:path w="4415155" h="1396619">
                  <a:moveTo>
                    <a:pt x="0" y="0"/>
                  </a:moveTo>
                  <a:lnTo>
                    <a:pt x="4415155" y="0"/>
                  </a:lnTo>
                  <a:lnTo>
                    <a:pt x="4415155" y="1396619"/>
                  </a:lnTo>
                  <a:lnTo>
                    <a:pt x="0" y="1396619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258228" y="6624558"/>
            <a:ext cx="3311361" cy="1047428"/>
            <a:chOff x="0" y="0"/>
            <a:chExt cx="4415148" cy="13965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5155" cy="1396619"/>
            </a:xfrm>
            <a:custGeom>
              <a:avLst/>
              <a:gdLst/>
              <a:ahLst/>
              <a:cxnLst/>
              <a:rect l="l" t="t" r="r" b="b"/>
              <a:pathLst>
                <a:path w="4415155" h="1396619">
                  <a:moveTo>
                    <a:pt x="0" y="0"/>
                  </a:moveTo>
                  <a:lnTo>
                    <a:pt x="4415155" y="0"/>
                  </a:lnTo>
                  <a:lnTo>
                    <a:pt x="4415155" y="1396619"/>
                  </a:lnTo>
                  <a:lnTo>
                    <a:pt x="0" y="1396619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363377" y="5555536"/>
            <a:ext cx="283074" cy="283074"/>
            <a:chOff x="0" y="0"/>
            <a:chExt cx="377432" cy="377432"/>
          </a:xfrm>
        </p:grpSpPr>
        <p:sp>
          <p:nvSpPr>
            <p:cNvPr id="14" name="Freeform 14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012097" y="5583188"/>
            <a:ext cx="283074" cy="283074"/>
            <a:chOff x="0" y="0"/>
            <a:chExt cx="377432" cy="377432"/>
          </a:xfrm>
        </p:grpSpPr>
        <p:sp>
          <p:nvSpPr>
            <p:cNvPr id="17" name="Freeform 17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0211060" y="5563880"/>
            <a:ext cx="283074" cy="283074"/>
            <a:chOff x="0" y="0"/>
            <a:chExt cx="377432" cy="377432"/>
          </a:xfrm>
        </p:grpSpPr>
        <p:sp>
          <p:nvSpPr>
            <p:cNvPr id="20" name="Freeform 20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731552" y="5563880"/>
            <a:ext cx="283074" cy="283074"/>
            <a:chOff x="0" y="0"/>
            <a:chExt cx="377432" cy="377432"/>
          </a:xfrm>
        </p:grpSpPr>
        <p:sp>
          <p:nvSpPr>
            <p:cNvPr id="23" name="Freeform 23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579235" y="5566810"/>
            <a:ext cx="283074" cy="283074"/>
            <a:chOff x="0" y="0"/>
            <a:chExt cx="377432" cy="377432"/>
          </a:xfrm>
        </p:grpSpPr>
        <p:sp>
          <p:nvSpPr>
            <p:cNvPr id="26" name="Freeform 26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46818" y="5543127"/>
            <a:ext cx="283074" cy="283074"/>
            <a:chOff x="0" y="0"/>
            <a:chExt cx="377432" cy="377432"/>
          </a:xfrm>
        </p:grpSpPr>
        <p:sp>
          <p:nvSpPr>
            <p:cNvPr id="29" name="Freeform 29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21338" y="329946"/>
            <a:ext cx="439957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800">
                <a:solidFill>
                  <a:srgbClr val="FFFFFF"/>
                </a:solidFill>
                <a:ea typeface="思源宋体-超粗体 Heavy"/>
              </a:rPr>
              <a:t>工作难点分析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150562" y="6943869"/>
            <a:ext cx="5220031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150562" y="6395679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重点一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384176" y="4346647"/>
            <a:ext cx="5220031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384176" y="3798458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重点四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742767" y="4162793"/>
            <a:ext cx="3205171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2024/02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320400" y="6785823"/>
            <a:ext cx="3205171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2024/03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02360" y="4319505"/>
            <a:ext cx="3302325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402358" y="3771315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重点二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570646" y="6943869"/>
            <a:ext cx="3302325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570644" y="6395679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重点三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49AF2B4-6379-E34E-6EFC-84A617E9D81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微信图片_20240223163422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8980" r="8537"/>
          <a:stretch>
            <a:fillRect/>
          </a:stretch>
        </p:blipFill>
        <p:spPr>
          <a:xfrm>
            <a:off x="0" y="0"/>
            <a:ext cx="18288000" cy="102876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91212" y="2135854"/>
            <a:ext cx="15353788" cy="68176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680708" y="6198226"/>
            <a:ext cx="1153886" cy="68578"/>
            <a:chOff x="0" y="0"/>
            <a:chExt cx="1538514" cy="91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666812" y="2876242"/>
            <a:ext cx="6789735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感谢聆听</a:t>
            </a:r>
            <a:endParaRPr lang="en-MY" altLang="zh-CN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请批评指正！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15457981" y="-10000"/>
            <a:ext cx="4414112" cy="4664990"/>
          </a:xfrm>
          <a:custGeom>
            <a:avLst/>
            <a:gdLst/>
            <a:ahLst/>
            <a:cxnLst/>
            <a:rect l="l" t="t" r="r" b="b"/>
            <a:pathLst>
              <a:path w="4414112" h="4664990">
                <a:moveTo>
                  <a:pt x="4414111" y="0"/>
                </a:moveTo>
                <a:lnTo>
                  <a:pt x="0" y="0"/>
                </a:lnTo>
                <a:lnTo>
                  <a:pt x="0" y="4664990"/>
                </a:lnTo>
                <a:lnTo>
                  <a:pt x="4414111" y="4664990"/>
                </a:lnTo>
                <a:lnTo>
                  <a:pt x="441411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95008" y="5315797"/>
            <a:ext cx="6814181" cy="60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zh-CN" altLang="en-US" sz="4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副标题</a:t>
            </a:r>
            <a:endParaRPr lang="en-US" sz="4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33108" y="6571604"/>
            <a:ext cx="251785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汇报人：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33108" y="7105006"/>
            <a:ext cx="349149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汇报时间：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CB238E-BECE-268A-214B-2A838A3FF8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VhYTc2Zjk2M2IwNjcxNjk1NjA5NTJmZTU1Y2RjN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2054</Words>
  <Application>Microsoft Office PowerPoint</Application>
  <PresentationFormat>Custom</PresentationFormat>
  <Paragraphs>188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Times New Roman Ultra-Bold</vt:lpstr>
      <vt:lpstr>Arial</vt:lpstr>
      <vt:lpstr>思源宋体-超粗体 Heavy</vt:lpstr>
      <vt:lpstr>HYXuanSong 75J</vt:lpstr>
      <vt:lpstr>Times New Roman Medium</vt:lpstr>
      <vt:lpstr>Times New Roman Bold</vt:lpstr>
      <vt:lpstr>思源宋体-超粗体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ZHEJIANG UNIVERSITY</dc:title>
  <dc:creator>Yit San Chung</dc:creator>
  <cp:lastModifiedBy>Yit San Chung</cp:lastModifiedBy>
  <cp:revision>38</cp:revision>
  <dcterms:created xsi:type="dcterms:W3CDTF">2006-08-16T00:00:00Z</dcterms:created>
  <dcterms:modified xsi:type="dcterms:W3CDTF">2024-03-01T14:49:20Z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63A5D370AAAF4D5494D8761FD374493A_13</vt:lpwstr>
  </property>
  <property fmtid="{D5CDD505-2E9C-101B-9397-08002B2CF9AE}" pid="3" name="KSOProductBuildVer">
    <vt:lpwstr>2052-12.1.0.15712</vt:lpwstr>
  </property>
</Properties>
</file>