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78" r:id="rId6"/>
    <p:sldId id="270" r:id="rId7"/>
    <p:sldId id="271" r:id="rId8"/>
    <p:sldId id="276" r:id="rId9"/>
    <p:sldId id="272" r:id="rId10"/>
    <p:sldId id="273" r:id="rId11"/>
    <p:sldId id="274" r:id="rId12"/>
    <p:sldId id="287" r:id="rId13"/>
    <p:sldId id="279" r:id="rId14"/>
    <p:sldId id="289" r:id="rId15"/>
    <p:sldId id="288" r:id="rId16"/>
    <p:sldId id="280" r:id="rId17"/>
  </p:sldIdLst>
  <p:sldSz cx="18288000" cy="10287000"/>
  <p:notesSz cx="6858000" cy="9144000"/>
  <p:embeddedFontLst>
    <p:embeddedFont>
      <p:font typeface="字由点字典黑 65J" panose="02010600030101010101" charset="-122"/>
      <p:regular r:id="rId18"/>
    </p:embeddedFont>
    <p:embeddedFont>
      <p:font typeface="Arimo" panose="02010600030101010101" charset="0"/>
      <p:regular r:id="rId19"/>
    </p:embeddedFont>
    <p:embeddedFont>
      <p:font typeface="Calibri" panose="020F0502020204030204" pitchFamily="34" charset="0"/>
      <p:regular r:id="rId20"/>
      <p:bold r:id="rId21"/>
      <p:italic r:id="rId22"/>
      <p:boldItalic r:id="rId23"/>
    </p:embeddedFont>
    <p:embeddedFont>
      <p:font typeface="Calibri Light" panose="020F0302020204030204" pitchFamily="34" charset="0"/>
      <p:regular r:id="rId24"/>
      <p:italic r:id="rId25"/>
    </p:embeddedFont>
    <p:embeddedFont>
      <p:font typeface="微软雅黑" panose="020B0503020204020204" pitchFamily="34" charset="-122"/>
      <p:regular r:id="rId26"/>
      <p:bold r:id="rId27"/>
    </p:embeddedFont>
  </p:embeddedFontLst>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9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9ACC"/>
    <a:srgbClr val="93CEDD"/>
    <a:srgbClr val="62BB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44" d="100"/>
          <a:sy n="44" d="100"/>
        </p:scale>
        <p:origin x="30" y="36"/>
      </p:cViewPr>
      <p:guideLst>
        <p:guide orient="horz" pos="2136"/>
        <p:guide pos="2943"/>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svg"/><Relationship Id="rId7" Type="http://schemas.openxmlformats.org/officeDocument/2006/relationships/image" Target="../media/image14.svg"/><Relationship Id="rId12"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5.svg"/><Relationship Id="rId7"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2.png"/><Relationship Id="rId9"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9905955" y="7582060"/>
            <a:ext cx="3462582" cy="617681"/>
            <a:chOff x="0" y="0"/>
            <a:chExt cx="3929290" cy="700936"/>
          </a:xfrm>
        </p:grpSpPr>
        <p:sp>
          <p:nvSpPr>
            <p:cNvPr id="5" name="Freeform 5"/>
            <p:cNvSpPr/>
            <p:nvPr/>
          </p:nvSpPr>
          <p:spPr>
            <a:xfrm>
              <a:off x="0" y="0"/>
              <a:ext cx="3929380" cy="701040"/>
            </a:xfrm>
            <a:custGeom>
              <a:avLst/>
              <a:gdLst/>
              <a:ahLst/>
              <a:cxnLst/>
              <a:rect l="l" t="t" r="r" b="b"/>
              <a:pathLst>
                <a:path w="3929380" h="701040">
                  <a:moveTo>
                    <a:pt x="0" y="350520"/>
                  </a:moveTo>
                  <a:cubicBezTo>
                    <a:pt x="0" y="156972"/>
                    <a:pt x="156972" y="0"/>
                    <a:pt x="350520" y="0"/>
                  </a:cubicBezTo>
                  <a:lnTo>
                    <a:pt x="3578860" y="0"/>
                  </a:lnTo>
                  <a:cubicBezTo>
                    <a:pt x="3772408" y="0"/>
                    <a:pt x="3929380" y="156972"/>
                    <a:pt x="3929380" y="350520"/>
                  </a:cubicBezTo>
                  <a:cubicBezTo>
                    <a:pt x="3929380" y="544068"/>
                    <a:pt x="3772408" y="701040"/>
                    <a:pt x="3578860" y="701040"/>
                  </a:cubicBezTo>
                  <a:lnTo>
                    <a:pt x="350520" y="701040"/>
                  </a:lnTo>
                  <a:cubicBezTo>
                    <a:pt x="156972" y="700913"/>
                    <a:pt x="0" y="544068"/>
                    <a:pt x="0" y="350520"/>
                  </a:cubicBezTo>
                  <a:close/>
                </a:path>
              </a:pathLst>
            </a:custGeom>
            <a:solidFill>
              <a:srgbClr val="26A1E6"/>
            </a:solidFill>
          </p:spPr>
        </p:sp>
        <p:sp>
          <p:nvSpPr>
            <p:cNvPr id="6" name="TextBox 6"/>
            <p:cNvSpPr txBox="1"/>
            <p:nvPr/>
          </p:nvSpPr>
          <p:spPr>
            <a:xfrm>
              <a:off x="0" y="-9525"/>
              <a:ext cx="3929290" cy="710461"/>
            </a:xfrm>
            <a:prstGeom prst="rect">
              <a:avLst/>
            </a:prstGeom>
          </p:spPr>
          <p:txBody>
            <a:bodyPr lIns="50800" tIns="50800" rIns="50800" bIns="50800" rtlCol="0" anchor="ctr"/>
            <a:lstStyle/>
            <a:p>
              <a:pPr algn="ctr">
                <a:lnSpc>
                  <a:spcPts val="2880"/>
                </a:lnSpc>
              </a:pPr>
              <a:r>
                <a:rPr lang="en-US" sz="2400">
                  <a:solidFill>
                    <a:srgbClr val="FFFFFF"/>
                  </a:solidFill>
                  <a:ea typeface="字由点字典黑 45J"/>
                </a:rPr>
                <a:t>汇报人：XXX</a:t>
              </a:r>
            </a:p>
          </p:txBody>
        </p:sp>
      </p:grpSp>
      <p:grpSp>
        <p:nvGrpSpPr>
          <p:cNvPr id="7" name="Group 7"/>
          <p:cNvGrpSpPr/>
          <p:nvPr/>
        </p:nvGrpSpPr>
        <p:grpSpPr>
          <a:xfrm>
            <a:off x="13987218" y="7582060"/>
            <a:ext cx="3462582" cy="617681"/>
            <a:chOff x="0" y="0"/>
            <a:chExt cx="3929290" cy="700936"/>
          </a:xfrm>
        </p:grpSpPr>
        <p:sp>
          <p:nvSpPr>
            <p:cNvPr id="8" name="Freeform 8"/>
            <p:cNvSpPr/>
            <p:nvPr/>
          </p:nvSpPr>
          <p:spPr>
            <a:xfrm>
              <a:off x="0" y="0"/>
              <a:ext cx="3929380" cy="701040"/>
            </a:xfrm>
            <a:custGeom>
              <a:avLst/>
              <a:gdLst/>
              <a:ahLst/>
              <a:cxnLst/>
              <a:rect l="l" t="t" r="r" b="b"/>
              <a:pathLst>
                <a:path w="3929380" h="701040">
                  <a:moveTo>
                    <a:pt x="0" y="350520"/>
                  </a:moveTo>
                  <a:cubicBezTo>
                    <a:pt x="0" y="156972"/>
                    <a:pt x="156972" y="0"/>
                    <a:pt x="350520" y="0"/>
                  </a:cubicBezTo>
                  <a:lnTo>
                    <a:pt x="3578860" y="0"/>
                  </a:lnTo>
                  <a:cubicBezTo>
                    <a:pt x="3772408" y="0"/>
                    <a:pt x="3929380" y="156972"/>
                    <a:pt x="3929380" y="350520"/>
                  </a:cubicBezTo>
                  <a:cubicBezTo>
                    <a:pt x="3929380" y="544068"/>
                    <a:pt x="3772408" y="701040"/>
                    <a:pt x="3578860" y="701040"/>
                  </a:cubicBezTo>
                  <a:lnTo>
                    <a:pt x="350520" y="701040"/>
                  </a:lnTo>
                  <a:cubicBezTo>
                    <a:pt x="156972" y="700913"/>
                    <a:pt x="0" y="544068"/>
                    <a:pt x="0" y="350520"/>
                  </a:cubicBezTo>
                  <a:close/>
                </a:path>
              </a:pathLst>
            </a:custGeom>
            <a:solidFill>
              <a:srgbClr val="26A1E6"/>
            </a:solidFill>
          </p:spPr>
        </p:sp>
        <p:sp>
          <p:nvSpPr>
            <p:cNvPr id="9" name="TextBox 9"/>
            <p:cNvSpPr txBox="1"/>
            <p:nvPr/>
          </p:nvSpPr>
          <p:spPr>
            <a:xfrm>
              <a:off x="0" y="-9525"/>
              <a:ext cx="3929290" cy="710461"/>
            </a:xfrm>
            <a:prstGeom prst="rect">
              <a:avLst/>
            </a:prstGeom>
          </p:spPr>
          <p:txBody>
            <a:bodyPr lIns="50800" tIns="50800" rIns="50800" bIns="50800" rtlCol="0" anchor="ctr"/>
            <a:lstStyle/>
            <a:p>
              <a:pPr algn="ctr">
                <a:lnSpc>
                  <a:spcPts val="2880"/>
                </a:lnSpc>
              </a:pPr>
              <a:r>
                <a:rPr lang="en-US" sz="2400">
                  <a:solidFill>
                    <a:srgbClr val="FFFFFF"/>
                  </a:solidFill>
                  <a:ea typeface="字由点字典黑 45J"/>
                </a:rPr>
                <a:t>时间：</a:t>
              </a:r>
              <a:r>
                <a:rPr lang="en-US" sz="2400">
                  <a:solidFill>
                    <a:srgbClr val="FFFFFF"/>
                  </a:solidFill>
                  <a:latin typeface="字由点字典黑 45J Light"/>
                </a:rPr>
                <a:t>20XX.XX.XX</a:t>
              </a:r>
            </a:p>
          </p:txBody>
        </p:sp>
      </p:grpSp>
      <p:sp>
        <p:nvSpPr>
          <p:cNvPr id="16" name="TextBox 16"/>
          <p:cNvSpPr txBox="1"/>
          <p:nvPr/>
        </p:nvSpPr>
        <p:spPr>
          <a:xfrm>
            <a:off x="9092654" y="8648954"/>
            <a:ext cx="8357146" cy="972312"/>
          </a:xfrm>
          <a:prstGeom prst="rect">
            <a:avLst/>
          </a:prstGeom>
        </p:spPr>
        <p:txBody>
          <a:bodyPr lIns="0" tIns="0" rIns="0" bIns="0" rtlCol="0" anchor="t">
            <a:spAutoFit/>
          </a:bodyPr>
          <a:lstStyle/>
          <a:p>
            <a:pPr algn="r">
              <a:lnSpc>
                <a:spcPts val="2575"/>
              </a:lnSpc>
            </a:pPr>
            <a:r>
              <a:rPr lang="en-US" sz="1650">
                <a:solidFill>
                  <a:srgbClr val="61B5DF"/>
                </a:solidFill>
                <a:ea typeface="Arimo Light"/>
              </a:rPr>
              <a:t>请输入文字内容请输入文字内容请输入文字内容请输入文字内容请输入文字内容请输入文字内请输入文字内容请输入文字内容请输入文字内容请输入文字内容请输入文字内容</a:t>
            </a:r>
          </a:p>
          <a:p>
            <a:pPr algn="r">
              <a:lnSpc>
                <a:spcPts val="2575"/>
              </a:lnSpc>
            </a:pPr>
            <a:endParaRPr lang="en-US" sz="1650">
              <a:solidFill>
                <a:srgbClr val="61B5DF"/>
              </a:solidFill>
              <a:ea typeface="Arimo Light"/>
            </a:endParaRPr>
          </a:p>
        </p:txBody>
      </p:sp>
      <p:pic>
        <p:nvPicPr>
          <p:cNvPr id="18" name="图片 17" descr="WechatIMG2187"/>
          <p:cNvPicPr>
            <a:picLocks noChangeAspect="1"/>
          </p:cNvPicPr>
          <p:nvPr/>
        </p:nvPicPr>
        <p:blipFill rotWithShape="1">
          <a:blip r:embed="rId2"/>
          <a:srcRect l="-19" t="29361" r="19" b="18009"/>
          <a:stretch>
            <a:fillRect/>
          </a:stretch>
        </p:blipFill>
        <p:spPr>
          <a:xfrm>
            <a:off x="0" y="1"/>
            <a:ext cx="18288000" cy="7216516"/>
          </a:xfrm>
          <a:prstGeom prst="rect">
            <a:avLst/>
          </a:prstGeom>
          <a:ln>
            <a:noFill/>
          </a:ln>
        </p:spPr>
      </p:pic>
      <p:grpSp>
        <p:nvGrpSpPr>
          <p:cNvPr id="43" name="Group 43"/>
          <p:cNvGrpSpPr/>
          <p:nvPr/>
        </p:nvGrpSpPr>
        <p:grpSpPr>
          <a:xfrm>
            <a:off x="7891304" y="3942359"/>
            <a:ext cx="9863409" cy="2797157"/>
            <a:chOff x="121279" y="0"/>
            <a:chExt cx="15698471" cy="4599686"/>
          </a:xfrm>
        </p:grpSpPr>
        <p:sp>
          <p:nvSpPr>
            <p:cNvPr id="44" name="Freeform 44"/>
            <p:cNvSpPr/>
            <p:nvPr/>
          </p:nvSpPr>
          <p:spPr>
            <a:xfrm>
              <a:off x="121279" y="0"/>
              <a:ext cx="15698471" cy="4599686"/>
            </a:xfrm>
            <a:custGeom>
              <a:avLst/>
              <a:gdLst/>
              <a:ahLst/>
              <a:cxnLst/>
              <a:rect l="l" t="t" r="r" b="b"/>
              <a:pathLst>
                <a:path w="15698471" h="4599686">
                  <a:moveTo>
                    <a:pt x="0" y="400812"/>
                  </a:moveTo>
                  <a:cubicBezTo>
                    <a:pt x="0" y="179451"/>
                    <a:pt x="179451" y="0"/>
                    <a:pt x="400812" y="0"/>
                  </a:cubicBezTo>
                  <a:lnTo>
                    <a:pt x="15297658" y="0"/>
                  </a:lnTo>
                  <a:cubicBezTo>
                    <a:pt x="15519020" y="0"/>
                    <a:pt x="15698471" y="179451"/>
                    <a:pt x="15698471" y="400812"/>
                  </a:cubicBezTo>
                  <a:lnTo>
                    <a:pt x="15698471" y="4198874"/>
                  </a:lnTo>
                  <a:cubicBezTo>
                    <a:pt x="15698471" y="4420235"/>
                    <a:pt x="15519020" y="4599686"/>
                    <a:pt x="15297658" y="4599686"/>
                  </a:cubicBezTo>
                  <a:lnTo>
                    <a:pt x="400812" y="4599686"/>
                  </a:lnTo>
                  <a:cubicBezTo>
                    <a:pt x="179451" y="4599686"/>
                    <a:pt x="0" y="4420235"/>
                    <a:pt x="0" y="4198874"/>
                  </a:cubicBezTo>
                  <a:close/>
                </a:path>
              </a:pathLst>
            </a:custGeom>
            <a:solidFill>
              <a:srgbClr val="F8F8F8">
                <a:alpha val="82000"/>
              </a:srgbClr>
            </a:solidFill>
          </p:spPr>
        </p:sp>
      </p:grpSp>
      <p:sp>
        <p:nvSpPr>
          <p:cNvPr id="15" name="TextBox 15"/>
          <p:cNvSpPr txBox="1"/>
          <p:nvPr/>
        </p:nvSpPr>
        <p:spPr>
          <a:xfrm>
            <a:off x="8686800" y="4627971"/>
            <a:ext cx="8439810" cy="1661795"/>
          </a:xfrm>
          <a:prstGeom prst="rect">
            <a:avLst/>
          </a:prstGeom>
        </p:spPr>
        <p:txBody>
          <a:bodyPr wrap="square" lIns="0" tIns="0" rIns="0" bIns="0" rtlCol="0" anchor="t">
            <a:spAutoFit/>
          </a:bodyPr>
          <a:lstStyle/>
          <a:p>
            <a:pPr algn="l">
              <a:lnSpc>
                <a:spcPts val="12960"/>
              </a:lnSpc>
            </a:pPr>
            <a:r>
              <a:rPr lang="en-US" sz="10800" b="1" dirty="0" err="1">
                <a:solidFill>
                  <a:srgbClr val="26A1E6"/>
                </a:solidFill>
                <a:latin typeface="微软雅黑" panose="020B0503020204020204" charset="-122"/>
                <a:ea typeface="微软雅黑" panose="020B0503020204020204" charset="-122"/>
                <a:cs typeface="微软雅黑" panose="020B0503020204020204" charset="-122"/>
              </a:rPr>
              <a:t>浙大PPT模版</a:t>
            </a:r>
            <a:endParaRPr lang="en-US" sz="10800" b="1" dirty="0">
              <a:solidFill>
                <a:srgbClr val="26A1E6"/>
              </a:solidFill>
              <a:latin typeface="微软雅黑" panose="020B0503020204020204" charset="-122"/>
              <a:ea typeface="微软雅黑" panose="020B0503020204020204" charset="-122"/>
              <a:cs typeface="微软雅黑" panose="020B0503020204020204" charset="-122"/>
            </a:endParaRPr>
          </a:p>
        </p:txBody>
      </p:sp>
      <p:grpSp>
        <p:nvGrpSpPr>
          <p:cNvPr id="35" name="Group 35"/>
          <p:cNvGrpSpPr/>
          <p:nvPr/>
        </p:nvGrpSpPr>
        <p:grpSpPr>
          <a:xfrm>
            <a:off x="841729" y="9178172"/>
            <a:ext cx="1094085" cy="392583"/>
            <a:chOff x="0" y="0"/>
            <a:chExt cx="1458780" cy="523444"/>
          </a:xfrm>
          <a:solidFill>
            <a:srgbClr val="369ACC"/>
          </a:solidFill>
        </p:grpSpPr>
        <p:grpSp>
          <p:nvGrpSpPr>
            <p:cNvPr id="36" name="Group 36"/>
            <p:cNvGrpSpPr/>
            <p:nvPr/>
          </p:nvGrpSpPr>
          <p:grpSpPr>
            <a:xfrm>
              <a:off x="1347250" y="0"/>
              <a:ext cx="111529" cy="111529"/>
              <a:chOff x="0" y="0"/>
              <a:chExt cx="76264" cy="76264"/>
            </a:xfrm>
            <a:grpFill/>
          </p:grpSpPr>
          <p:sp>
            <p:nvSpPr>
              <p:cNvPr id="37" name="Freeform 37"/>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38" name="Group 38"/>
            <p:cNvGrpSpPr/>
            <p:nvPr/>
          </p:nvGrpSpPr>
          <p:grpSpPr>
            <a:xfrm>
              <a:off x="1077801" y="0"/>
              <a:ext cx="111529" cy="111529"/>
              <a:chOff x="0" y="0"/>
              <a:chExt cx="76264" cy="76264"/>
            </a:xfrm>
            <a:grpFill/>
          </p:grpSpPr>
          <p:sp>
            <p:nvSpPr>
              <p:cNvPr id="39" name="Freeform 39"/>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40" name="Group 40"/>
            <p:cNvGrpSpPr/>
            <p:nvPr/>
          </p:nvGrpSpPr>
          <p:grpSpPr>
            <a:xfrm>
              <a:off x="808353" y="0"/>
              <a:ext cx="111529" cy="111529"/>
              <a:chOff x="0" y="0"/>
              <a:chExt cx="76264" cy="76264"/>
            </a:xfrm>
            <a:grpFill/>
          </p:grpSpPr>
          <p:sp>
            <p:nvSpPr>
              <p:cNvPr id="41" name="Freeform 41"/>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42" name="Group 42"/>
            <p:cNvGrpSpPr/>
            <p:nvPr/>
          </p:nvGrpSpPr>
          <p:grpSpPr>
            <a:xfrm>
              <a:off x="269455" y="0"/>
              <a:ext cx="111529" cy="111529"/>
              <a:chOff x="0" y="0"/>
              <a:chExt cx="76264" cy="76264"/>
            </a:xfrm>
            <a:grpFill/>
          </p:grpSpPr>
          <p:sp>
            <p:nvSpPr>
              <p:cNvPr id="26" name="Freeform 43"/>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27" name="Group 44"/>
            <p:cNvGrpSpPr/>
            <p:nvPr/>
          </p:nvGrpSpPr>
          <p:grpSpPr>
            <a:xfrm>
              <a:off x="0" y="0"/>
              <a:ext cx="111529" cy="111529"/>
              <a:chOff x="0" y="0"/>
              <a:chExt cx="76264" cy="76264"/>
            </a:xfrm>
            <a:grpFill/>
          </p:grpSpPr>
          <p:sp>
            <p:nvSpPr>
              <p:cNvPr id="45" name="Freeform 45"/>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46" name="Group 46"/>
            <p:cNvGrpSpPr/>
            <p:nvPr/>
          </p:nvGrpSpPr>
          <p:grpSpPr>
            <a:xfrm>
              <a:off x="538904" y="0"/>
              <a:ext cx="111529" cy="111529"/>
              <a:chOff x="0" y="0"/>
              <a:chExt cx="76264" cy="76264"/>
            </a:xfrm>
            <a:grpFill/>
          </p:grpSpPr>
          <p:sp>
            <p:nvSpPr>
              <p:cNvPr id="47" name="Freeform 47"/>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48" name="Group 48"/>
            <p:cNvGrpSpPr/>
            <p:nvPr/>
          </p:nvGrpSpPr>
          <p:grpSpPr>
            <a:xfrm>
              <a:off x="1347250" y="205957"/>
              <a:ext cx="111529" cy="111529"/>
              <a:chOff x="0" y="0"/>
              <a:chExt cx="76264" cy="76264"/>
            </a:xfrm>
            <a:grpFill/>
          </p:grpSpPr>
          <p:sp>
            <p:nvSpPr>
              <p:cNvPr id="49" name="Freeform 49"/>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50" name="Group 50"/>
            <p:cNvGrpSpPr/>
            <p:nvPr/>
          </p:nvGrpSpPr>
          <p:grpSpPr>
            <a:xfrm>
              <a:off x="1077801" y="205957"/>
              <a:ext cx="111529" cy="111529"/>
              <a:chOff x="0" y="0"/>
              <a:chExt cx="76264" cy="76264"/>
            </a:xfrm>
            <a:grpFill/>
          </p:grpSpPr>
          <p:sp>
            <p:nvSpPr>
              <p:cNvPr id="51" name="Freeform 51"/>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52" name="Group 52"/>
            <p:cNvGrpSpPr/>
            <p:nvPr/>
          </p:nvGrpSpPr>
          <p:grpSpPr>
            <a:xfrm>
              <a:off x="808353" y="205957"/>
              <a:ext cx="111529" cy="111529"/>
              <a:chOff x="0" y="0"/>
              <a:chExt cx="76264" cy="76264"/>
            </a:xfrm>
            <a:grpFill/>
          </p:grpSpPr>
          <p:sp>
            <p:nvSpPr>
              <p:cNvPr id="53" name="Freeform 53"/>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54" name="Group 54"/>
            <p:cNvGrpSpPr/>
            <p:nvPr/>
          </p:nvGrpSpPr>
          <p:grpSpPr>
            <a:xfrm>
              <a:off x="269455" y="205957"/>
              <a:ext cx="111529" cy="111529"/>
              <a:chOff x="0" y="0"/>
              <a:chExt cx="76264" cy="76264"/>
            </a:xfrm>
            <a:grpFill/>
          </p:grpSpPr>
          <p:sp>
            <p:nvSpPr>
              <p:cNvPr id="55" name="Freeform 55"/>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56" name="Group 56"/>
            <p:cNvGrpSpPr/>
            <p:nvPr/>
          </p:nvGrpSpPr>
          <p:grpSpPr>
            <a:xfrm>
              <a:off x="0" y="205957"/>
              <a:ext cx="111529" cy="111529"/>
              <a:chOff x="0" y="0"/>
              <a:chExt cx="76264" cy="76264"/>
            </a:xfrm>
            <a:grpFill/>
          </p:grpSpPr>
          <p:sp>
            <p:nvSpPr>
              <p:cNvPr id="57" name="Freeform 57"/>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58" name="Group 58"/>
            <p:cNvGrpSpPr/>
            <p:nvPr/>
          </p:nvGrpSpPr>
          <p:grpSpPr>
            <a:xfrm>
              <a:off x="538904" y="205957"/>
              <a:ext cx="111529" cy="111529"/>
              <a:chOff x="0" y="0"/>
              <a:chExt cx="76264" cy="76264"/>
            </a:xfrm>
            <a:grpFill/>
          </p:grpSpPr>
          <p:sp>
            <p:nvSpPr>
              <p:cNvPr id="59" name="Freeform 59"/>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60" name="Group 60"/>
            <p:cNvGrpSpPr/>
            <p:nvPr/>
          </p:nvGrpSpPr>
          <p:grpSpPr>
            <a:xfrm>
              <a:off x="1347250" y="411915"/>
              <a:ext cx="111529" cy="111529"/>
              <a:chOff x="0" y="0"/>
              <a:chExt cx="76264" cy="76264"/>
            </a:xfrm>
            <a:grpFill/>
          </p:grpSpPr>
          <p:sp>
            <p:nvSpPr>
              <p:cNvPr id="61" name="Freeform 61"/>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62" name="Group 62"/>
            <p:cNvGrpSpPr/>
            <p:nvPr/>
          </p:nvGrpSpPr>
          <p:grpSpPr>
            <a:xfrm>
              <a:off x="1077801" y="411915"/>
              <a:ext cx="111529" cy="111529"/>
              <a:chOff x="0" y="0"/>
              <a:chExt cx="76264" cy="76264"/>
            </a:xfrm>
            <a:grpFill/>
          </p:grpSpPr>
          <p:sp>
            <p:nvSpPr>
              <p:cNvPr id="63" name="Freeform 63"/>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64" name="Group 64"/>
            <p:cNvGrpSpPr/>
            <p:nvPr/>
          </p:nvGrpSpPr>
          <p:grpSpPr>
            <a:xfrm>
              <a:off x="808353" y="411915"/>
              <a:ext cx="111529" cy="111529"/>
              <a:chOff x="0" y="0"/>
              <a:chExt cx="76264" cy="76264"/>
            </a:xfrm>
            <a:grpFill/>
          </p:grpSpPr>
          <p:sp>
            <p:nvSpPr>
              <p:cNvPr id="65" name="Freeform 65"/>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66" name="Group 66"/>
            <p:cNvGrpSpPr/>
            <p:nvPr/>
          </p:nvGrpSpPr>
          <p:grpSpPr>
            <a:xfrm>
              <a:off x="269455" y="411915"/>
              <a:ext cx="111529" cy="111529"/>
              <a:chOff x="0" y="0"/>
              <a:chExt cx="76264" cy="76264"/>
            </a:xfrm>
            <a:grpFill/>
          </p:grpSpPr>
          <p:sp>
            <p:nvSpPr>
              <p:cNvPr id="67" name="Freeform 67"/>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68" name="Group 68"/>
            <p:cNvGrpSpPr/>
            <p:nvPr/>
          </p:nvGrpSpPr>
          <p:grpSpPr>
            <a:xfrm>
              <a:off x="0" y="411915"/>
              <a:ext cx="111529" cy="111529"/>
              <a:chOff x="0" y="0"/>
              <a:chExt cx="76264" cy="76264"/>
            </a:xfrm>
            <a:grpFill/>
          </p:grpSpPr>
          <p:sp>
            <p:nvSpPr>
              <p:cNvPr id="69" name="Freeform 69"/>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70" name="Group 70"/>
            <p:cNvGrpSpPr/>
            <p:nvPr/>
          </p:nvGrpSpPr>
          <p:grpSpPr>
            <a:xfrm>
              <a:off x="538904" y="411915"/>
              <a:ext cx="111529" cy="111529"/>
              <a:chOff x="0" y="0"/>
              <a:chExt cx="76264" cy="76264"/>
            </a:xfrm>
            <a:grpFill/>
          </p:grpSpPr>
          <p:sp>
            <p:nvSpPr>
              <p:cNvPr id="71" name="Freeform 71"/>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pic>
        <p:nvPicPr>
          <p:cNvPr id="28" name="图片 27" descr="logo蓝色"/>
          <p:cNvPicPr>
            <a:picLocks noChangeAspect="1"/>
          </p:cNvPicPr>
          <p:nvPr/>
        </p:nvPicPr>
        <p:blipFill>
          <a:blip r:embed="rId3"/>
          <a:stretch>
            <a:fillRect/>
          </a:stretch>
        </p:blipFill>
        <p:spPr>
          <a:xfrm>
            <a:off x="15011400" y="800100"/>
            <a:ext cx="2601430" cy="72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29938" y="7513992"/>
            <a:ext cx="5474828" cy="2773008"/>
            <a:chOff x="0" y="0"/>
            <a:chExt cx="7299770" cy="3697344"/>
          </a:xfrm>
          <a:solidFill>
            <a:srgbClr val="93CEDD"/>
          </a:solidFill>
        </p:grpSpPr>
        <p:sp>
          <p:nvSpPr>
            <p:cNvPr id="3" name="Freeform 3"/>
            <p:cNvSpPr/>
            <p:nvPr/>
          </p:nvSpPr>
          <p:spPr>
            <a:xfrm>
              <a:off x="0" y="0"/>
              <a:ext cx="7299833" cy="3697351"/>
            </a:xfrm>
            <a:custGeom>
              <a:avLst/>
              <a:gdLst/>
              <a:ahLst/>
              <a:cxnLst/>
              <a:rect l="l" t="t" r="r" b="b"/>
              <a:pathLst>
                <a:path w="7299833" h="3697351">
                  <a:moveTo>
                    <a:pt x="3649853" y="0"/>
                  </a:moveTo>
                  <a:cubicBezTo>
                    <a:pt x="5665597" y="0"/>
                    <a:pt x="7299833" y="1634109"/>
                    <a:pt x="7299833" y="3649853"/>
                  </a:cubicBezTo>
                  <a:lnTo>
                    <a:pt x="7297420" y="3697351"/>
                  </a:lnTo>
                  <a:lnTo>
                    <a:pt x="2413" y="3697351"/>
                  </a:lnTo>
                  <a:lnTo>
                    <a:pt x="0" y="3649853"/>
                  </a:lnTo>
                  <a:cubicBezTo>
                    <a:pt x="0" y="1634109"/>
                    <a:pt x="1634109" y="0"/>
                    <a:pt x="3649853" y="0"/>
                  </a:cubicBezTo>
                  <a:close/>
                </a:path>
              </a:pathLst>
            </a:custGeom>
            <a:grpFill/>
          </p:spPr>
        </p:sp>
      </p:grpSp>
      <p:grpSp>
        <p:nvGrpSpPr>
          <p:cNvPr id="8" name="Group 8"/>
          <p:cNvGrpSpPr/>
          <p:nvPr/>
        </p:nvGrpSpPr>
        <p:grpSpPr>
          <a:xfrm>
            <a:off x="609423" y="1561940"/>
            <a:ext cx="17782224" cy="8138432"/>
            <a:chOff x="0" y="0"/>
            <a:chExt cx="23709632" cy="10851242"/>
          </a:xfrm>
        </p:grpSpPr>
        <p:sp>
          <p:nvSpPr>
            <p:cNvPr id="9" name="Freeform 9"/>
            <p:cNvSpPr/>
            <p:nvPr/>
          </p:nvSpPr>
          <p:spPr>
            <a:xfrm>
              <a:off x="3175" y="3175"/>
              <a:ext cx="23703280" cy="10844784"/>
            </a:xfrm>
            <a:custGeom>
              <a:avLst/>
              <a:gdLst/>
              <a:ahLst/>
              <a:cxnLst/>
              <a:rect l="l" t="t" r="r" b="b"/>
              <a:pathLst>
                <a:path w="23703280" h="10844784">
                  <a:moveTo>
                    <a:pt x="23703280" y="0"/>
                  </a:moveTo>
                  <a:lnTo>
                    <a:pt x="5422392" y="0"/>
                  </a:lnTo>
                  <a:cubicBezTo>
                    <a:pt x="2427732" y="0"/>
                    <a:pt x="0" y="2427732"/>
                    <a:pt x="0" y="5422392"/>
                  </a:cubicBezTo>
                  <a:lnTo>
                    <a:pt x="0" y="5422392"/>
                  </a:lnTo>
                  <a:cubicBezTo>
                    <a:pt x="0" y="8417179"/>
                    <a:pt x="2427732" y="10844784"/>
                    <a:pt x="5422392" y="10844784"/>
                  </a:cubicBezTo>
                  <a:lnTo>
                    <a:pt x="23703279" y="10844784"/>
                  </a:lnTo>
                  <a:close/>
                </a:path>
              </a:pathLst>
            </a:custGeom>
            <a:solidFill>
              <a:srgbClr val="FFFFFF"/>
            </a:solidFill>
            <a:ln>
              <a:solidFill>
                <a:srgbClr val="369ACC"/>
              </a:solidFill>
            </a:ln>
          </p:spPr>
        </p:sp>
        <p:sp>
          <p:nvSpPr>
            <p:cNvPr id="10" name="Freeform 10"/>
            <p:cNvSpPr/>
            <p:nvPr/>
          </p:nvSpPr>
          <p:spPr>
            <a:xfrm>
              <a:off x="0" y="0"/>
              <a:ext cx="23709629" cy="10851261"/>
            </a:xfrm>
            <a:custGeom>
              <a:avLst/>
              <a:gdLst/>
              <a:ahLst/>
              <a:cxnLst/>
              <a:rect l="l" t="t" r="r" b="b"/>
              <a:pathLst>
                <a:path w="23709629" h="10851261">
                  <a:moveTo>
                    <a:pt x="23706455" y="6350"/>
                  </a:moveTo>
                  <a:lnTo>
                    <a:pt x="5425567" y="6350"/>
                  </a:lnTo>
                  <a:lnTo>
                    <a:pt x="5425567" y="3175"/>
                  </a:lnTo>
                  <a:lnTo>
                    <a:pt x="5425567" y="6350"/>
                  </a:lnTo>
                  <a:cubicBezTo>
                    <a:pt x="2432685" y="6350"/>
                    <a:pt x="6350" y="2432685"/>
                    <a:pt x="6350" y="5425567"/>
                  </a:cubicBezTo>
                  <a:lnTo>
                    <a:pt x="3175" y="5425567"/>
                  </a:lnTo>
                  <a:lnTo>
                    <a:pt x="3175" y="5422392"/>
                  </a:lnTo>
                  <a:lnTo>
                    <a:pt x="3175" y="5422392"/>
                  </a:lnTo>
                  <a:cubicBezTo>
                    <a:pt x="4953" y="5422392"/>
                    <a:pt x="6350" y="5423789"/>
                    <a:pt x="6350" y="5425567"/>
                  </a:cubicBezTo>
                  <a:cubicBezTo>
                    <a:pt x="6350" y="8418576"/>
                    <a:pt x="2432685" y="10844784"/>
                    <a:pt x="5425567" y="10844784"/>
                  </a:cubicBezTo>
                  <a:lnTo>
                    <a:pt x="5425567" y="10847959"/>
                  </a:lnTo>
                  <a:lnTo>
                    <a:pt x="5425567" y="10844784"/>
                  </a:lnTo>
                  <a:lnTo>
                    <a:pt x="23706454" y="10844784"/>
                  </a:lnTo>
                  <a:lnTo>
                    <a:pt x="23706454" y="10847959"/>
                  </a:lnTo>
                  <a:lnTo>
                    <a:pt x="23703279" y="10847959"/>
                  </a:lnTo>
                  <a:lnTo>
                    <a:pt x="23703279" y="3175"/>
                  </a:lnTo>
                  <a:lnTo>
                    <a:pt x="23706454" y="3175"/>
                  </a:lnTo>
                  <a:lnTo>
                    <a:pt x="23706454" y="6350"/>
                  </a:lnTo>
                  <a:moveTo>
                    <a:pt x="23706454" y="0"/>
                  </a:moveTo>
                  <a:cubicBezTo>
                    <a:pt x="23708232" y="0"/>
                    <a:pt x="23709629" y="1397"/>
                    <a:pt x="23709629" y="3175"/>
                  </a:cubicBezTo>
                  <a:lnTo>
                    <a:pt x="23709629" y="10848086"/>
                  </a:lnTo>
                  <a:cubicBezTo>
                    <a:pt x="23709629" y="10849864"/>
                    <a:pt x="23708232" y="10851261"/>
                    <a:pt x="23706454" y="10851261"/>
                  </a:cubicBezTo>
                  <a:lnTo>
                    <a:pt x="5425567" y="10851261"/>
                  </a:lnTo>
                  <a:lnTo>
                    <a:pt x="5425567" y="10851261"/>
                  </a:lnTo>
                  <a:cubicBezTo>
                    <a:pt x="2429129" y="10851261"/>
                    <a:pt x="0" y="8422132"/>
                    <a:pt x="0" y="5425567"/>
                  </a:cubicBezTo>
                  <a:lnTo>
                    <a:pt x="3175" y="5425567"/>
                  </a:lnTo>
                  <a:lnTo>
                    <a:pt x="3175" y="5428742"/>
                  </a:lnTo>
                  <a:lnTo>
                    <a:pt x="3175" y="5428742"/>
                  </a:lnTo>
                  <a:cubicBezTo>
                    <a:pt x="1397" y="5428742"/>
                    <a:pt x="0" y="5427345"/>
                    <a:pt x="0" y="5425567"/>
                  </a:cubicBezTo>
                  <a:cubicBezTo>
                    <a:pt x="0" y="2429129"/>
                    <a:pt x="2429129" y="0"/>
                    <a:pt x="5425567" y="0"/>
                  </a:cubicBezTo>
                  <a:lnTo>
                    <a:pt x="23706455" y="0"/>
                  </a:lnTo>
                  <a:close/>
                </a:path>
              </a:pathLst>
            </a:custGeom>
            <a:solidFill>
              <a:srgbClr val="0058E0"/>
            </a:solidFill>
            <a:ln>
              <a:solidFill>
                <a:srgbClr val="369ACC"/>
              </a:solidFill>
            </a:ln>
          </p:spPr>
        </p:sp>
      </p:grpSp>
      <p:grpSp>
        <p:nvGrpSpPr>
          <p:cNvPr id="11" name="Group 11"/>
          <p:cNvGrpSpPr/>
          <p:nvPr/>
        </p:nvGrpSpPr>
        <p:grpSpPr>
          <a:xfrm>
            <a:off x="6241413" y="2750029"/>
            <a:ext cx="2676995" cy="2527520"/>
            <a:chOff x="0" y="0"/>
            <a:chExt cx="3569326" cy="3370026"/>
          </a:xfrm>
          <a:solidFill>
            <a:srgbClr val="93CEDD"/>
          </a:solidFill>
        </p:grpSpPr>
        <p:sp>
          <p:nvSpPr>
            <p:cNvPr id="12" name="Freeform 12"/>
            <p:cNvSpPr/>
            <p:nvPr/>
          </p:nvSpPr>
          <p:spPr>
            <a:xfrm>
              <a:off x="0" y="0"/>
              <a:ext cx="3569462" cy="3370072"/>
            </a:xfrm>
            <a:custGeom>
              <a:avLst/>
              <a:gdLst/>
              <a:ahLst/>
              <a:cxnLst/>
              <a:rect l="l" t="t" r="r" b="b"/>
              <a:pathLst>
                <a:path w="3569462" h="3370072">
                  <a:moveTo>
                    <a:pt x="0" y="561721"/>
                  </a:moveTo>
                  <a:cubicBezTo>
                    <a:pt x="0" y="251460"/>
                    <a:pt x="251460" y="0"/>
                    <a:pt x="561721" y="0"/>
                  </a:cubicBezTo>
                  <a:lnTo>
                    <a:pt x="3007741" y="0"/>
                  </a:lnTo>
                  <a:cubicBezTo>
                    <a:pt x="3318002" y="0"/>
                    <a:pt x="3569462" y="251460"/>
                    <a:pt x="3569462" y="561721"/>
                  </a:cubicBezTo>
                  <a:lnTo>
                    <a:pt x="3569462" y="2808351"/>
                  </a:lnTo>
                  <a:cubicBezTo>
                    <a:pt x="3569462" y="3118612"/>
                    <a:pt x="3318002" y="3370072"/>
                    <a:pt x="3007741" y="3370072"/>
                  </a:cubicBezTo>
                  <a:lnTo>
                    <a:pt x="561721" y="3370072"/>
                  </a:lnTo>
                  <a:cubicBezTo>
                    <a:pt x="251460" y="3370072"/>
                    <a:pt x="0" y="3118612"/>
                    <a:pt x="0" y="2808351"/>
                  </a:cubicBezTo>
                  <a:close/>
                </a:path>
              </a:pathLst>
            </a:custGeom>
            <a:grpFill/>
          </p:spPr>
        </p:sp>
      </p:grpSp>
      <p:grpSp>
        <p:nvGrpSpPr>
          <p:cNvPr id="13" name="Group 13"/>
          <p:cNvGrpSpPr/>
          <p:nvPr/>
        </p:nvGrpSpPr>
        <p:grpSpPr>
          <a:xfrm>
            <a:off x="6520359" y="3147182"/>
            <a:ext cx="4548012" cy="1733212"/>
            <a:chOff x="0" y="0"/>
            <a:chExt cx="6064016" cy="2310950"/>
          </a:xfrm>
        </p:grpSpPr>
        <p:sp>
          <p:nvSpPr>
            <p:cNvPr id="14" name="Freeform 14"/>
            <p:cNvSpPr/>
            <p:nvPr/>
          </p:nvSpPr>
          <p:spPr>
            <a:xfrm>
              <a:off x="0" y="0"/>
              <a:ext cx="6063996" cy="2311019"/>
            </a:xfrm>
            <a:custGeom>
              <a:avLst/>
              <a:gdLst/>
              <a:ahLst/>
              <a:cxnLst/>
              <a:rect l="l" t="t" r="r" b="b"/>
              <a:pathLst>
                <a:path w="6063996" h="2311019">
                  <a:moveTo>
                    <a:pt x="0" y="385191"/>
                  </a:moveTo>
                  <a:cubicBezTo>
                    <a:pt x="0" y="172466"/>
                    <a:pt x="172466" y="0"/>
                    <a:pt x="385191" y="0"/>
                  </a:cubicBezTo>
                  <a:lnTo>
                    <a:pt x="5678805" y="0"/>
                  </a:lnTo>
                  <a:cubicBezTo>
                    <a:pt x="5891530" y="0"/>
                    <a:pt x="6063996" y="172466"/>
                    <a:pt x="6063996" y="385191"/>
                  </a:cubicBezTo>
                  <a:lnTo>
                    <a:pt x="6063996" y="1925828"/>
                  </a:lnTo>
                  <a:cubicBezTo>
                    <a:pt x="6063996" y="2138553"/>
                    <a:pt x="5891530" y="2311019"/>
                    <a:pt x="5678805" y="2311019"/>
                  </a:cubicBezTo>
                  <a:lnTo>
                    <a:pt x="385191" y="2311019"/>
                  </a:lnTo>
                  <a:cubicBezTo>
                    <a:pt x="172466" y="2310892"/>
                    <a:pt x="0" y="2138553"/>
                    <a:pt x="0" y="1925828"/>
                  </a:cubicBezTo>
                  <a:close/>
                </a:path>
              </a:pathLst>
            </a:custGeom>
            <a:solidFill>
              <a:srgbClr val="F8F8F8"/>
            </a:solidFill>
          </p:spPr>
        </p:sp>
      </p:grpSp>
      <p:grpSp>
        <p:nvGrpSpPr>
          <p:cNvPr id="15" name="Group 15"/>
          <p:cNvGrpSpPr/>
          <p:nvPr/>
        </p:nvGrpSpPr>
        <p:grpSpPr>
          <a:xfrm rot="2627273">
            <a:off x="10593526" y="3538945"/>
            <a:ext cx="949687" cy="949688"/>
            <a:chOff x="0" y="0"/>
            <a:chExt cx="1266250" cy="1266250"/>
          </a:xfrm>
          <a:solidFill>
            <a:srgbClr val="93CEDD"/>
          </a:solidFill>
        </p:grpSpPr>
        <p:sp>
          <p:nvSpPr>
            <p:cNvPr id="16" name="Freeform 16"/>
            <p:cNvSpPr/>
            <p:nvPr/>
          </p:nvSpPr>
          <p:spPr>
            <a:xfrm>
              <a:off x="0" y="0"/>
              <a:ext cx="1266190" cy="1266317"/>
            </a:xfrm>
            <a:custGeom>
              <a:avLst/>
              <a:gdLst/>
              <a:ahLst/>
              <a:cxnLst/>
              <a:rect l="l" t="t" r="r" b="b"/>
              <a:pathLst>
                <a:path w="1266190" h="1266317">
                  <a:moveTo>
                    <a:pt x="0" y="211074"/>
                  </a:moveTo>
                  <a:cubicBezTo>
                    <a:pt x="0" y="94488"/>
                    <a:pt x="94488" y="0"/>
                    <a:pt x="211074" y="0"/>
                  </a:cubicBezTo>
                  <a:lnTo>
                    <a:pt x="1055243" y="0"/>
                  </a:lnTo>
                  <a:cubicBezTo>
                    <a:pt x="1171702" y="0"/>
                    <a:pt x="1266190" y="94488"/>
                    <a:pt x="1266190" y="211074"/>
                  </a:cubicBezTo>
                  <a:lnTo>
                    <a:pt x="1266190" y="1055243"/>
                  </a:lnTo>
                  <a:cubicBezTo>
                    <a:pt x="1266190" y="1171829"/>
                    <a:pt x="1171702" y="1266317"/>
                    <a:pt x="1055116" y="1266317"/>
                  </a:cubicBezTo>
                  <a:lnTo>
                    <a:pt x="211074" y="1266317"/>
                  </a:lnTo>
                  <a:cubicBezTo>
                    <a:pt x="94488" y="1266190"/>
                    <a:pt x="0" y="1171702"/>
                    <a:pt x="0" y="1055243"/>
                  </a:cubicBezTo>
                  <a:close/>
                </a:path>
              </a:pathLst>
            </a:custGeom>
            <a:grpFill/>
          </p:spPr>
        </p:sp>
      </p:grpSp>
      <p:grpSp>
        <p:nvGrpSpPr>
          <p:cNvPr id="17" name="Group 17"/>
          <p:cNvGrpSpPr/>
          <p:nvPr/>
        </p:nvGrpSpPr>
        <p:grpSpPr>
          <a:xfrm>
            <a:off x="12035025" y="2750029"/>
            <a:ext cx="2676995" cy="2527520"/>
            <a:chOff x="0" y="0"/>
            <a:chExt cx="3569326" cy="3370026"/>
          </a:xfrm>
          <a:solidFill>
            <a:srgbClr val="62BBDB"/>
          </a:solidFill>
        </p:grpSpPr>
        <p:sp>
          <p:nvSpPr>
            <p:cNvPr id="18" name="Freeform 18"/>
            <p:cNvSpPr/>
            <p:nvPr/>
          </p:nvSpPr>
          <p:spPr>
            <a:xfrm>
              <a:off x="0" y="0"/>
              <a:ext cx="3569462" cy="3370072"/>
            </a:xfrm>
            <a:custGeom>
              <a:avLst/>
              <a:gdLst/>
              <a:ahLst/>
              <a:cxnLst/>
              <a:rect l="l" t="t" r="r" b="b"/>
              <a:pathLst>
                <a:path w="3569462" h="3370072">
                  <a:moveTo>
                    <a:pt x="0" y="561721"/>
                  </a:moveTo>
                  <a:cubicBezTo>
                    <a:pt x="0" y="251460"/>
                    <a:pt x="251460" y="0"/>
                    <a:pt x="561721" y="0"/>
                  </a:cubicBezTo>
                  <a:lnTo>
                    <a:pt x="3007741" y="0"/>
                  </a:lnTo>
                  <a:cubicBezTo>
                    <a:pt x="3318002" y="0"/>
                    <a:pt x="3569462" y="251460"/>
                    <a:pt x="3569462" y="561721"/>
                  </a:cubicBezTo>
                  <a:lnTo>
                    <a:pt x="3569462" y="2808351"/>
                  </a:lnTo>
                  <a:cubicBezTo>
                    <a:pt x="3569462" y="3118612"/>
                    <a:pt x="3318002" y="3370072"/>
                    <a:pt x="3007741" y="3370072"/>
                  </a:cubicBezTo>
                  <a:lnTo>
                    <a:pt x="561721" y="3370072"/>
                  </a:lnTo>
                  <a:cubicBezTo>
                    <a:pt x="251460" y="3370072"/>
                    <a:pt x="0" y="3118612"/>
                    <a:pt x="0" y="2808351"/>
                  </a:cubicBezTo>
                  <a:close/>
                </a:path>
              </a:pathLst>
            </a:custGeom>
            <a:grpFill/>
          </p:spPr>
        </p:sp>
      </p:grpSp>
      <p:grpSp>
        <p:nvGrpSpPr>
          <p:cNvPr id="19" name="Group 19"/>
          <p:cNvGrpSpPr/>
          <p:nvPr/>
        </p:nvGrpSpPr>
        <p:grpSpPr>
          <a:xfrm>
            <a:off x="12281754" y="3147182"/>
            <a:ext cx="4548012" cy="1733212"/>
            <a:chOff x="0" y="0"/>
            <a:chExt cx="6064016" cy="2310950"/>
          </a:xfrm>
        </p:grpSpPr>
        <p:sp>
          <p:nvSpPr>
            <p:cNvPr id="20" name="Freeform 20"/>
            <p:cNvSpPr/>
            <p:nvPr/>
          </p:nvSpPr>
          <p:spPr>
            <a:xfrm>
              <a:off x="0" y="0"/>
              <a:ext cx="6063996" cy="2311019"/>
            </a:xfrm>
            <a:custGeom>
              <a:avLst/>
              <a:gdLst/>
              <a:ahLst/>
              <a:cxnLst/>
              <a:rect l="l" t="t" r="r" b="b"/>
              <a:pathLst>
                <a:path w="6063996" h="2311019">
                  <a:moveTo>
                    <a:pt x="0" y="385191"/>
                  </a:moveTo>
                  <a:cubicBezTo>
                    <a:pt x="0" y="172466"/>
                    <a:pt x="172466" y="0"/>
                    <a:pt x="385191" y="0"/>
                  </a:cubicBezTo>
                  <a:lnTo>
                    <a:pt x="5678805" y="0"/>
                  </a:lnTo>
                  <a:cubicBezTo>
                    <a:pt x="5891530" y="0"/>
                    <a:pt x="6063996" y="172466"/>
                    <a:pt x="6063996" y="385191"/>
                  </a:cubicBezTo>
                  <a:lnTo>
                    <a:pt x="6063996" y="1925828"/>
                  </a:lnTo>
                  <a:cubicBezTo>
                    <a:pt x="6063996" y="2138553"/>
                    <a:pt x="5891530" y="2311019"/>
                    <a:pt x="5678805" y="2311019"/>
                  </a:cubicBezTo>
                  <a:lnTo>
                    <a:pt x="385191" y="2311019"/>
                  </a:lnTo>
                  <a:cubicBezTo>
                    <a:pt x="172466" y="2310892"/>
                    <a:pt x="0" y="2138553"/>
                    <a:pt x="0" y="1925828"/>
                  </a:cubicBezTo>
                  <a:close/>
                </a:path>
              </a:pathLst>
            </a:custGeom>
            <a:solidFill>
              <a:srgbClr val="F8F8F8"/>
            </a:solidFill>
          </p:spPr>
        </p:sp>
      </p:grpSp>
      <p:grpSp>
        <p:nvGrpSpPr>
          <p:cNvPr id="21" name="Group 21"/>
          <p:cNvGrpSpPr/>
          <p:nvPr/>
        </p:nvGrpSpPr>
        <p:grpSpPr>
          <a:xfrm rot="2627273">
            <a:off x="16354922" y="3538945"/>
            <a:ext cx="949688" cy="949688"/>
            <a:chOff x="0" y="0"/>
            <a:chExt cx="1266250" cy="1266250"/>
          </a:xfrm>
          <a:solidFill>
            <a:srgbClr val="62BBDB"/>
          </a:solidFill>
        </p:grpSpPr>
        <p:sp>
          <p:nvSpPr>
            <p:cNvPr id="22" name="Freeform 22"/>
            <p:cNvSpPr/>
            <p:nvPr/>
          </p:nvSpPr>
          <p:spPr>
            <a:xfrm>
              <a:off x="0" y="0"/>
              <a:ext cx="1266190" cy="1266317"/>
            </a:xfrm>
            <a:custGeom>
              <a:avLst/>
              <a:gdLst/>
              <a:ahLst/>
              <a:cxnLst/>
              <a:rect l="l" t="t" r="r" b="b"/>
              <a:pathLst>
                <a:path w="1266190" h="1266317">
                  <a:moveTo>
                    <a:pt x="0" y="211074"/>
                  </a:moveTo>
                  <a:cubicBezTo>
                    <a:pt x="0" y="94488"/>
                    <a:pt x="94488" y="0"/>
                    <a:pt x="211074" y="0"/>
                  </a:cubicBezTo>
                  <a:lnTo>
                    <a:pt x="1055243" y="0"/>
                  </a:lnTo>
                  <a:cubicBezTo>
                    <a:pt x="1171702" y="0"/>
                    <a:pt x="1266190" y="94488"/>
                    <a:pt x="1266190" y="211074"/>
                  </a:cubicBezTo>
                  <a:lnTo>
                    <a:pt x="1266190" y="1055243"/>
                  </a:lnTo>
                  <a:cubicBezTo>
                    <a:pt x="1266190" y="1171829"/>
                    <a:pt x="1171702" y="1266317"/>
                    <a:pt x="1055116" y="1266317"/>
                  </a:cubicBezTo>
                  <a:lnTo>
                    <a:pt x="211074" y="1266317"/>
                  </a:lnTo>
                  <a:cubicBezTo>
                    <a:pt x="94488" y="1266190"/>
                    <a:pt x="0" y="1171702"/>
                    <a:pt x="0" y="1055243"/>
                  </a:cubicBezTo>
                  <a:close/>
                </a:path>
              </a:pathLst>
            </a:custGeom>
            <a:grpFill/>
          </p:spPr>
        </p:sp>
      </p:grpSp>
      <p:grpSp>
        <p:nvGrpSpPr>
          <p:cNvPr id="23" name="Group 23"/>
          <p:cNvGrpSpPr/>
          <p:nvPr/>
        </p:nvGrpSpPr>
        <p:grpSpPr>
          <a:xfrm>
            <a:off x="6241413" y="5921263"/>
            <a:ext cx="2676995" cy="2527520"/>
            <a:chOff x="0" y="0"/>
            <a:chExt cx="3569326" cy="3370026"/>
          </a:xfrm>
          <a:solidFill>
            <a:srgbClr val="369ACC"/>
          </a:solidFill>
        </p:grpSpPr>
        <p:sp>
          <p:nvSpPr>
            <p:cNvPr id="24" name="Freeform 24"/>
            <p:cNvSpPr/>
            <p:nvPr/>
          </p:nvSpPr>
          <p:spPr>
            <a:xfrm>
              <a:off x="0" y="0"/>
              <a:ext cx="3569462" cy="3370072"/>
            </a:xfrm>
            <a:custGeom>
              <a:avLst/>
              <a:gdLst/>
              <a:ahLst/>
              <a:cxnLst/>
              <a:rect l="l" t="t" r="r" b="b"/>
              <a:pathLst>
                <a:path w="3569462" h="3370072">
                  <a:moveTo>
                    <a:pt x="0" y="561721"/>
                  </a:moveTo>
                  <a:cubicBezTo>
                    <a:pt x="0" y="251460"/>
                    <a:pt x="251460" y="0"/>
                    <a:pt x="561721" y="0"/>
                  </a:cubicBezTo>
                  <a:lnTo>
                    <a:pt x="3007741" y="0"/>
                  </a:lnTo>
                  <a:cubicBezTo>
                    <a:pt x="3318002" y="0"/>
                    <a:pt x="3569462" y="251460"/>
                    <a:pt x="3569462" y="561721"/>
                  </a:cubicBezTo>
                  <a:lnTo>
                    <a:pt x="3569462" y="2808351"/>
                  </a:lnTo>
                  <a:cubicBezTo>
                    <a:pt x="3569462" y="3118612"/>
                    <a:pt x="3318002" y="3370072"/>
                    <a:pt x="3007741" y="3370072"/>
                  </a:cubicBezTo>
                  <a:lnTo>
                    <a:pt x="561721" y="3370072"/>
                  </a:lnTo>
                  <a:cubicBezTo>
                    <a:pt x="251460" y="3370072"/>
                    <a:pt x="0" y="3118612"/>
                    <a:pt x="0" y="2808351"/>
                  </a:cubicBezTo>
                  <a:close/>
                </a:path>
              </a:pathLst>
            </a:custGeom>
            <a:grpFill/>
          </p:spPr>
        </p:sp>
      </p:grpSp>
      <p:grpSp>
        <p:nvGrpSpPr>
          <p:cNvPr id="25" name="Group 25"/>
          <p:cNvGrpSpPr/>
          <p:nvPr/>
        </p:nvGrpSpPr>
        <p:grpSpPr>
          <a:xfrm>
            <a:off x="6488142" y="6318416"/>
            <a:ext cx="4548012" cy="1733212"/>
            <a:chOff x="0" y="0"/>
            <a:chExt cx="6064016" cy="2310950"/>
          </a:xfrm>
        </p:grpSpPr>
        <p:sp>
          <p:nvSpPr>
            <p:cNvPr id="26" name="Freeform 26"/>
            <p:cNvSpPr/>
            <p:nvPr/>
          </p:nvSpPr>
          <p:spPr>
            <a:xfrm>
              <a:off x="0" y="0"/>
              <a:ext cx="6063996" cy="2311019"/>
            </a:xfrm>
            <a:custGeom>
              <a:avLst/>
              <a:gdLst/>
              <a:ahLst/>
              <a:cxnLst/>
              <a:rect l="l" t="t" r="r" b="b"/>
              <a:pathLst>
                <a:path w="6063996" h="2311019">
                  <a:moveTo>
                    <a:pt x="0" y="385191"/>
                  </a:moveTo>
                  <a:cubicBezTo>
                    <a:pt x="0" y="172466"/>
                    <a:pt x="172466" y="0"/>
                    <a:pt x="385191" y="0"/>
                  </a:cubicBezTo>
                  <a:lnTo>
                    <a:pt x="5678805" y="0"/>
                  </a:lnTo>
                  <a:cubicBezTo>
                    <a:pt x="5891530" y="0"/>
                    <a:pt x="6063996" y="172466"/>
                    <a:pt x="6063996" y="385191"/>
                  </a:cubicBezTo>
                  <a:lnTo>
                    <a:pt x="6063996" y="1925828"/>
                  </a:lnTo>
                  <a:cubicBezTo>
                    <a:pt x="6063996" y="2138553"/>
                    <a:pt x="5891530" y="2311019"/>
                    <a:pt x="5678805" y="2311019"/>
                  </a:cubicBezTo>
                  <a:lnTo>
                    <a:pt x="385191" y="2311019"/>
                  </a:lnTo>
                  <a:cubicBezTo>
                    <a:pt x="172466" y="2310892"/>
                    <a:pt x="0" y="2138553"/>
                    <a:pt x="0" y="1925828"/>
                  </a:cubicBezTo>
                  <a:close/>
                </a:path>
              </a:pathLst>
            </a:custGeom>
            <a:solidFill>
              <a:srgbClr val="F8F8F8"/>
            </a:solidFill>
          </p:spPr>
        </p:sp>
      </p:grpSp>
      <p:grpSp>
        <p:nvGrpSpPr>
          <p:cNvPr id="27" name="Group 27"/>
          <p:cNvGrpSpPr/>
          <p:nvPr/>
        </p:nvGrpSpPr>
        <p:grpSpPr>
          <a:xfrm rot="2627273">
            <a:off x="10561310" y="6710179"/>
            <a:ext cx="949688" cy="949688"/>
            <a:chOff x="0" y="0"/>
            <a:chExt cx="1266250" cy="1266250"/>
          </a:xfrm>
          <a:solidFill>
            <a:srgbClr val="369ACC"/>
          </a:solidFill>
        </p:grpSpPr>
        <p:sp>
          <p:nvSpPr>
            <p:cNvPr id="28" name="Freeform 28"/>
            <p:cNvSpPr/>
            <p:nvPr/>
          </p:nvSpPr>
          <p:spPr>
            <a:xfrm>
              <a:off x="0" y="0"/>
              <a:ext cx="1266190" cy="1266317"/>
            </a:xfrm>
            <a:custGeom>
              <a:avLst/>
              <a:gdLst/>
              <a:ahLst/>
              <a:cxnLst/>
              <a:rect l="l" t="t" r="r" b="b"/>
              <a:pathLst>
                <a:path w="1266190" h="1266317">
                  <a:moveTo>
                    <a:pt x="0" y="211074"/>
                  </a:moveTo>
                  <a:cubicBezTo>
                    <a:pt x="0" y="94488"/>
                    <a:pt x="94488" y="0"/>
                    <a:pt x="211074" y="0"/>
                  </a:cubicBezTo>
                  <a:lnTo>
                    <a:pt x="1055243" y="0"/>
                  </a:lnTo>
                  <a:cubicBezTo>
                    <a:pt x="1171702" y="0"/>
                    <a:pt x="1266190" y="94488"/>
                    <a:pt x="1266190" y="211074"/>
                  </a:cubicBezTo>
                  <a:lnTo>
                    <a:pt x="1266190" y="1055243"/>
                  </a:lnTo>
                  <a:cubicBezTo>
                    <a:pt x="1266190" y="1171829"/>
                    <a:pt x="1171702" y="1266317"/>
                    <a:pt x="1055116" y="1266317"/>
                  </a:cubicBezTo>
                  <a:lnTo>
                    <a:pt x="211074" y="1266317"/>
                  </a:lnTo>
                  <a:cubicBezTo>
                    <a:pt x="94488" y="1266190"/>
                    <a:pt x="0" y="1171702"/>
                    <a:pt x="0" y="1055243"/>
                  </a:cubicBezTo>
                  <a:close/>
                </a:path>
              </a:pathLst>
            </a:custGeom>
            <a:grpFill/>
          </p:spPr>
        </p:sp>
      </p:grpSp>
      <p:grpSp>
        <p:nvGrpSpPr>
          <p:cNvPr id="29" name="Group 29"/>
          <p:cNvGrpSpPr/>
          <p:nvPr/>
        </p:nvGrpSpPr>
        <p:grpSpPr>
          <a:xfrm>
            <a:off x="12035025" y="5921263"/>
            <a:ext cx="2676995" cy="2527520"/>
            <a:chOff x="0" y="0"/>
            <a:chExt cx="3569326" cy="3370026"/>
          </a:xfrm>
          <a:solidFill>
            <a:srgbClr val="0070C0"/>
          </a:solidFill>
        </p:grpSpPr>
        <p:sp>
          <p:nvSpPr>
            <p:cNvPr id="30" name="Freeform 30"/>
            <p:cNvSpPr/>
            <p:nvPr/>
          </p:nvSpPr>
          <p:spPr>
            <a:xfrm>
              <a:off x="0" y="0"/>
              <a:ext cx="3569462" cy="3370072"/>
            </a:xfrm>
            <a:custGeom>
              <a:avLst/>
              <a:gdLst/>
              <a:ahLst/>
              <a:cxnLst/>
              <a:rect l="l" t="t" r="r" b="b"/>
              <a:pathLst>
                <a:path w="3569462" h="3370072">
                  <a:moveTo>
                    <a:pt x="0" y="561721"/>
                  </a:moveTo>
                  <a:cubicBezTo>
                    <a:pt x="0" y="251460"/>
                    <a:pt x="251460" y="0"/>
                    <a:pt x="561721" y="0"/>
                  </a:cubicBezTo>
                  <a:lnTo>
                    <a:pt x="3007741" y="0"/>
                  </a:lnTo>
                  <a:cubicBezTo>
                    <a:pt x="3318002" y="0"/>
                    <a:pt x="3569462" y="251460"/>
                    <a:pt x="3569462" y="561721"/>
                  </a:cubicBezTo>
                  <a:lnTo>
                    <a:pt x="3569462" y="2808351"/>
                  </a:lnTo>
                  <a:cubicBezTo>
                    <a:pt x="3569462" y="3118612"/>
                    <a:pt x="3318002" y="3370072"/>
                    <a:pt x="3007741" y="3370072"/>
                  </a:cubicBezTo>
                  <a:lnTo>
                    <a:pt x="561721" y="3370072"/>
                  </a:lnTo>
                  <a:cubicBezTo>
                    <a:pt x="251460" y="3370072"/>
                    <a:pt x="0" y="3118612"/>
                    <a:pt x="0" y="2808351"/>
                  </a:cubicBezTo>
                  <a:close/>
                </a:path>
              </a:pathLst>
            </a:custGeom>
            <a:grpFill/>
          </p:spPr>
        </p:sp>
      </p:grpSp>
      <p:grpSp>
        <p:nvGrpSpPr>
          <p:cNvPr id="31" name="Group 31"/>
          <p:cNvGrpSpPr/>
          <p:nvPr/>
        </p:nvGrpSpPr>
        <p:grpSpPr>
          <a:xfrm>
            <a:off x="12281754" y="6318416"/>
            <a:ext cx="4548012" cy="1733212"/>
            <a:chOff x="0" y="0"/>
            <a:chExt cx="6064016" cy="2310950"/>
          </a:xfrm>
        </p:grpSpPr>
        <p:sp>
          <p:nvSpPr>
            <p:cNvPr id="32" name="Freeform 32"/>
            <p:cNvSpPr/>
            <p:nvPr/>
          </p:nvSpPr>
          <p:spPr>
            <a:xfrm>
              <a:off x="0" y="0"/>
              <a:ext cx="6063996" cy="2311019"/>
            </a:xfrm>
            <a:custGeom>
              <a:avLst/>
              <a:gdLst/>
              <a:ahLst/>
              <a:cxnLst/>
              <a:rect l="l" t="t" r="r" b="b"/>
              <a:pathLst>
                <a:path w="6063996" h="2311019">
                  <a:moveTo>
                    <a:pt x="0" y="385191"/>
                  </a:moveTo>
                  <a:cubicBezTo>
                    <a:pt x="0" y="172466"/>
                    <a:pt x="172466" y="0"/>
                    <a:pt x="385191" y="0"/>
                  </a:cubicBezTo>
                  <a:lnTo>
                    <a:pt x="5678805" y="0"/>
                  </a:lnTo>
                  <a:cubicBezTo>
                    <a:pt x="5891530" y="0"/>
                    <a:pt x="6063996" y="172466"/>
                    <a:pt x="6063996" y="385191"/>
                  </a:cubicBezTo>
                  <a:lnTo>
                    <a:pt x="6063996" y="1925828"/>
                  </a:lnTo>
                  <a:cubicBezTo>
                    <a:pt x="6063996" y="2138553"/>
                    <a:pt x="5891530" y="2311019"/>
                    <a:pt x="5678805" y="2311019"/>
                  </a:cubicBezTo>
                  <a:lnTo>
                    <a:pt x="385191" y="2311019"/>
                  </a:lnTo>
                  <a:cubicBezTo>
                    <a:pt x="172466" y="2310892"/>
                    <a:pt x="0" y="2138553"/>
                    <a:pt x="0" y="1925828"/>
                  </a:cubicBezTo>
                  <a:close/>
                </a:path>
              </a:pathLst>
            </a:custGeom>
            <a:solidFill>
              <a:srgbClr val="F8F8F8"/>
            </a:solidFill>
          </p:spPr>
        </p:sp>
      </p:grpSp>
      <p:grpSp>
        <p:nvGrpSpPr>
          <p:cNvPr id="33" name="Group 33"/>
          <p:cNvGrpSpPr/>
          <p:nvPr/>
        </p:nvGrpSpPr>
        <p:grpSpPr>
          <a:xfrm rot="2627273">
            <a:off x="16354922" y="6710179"/>
            <a:ext cx="949687" cy="949688"/>
            <a:chOff x="0" y="0"/>
            <a:chExt cx="1266250" cy="1266250"/>
          </a:xfrm>
          <a:solidFill>
            <a:srgbClr val="0070C0"/>
          </a:solidFill>
        </p:grpSpPr>
        <p:sp>
          <p:nvSpPr>
            <p:cNvPr id="34" name="Freeform 34"/>
            <p:cNvSpPr/>
            <p:nvPr/>
          </p:nvSpPr>
          <p:spPr>
            <a:xfrm>
              <a:off x="0" y="0"/>
              <a:ext cx="1266190" cy="1266317"/>
            </a:xfrm>
            <a:custGeom>
              <a:avLst/>
              <a:gdLst/>
              <a:ahLst/>
              <a:cxnLst/>
              <a:rect l="l" t="t" r="r" b="b"/>
              <a:pathLst>
                <a:path w="1266190" h="1266317">
                  <a:moveTo>
                    <a:pt x="0" y="211074"/>
                  </a:moveTo>
                  <a:cubicBezTo>
                    <a:pt x="0" y="94488"/>
                    <a:pt x="94488" y="0"/>
                    <a:pt x="211074" y="0"/>
                  </a:cubicBezTo>
                  <a:lnTo>
                    <a:pt x="1055243" y="0"/>
                  </a:lnTo>
                  <a:cubicBezTo>
                    <a:pt x="1171702" y="0"/>
                    <a:pt x="1266190" y="94488"/>
                    <a:pt x="1266190" y="211074"/>
                  </a:cubicBezTo>
                  <a:lnTo>
                    <a:pt x="1266190" y="1055243"/>
                  </a:lnTo>
                  <a:cubicBezTo>
                    <a:pt x="1266190" y="1171829"/>
                    <a:pt x="1171702" y="1266317"/>
                    <a:pt x="1055116" y="1266317"/>
                  </a:cubicBezTo>
                  <a:lnTo>
                    <a:pt x="211074" y="1266317"/>
                  </a:lnTo>
                  <a:cubicBezTo>
                    <a:pt x="94488" y="1266190"/>
                    <a:pt x="0" y="1171702"/>
                    <a:pt x="0" y="1055243"/>
                  </a:cubicBezTo>
                  <a:close/>
                </a:path>
              </a:pathLst>
            </a:custGeom>
            <a:grpFill/>
          </p:spPr>
        </p:sp>
      </p:grpSp>
      <p:grpSp>
        <p:nvGrpSpPr>
          <p:cNvPr id="35" name="Group 35"/>
          <p:cNvGrpSpPr/>
          <p:nvPr/>
        </p:nvGrpSpPr>
        <p:grpSpPr>
          <a:xfrm>
            <a:off x="841729" y="9178172"/>
            <a:ext cx="1094085" cy="392583"/>
            <a:chOff x="0" y="0"/>
            <a:chExt cx="1458780" cy="523444"/>
          </a:xfrm>
          <a:solidFill>
            <a:srgbClr val="369ACC"/>
          </a:solidFill>
        </p:grpSpPr>
        <p:grpSp>
          <p:nvGrpSpPr>
            <p:cNvPr id="36" name="Group 36"/>
            <p:cNvGrpSpPr/>
            <p:nvPr/>
          </p:nvGrpSpPr>
          <p:grpSpPr>
            <a:xfrm>
              <a:off x="1347250" y="0"/>
              <a:ext cx="111529" cy="111529"/>
              <a:chOff x="0" y="0"/>
              <a:chExt cx="76264" cy="76264"/>
            </a:xfrm>
            <a:grpFill/>
          </p:grpSpPr>
          <p:sp>
            <p:nvSpPr>
              <p:cNvPr id="37" name="Freeform 37"/>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38" name="Group 38"/>
            <p:cNvGrpSpPr/>
            <p:nvPr/>
          </p:nvGrpSpPr>
          <p:grpSpPr>
            <a:xfrm>
              <a:off x="1077801" y="0"/>
              <a:ext cx="111529" cy="111529"/>
              <a:chOff x="0" y="0"/>
              <a:chExt cx="76264" cy="76264"/>
            </a:xfrm>
            <a:grpFill/>
          </p:grpSpPr>
          <p:sp>
            <p:nvSpPr>
              <p:cNvPr id="39" name="Freeform 39"/>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40" name="Group 40"/>
            <p:cNvGrpSpPr/>
            <p:nvPr/>
          </p:nvGrpSpPr>
          <p:grpSpPr>
            <a:xfrm>
              <a:off x="808353" y="0"/>
              <a:ext cx="111529" cy="111529"/>
              <a:chOff x="0" y="0"/>
              <a:chExt cx="76264" cy="76264"/>
            </a:xfrm>
            <a:grpFill/>
          </p:grpSpPr>
          <p:sp>
            <p:nvSpPr>
              <p:cNvPr id="41" name="Freeform 41"/>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42" name="Group 42"/>
            <p:cNvGrpSpPr/>
            <p:nvPr/>
          </p:nvGrpSpPr>
          <p:grpSpPr>
            <a:xfrm>
              <a:off x="269455" y="0"/>
              <a:ext cx="111529" cy="111529"/>
              <a:chOff x="0" y="0"/>
              <a:chExt cx="76264" cy="76264"/>
            </a:xfrm>
            <a:grpFill/>
          </p:grpSpPr>
          <p:sp>
            <p:nvSpPr>
              <p:cNvPr id="43" name="Freeform 43"/>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44" name="Group 44"/>
            <p:cNvGrpSpPr/>
            <p:nvPr/>
          </p:nvGrpSpPr>
          <p:grpSpPr>
            <a:xfrm>
              <a:off x="0" y="0"/>
              <a:ext cx="111529" cy="111529"/>
              <a:chOff x="0" y="0"/>
              <a:chExt cx="76264" cy="76264"/>
            </a:xfrm>
            <a:grpFill/>
          </p:grpSpPr>
          <p:sp>
            <p:nvSpPr>
              <p:cNvPr id="45" name="Freeform 45"/>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46" name="Group 46"/>
            <p:cNvGrpSpPr/>
            <p:nvPr/>
          </p:nvGrpSpPr>
          <p:grpSpPr>
            <a:xfrm>
              <a:off x="538904" y="0"/>
              <a:ext cx="111529" cy="111529"/>
              <a:chOff x="0" y="0"/>
              <a:chExt cx="76264" cy="76264"/>
            </a:xfrm>
            <a:grpFill/>
          </p:grpSpPr>
          <p:sp>
            <p:nvSpPr>
              <p:cNvPr id="47" name="Freeform 47"/>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48" name="Group 48"/>
            <p:cNvGrpSpPr/>
            <p:nvPr/>
          </p:nvGrpSpPr>
          <p:grpSpPr>
            <a:xfrm>
              <a:off x="1347250" y="205957"/>
              <a:ext cx="111529" cy="111529"/>
              <a:chOff x="0" y="0"/>
              <a:chExt cx="76264" cy="76264"/>
            </a:xfrm>
            <a:grpFill/>
          </p:grpSpPr>
          <p:sp>
            <p:nvSpPr>
              <p:cNvPr id="49" name="Freeform 49"/>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50" name="Group 50"/>
            <p:cNvGrpSpPr/>
            <p:nvPr/>
          </p:nvGrpSpPr>
          <p:grpSpPr>
            <a:xfrm>
              <a:off x="1077801" y="205957"/>
              <a:ext cx="111529" cy="111529"/>
              <a:chOff x="0" y="0"/>
              <a:chExt cx="76264" cy="76264"/>
            </a:xfrm>
            <a:grpFill/>
          </p:grpSpPr>
          <p:sp>
            <p:nvSpPr>
              <p:cNvPr id="51" name="Freeform 51"/>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52" name="Group 52"/>
            <p:cNvGrpSpPr/>
            <p:nvPr/>
          </p:nvGrpSpPr>
          <p:grpSpPr>
            <a:xfrm>
              <a:off x="808353" y="205957"/>
              <a:ext cx="111529" cy="111529"/>
              <a:chOff x="0" y="0"/>
              <a:chExt cx="76264" cy="76264"/>
            </a:xfrm>
            <a:grpFill/>
          </p:grpSpPr>
          <p:sp>
            <p:nvSpPr>
              <p:cNvPr id="53" name="Freeform 53"/>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54" name="Group 54"/>
            <p:cNvGrpSpPr/>
            <p:nvPr/>
          </p:nvGrpSpPr>
          <p:grpSpPr>
            <a:xfrm>
              <a:off x="269455" y="205957"/>
              <a:ext cx="111529" cy="111529"/>
              <a:chOff x="0" y="0"/>
              <a:chExt cx="76264" cy="76264"/>
            </a:xfrm>
            <a:grpFill/>
          </p:grpSpPr>
          <p:sp>
            <p:nvSpPr>
              <p:cNvPr id="55" name="Freeform 55"/>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56" name="Group 56"/>
            <p:cNvGrpSpPr/>
            <p:nvPr/>
          </p:nvGrpSpPr>
          <p:grpSpPr>
            <a:xfrm>
              <a:off x="0" y="205957"/>
              <a:ext cx="111529" cy="111529"/>
              <a:chOff x="0" y="0"/>
              <a:chExt cx="76264" cy="76264"/>
            </a:xfrm>
            <a:grpFill/>
          </p:grpSpPr>
          <p:sp>
            <p:nvSpPr>
              <p:cNvPr id="57" name="Freeform 57"/>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58" name="Group 58"/>
            <p:cNvGrpSpPr/>
            <p:nvPr/>
          </p:nvGrpSpPr>
          <p:grpSpPr>
            <a:xfrm>
              <a:off x="538904" y="205957"/>
              <a:ext cx="111529" cy="111529"/>
              <a:chOff x="0" y="0"/>
              <a:chExt cx="76264" cy="76264"/>
            </a:xfrm>
            <a:grpFill/>
          </p:grpSpPr>
          <p:sp>
            <p:nvSpPr>
              <p:cNvPr id="59" name="Freeform 59"/>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60" name="Group 60"/>
            <p:cNvGrpSpPr/>
            <p:nvPr/>
          </p:nvGrpSpPr>
          <p:grpSpPr>
            <a:xfrm>
              <a:off x="1347250" y="411915"/>
              <a:ext cx="111529" cy="111529"/>
              <a:chOff x="0" y="0"/>
              <a:chExt cx="76264" cy="76264"/>
            </a:xfrm>
            <a:grpFill/>
          </p:grpSpPr>
          <p:sp>
            <p:nvSpPr>
              <p:cNvPr id="61" name="Freeform 61"/>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62" name="Group 62"/>
            <p:cNvGrpSpPr/>
            <p:nvPr/>
          </p:nvGrpSpPr>
          <p:grpSpPr>
            <a:xfrm>
              <a:off x="1077801" y="411915"/>
              <a:ext cx="111529" cy="111529"/>
              <a:chOff x="0" y="0"/>
              <a:chExt cx="76264" cy="76264"/>
            </a:xfrm>
            <a:grpFill/>
          </p:grpSpPr>
          <p:sp>
            <p:nvSpPr>
              <p:cNvPr id="63" name="Freeform 63"/>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64" name="Group 64"/>
            <p:cNvGrpSpPr/>
            <p:nvPr/>
          </p:nvGrpSpPr>
          <p:grpSpPr>
            <a:xfrm>
              <a:off x="808353" y="411915"/>
              <a:ext cx="111529" cy="111529"/>
              <a:chOff x="0" y="0"/>
              <a:chExt cx="76264" cy="76264"/>
            </a:xfrm>
            <a:grpFill/>
          </p:grpSpPr>
          <p:sp>
            <p:nvSpPr>
              <p:cNvPr id="65" name="Freeform 65"/>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66" name="Group 66"/>
            <p:cNvGrpSpPr/>
            <p:nvPr/>
          </p:nvGrpSpPr>
          <p:grpSpPr>
            <a:xfrm>
              <a:off x="269455" y="411915"/>
              <a:ext cx="111529" cy="111529"/>
              <a:chOff x="0" y="0"/>
              <a:chExt cx="76264" cy="76264"/>
            </a:xfrm>
            <a:grpFill/>
          </p:grpSpPr>
          <p:sp>
            <p:nvSpPr>
              <p:cNvPr id="67" name="Freeform 67"/>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68" name="Group 68"/>
            <p:cNvGrpSpPr/>
            <p:nvPr/>
          </p:nvGrpSpPr>
          <p:grpSpPr>
            <a:xfrm>
              <a:off x="0" y="411915"/>
              <a:ext cx="111529" cy="111529"/>
              <a:chOff x="0" y="0"/>
              <a:chExt cx="76264" cy="76264"/>
            </a:xfrm>
            <a:grpFill/>
          </p:grpSpPr>
          <p:sp>
            <p:nvSpPr>
              <p:cNvPr id="69" name="Freeform 69"/>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nvGrpSpPr>
            <p:cNvPr id="70" name="Group 70"/>
            <p:cNvGrpSpPr/>
            <p:nvPr/>
          </p:nvGrpSpPr>
          <p:grpSpPr>
            <a:xfrm>
              <a:off x="538904" y="411915"/>
              <a:ext cx="111529" cy="111529"/>
              <a:chOff x="0" y="0"/>
              <a:chExt cx="76264" cy="76264"/>
            </a:xfrm>
            <a:grpFill/>
          </p:grpSpPr>
          <p:sp>
            <p:nvSpPr>
              <p:cNvPr id="71" name="Freeform 71"/>
              <p:cNvSpPr/>
              <p:nvPr/>
            </p:nvSpPr>
            <p:spPr>
              <a:xfrm>
                <a:off x="0" y="0"/>
                <a:ext cx="76327" cy="76200"/>
              </a:xfrm>
              <a:custGeom>
                <a:avLst/>
                <a:gdLst/>
                <a:ahLst/>
                <a:cxnLst/>
                <a:rect l="l" t="t" r="r" b="b"/>
                <a:pathLst>
                  <a:path w="76327" h="76200">
                    <a:moveTo>
                      <a:pt x="76327" y="38100"/>
                    </a:moveTo>
                    <a:cubicBezTo>
                      <a:pt x="76327" y="17018"/>
                      <a:pt x="59309" y="0"/>
                      <a:pt x="38227" y="0"/>
                    </a:cubicBezTo>
                    <a:cubicBezTo>
                      <a:pt x="17145" y="0"/>
                      <a:pt x="0" y="17018"/>
                      <a:pt x="0" y="38100"/>
                    </a:cubicBezTo>
                    <a:cubicBezTo>
                      <a:pt x="0" y="59182"/>
                      <a:pt x="17018" y="76200"/>
                      <a:pt x="38100" y="76200"/>
                    </a:cubicBezTo>
                    <a:cubicBezTo>
                      <a:pt x="59182" y="76200"/>
                      <a:pt x="76200" y="59182"/>
                      <a:pt x="76200" y="38100"/>
                    </a:cubicBezTo>
                    <a:close/>
                  </a:path>
                </a:pathLst>
              </a:custGeom>
              <a:grpFill/>
              <a:ln>
                <a:solidFill>
                  <a:srgbClr val="369ACC"/>
                </a:solidFill>
              </a:ln>
            </p:spPr>
          </p:sp>
        </p:grpSp>
      </p:grpSp>
      <p:sp>
        <p:nvSpPr>
          <p:cNvPr id="72" name="TextBox 72"/>
          <p:cNvSpPr txBox="1"/>
          <p:nvPr/>
        </p:nvSpPr>
        <p:spPr>
          <a:xfrm>
            <a:off x="1392369" y="4521538"/>
            <a:ext cx="3742681" cy="1384935"/>
          </a:xfrm>
          <a:prstGeom prst="rect">
            <a:avLst/>
          </a:prstGeom>
        </p:spPr>
        <p:txBody>
          <a:bodyPr lIns="0" tIns="0" rIns="0" bIns="0" rtlCol="0" anchor="t">
            <a:spAutoFit/>
          </a:bodyPr>
          <a:lstStyle/>
          <a:p>
            <a:pPr algn="ctr">
              <a:lnSpc>
                <a:spcPts val="10800"/>
              </a:lnSpc>
            </a:pPr>
            <a:r>
              <a:rPr lang="en-US" sz="9600">
                <a:solidFill>
                  <a:srgbClr val="369ACC"/>
                </a:solidFill>
                <a:latin typeface="微软雅黑" panose="020B0503020204020204" charset="-122"/>
                <a:ea typeface="微软雅黑" panose="020B0503020204020204" charset="-122"/>
              </a:rPr>
              <a:t>目录</a:t>
            </a:r>
          </a:p>
        </p:txBody>
      </p:sp>
      <p:sp>
        <p:nvSpPr>
          <p:cNvPr id="73" name="TextBox 73"/>
          <p:cNvSpPr txBox="1"/>
          <p:nvPr/>
        </p:nvSpPr>
        <p:spPr>
          <a:xfrm>
            <a:off x="1393990" y="5897008"/>
            <a:ext cx="3741060" cy="738505"/>
          </a:xfrm>
          <a:prstGeom prst="rect">
            <a:avLst/>
          </a:prstGeom>
        </p:spPr>
        <p:txBody>
          <a:bodyPr lIns="0" tIns="0" rIns="0" bIns="0" rtlCol="0" anchor="t">
            <a:spAutoFit/>
          </a:bodyPr>
          <a:lstStyle/>
          <a:p>
            <a:pPr algn="ctr">
              <a:lnSpc>
                <a:spcPts val="5760"/>
              </a:lnSpc>
            </a:pPr>
            <a:r>
              <a:rPr lang="en-US" sz="4800" b="1">
                <a:solidFill>
                  <a:srgbClr val="000000"/>
                </a:solidFill>
                <a:latin typeface="微软雅黑" panose="020B0503020204020204" charset="-122"/>
                <a:ea typeface="微软雅黑" panose="020B0503020204020204" charset="-122"/>
              </a:rPr>
              <a:t>CONTENT</a:t>
            </a:r>
          </a:p>
        </p:txBody>
      </p:sp>
      <p:sp>
        <p:nvSpPr>
          <p:cNvPr id="74" name="TextBox 74"/>
          <p:cNvSpPr txBox="1"/>
          <p:nvPr/>
        </p:nvSpPr>
        <p:spPr>
          <a:xfrm>
            <a:off x="10542010" y="3694701"/>
            <a:ext cx="1052719" cy="638175"/>
          </a:xfrm>
          <a:prstGeom prst="rect">
            <a:avLst/>
          </a:prstGeom>
        </p:spPr>
        <p:txBody>
          <a:bodyPr lIns="0" tIns="0" rIns="0" bIns="0" rtlCol="0" anchor="t">
            <a:spAutoFit/>
          </a:bodyPr>
          <a:lstStyle/>
          <a:p>
            <a:pPr algn="ctr">
              <a:lnSpc>
                <a:spcPts val="5040"/>
              </a:lnSpc>
            </a:pPr>
            <a:r>
              <a:rPr lang="en-US" sz="4200">
                <a:solidFill>
                  <a:srgbClr val="FFFFFF"/>
                </a:solidFill>
                <a:latin typeface="微软雅黑" panose="020B0503020204020204" charset="-122"/>
                <a:ea typeface="微软雅黑" panose="020B0503020204020204" charset="-122"/>
              </a:rPr>
              <a:t>01</a:t>
            </a:r>
          </a:p>
        </p:txBody>
      </p:sp>
      <p:sp>
        <p:nvSpPr>
          <p:cNvPr id="75" name="TextBox 75"/>
          <p:cNvSpPr txBox="1"/>
          <p:nvPr/>
        </p:nvSpPr>
        <p:spPr>
          <a:xfrm>
            <a:off x="7011261" y="3576323"/>
            <a:ext cx="3231654" cy="645795"/>
          </a:xfrm>
          <a:prstGeom prst="rect">
            <a:avLst/>
          </a:prstGeom>
        </p:spPr>
        <p:txBody>
          <a:bodyPr lIns="0" tIns="0" rIns="0" bIns="0" rtlCol="0" anchor="t">
            <a:spAutoFit/>
          </a:bodyPr>
          <a:lstStyle/>
          <a:p>
            <a:pPr algn="ctr">
              <a:lnSpc>
                <a:spcPts val="5040"/>
              </a:lnSpc>
            </a:pPr>
            <a:r>
              <a:rPr lang="zh-CN" altLang="en-US" sz="4200" b="1">
                <a:solidFill>
                  <a:srgbClr val="93CEDD"/>
                </a:solidFill>
                <a:latin typeface="微软雅黑" panose="020B0503020204020204" charset="-122"/>
                <a:ea typeface="微软雅黑" panose="020B0503020204020204" charset="-122"/>
              </a:rPr>
              <a:t>单击添加标题</a:t>
            </a:r>
          </a:p>
        </p:txBody>
      </p:sp>
      <p:sp>
        <p:nvSpPr>
          <p:cNvPr id="76" name="TextBox 76"/>
          <p:cNvSpPr txBox="1"/>
          <p:nvPr/>
        </p:nvSpPr>
        <p:spPr>
          <a:xfrm>
            <a:off x="7011259" y="4203604"/>
            <a:ext cx="3231656" cy="200025"/>
          </a:xfrm>
          <a:prstGeom prst="rect">
            <a:avLst/>
          </a:prstGeom>
        </p:spPr>
        <p:txBody>
          <a:bodyPr lIns="0" tIns="0" rIns="0" bIns="0" rtlCol="0" anchor="t">
            <a:spAutoFit/>
          </a:bodyPr>
          <a:lstStyle/>
          <a:p>
            <a:pPr>
              <a:lnSpc>
                <a:spcPts val="1560"/>
              </a:lnSpc>
            </a:pPr>
            <a:r>
              <a:rPr lang="zh-CN" altLang="en-US" sz="1300">
                <a:solidFill>
                  <a:srgbClr val="3B424B"/>
                </a:solidFill>
                <a:latin typeface="微软雅黑" panose="020B0503020204020204" charset="-122"/>
                <a:ea typeface="微软雅黑" panose="020B0503020204020204" charset="-122"/>
              </a:rPr>
              <a:t>单击添加内容</a:t>
            </a:r>
          </a:p>
        </p:txBody>
      </p:sp>
      <p:sp>
        <p:nvSpPr>
          <p:cNvPr id="77" name="TextBox 77"/>
          <p:cNvSpPr txBox="1"/>
          <p:nvPr/>
        </p:nvSpPr>
        <p:spPr>
          <a:xfrm>
            <a:off x="16303406" y="3694701"/>
            <a:ext cx="1052720" cy="638175"/>
          </a:xfrm>
          <a:prstGeom prst="rect">
            <a:avLst/>
          </a:prstGeom>
        </p:spPr>
        <p:txBody>
          <a:bodyPr lIns="0" tIns="0" rIns="0" bIns="0" rtlCol="0" anchor="t">
            <a:spAutoFit/>
          </a:bodyPr>
          <a:lstStyle/>
          <a:p>
            <a:pPr algn="ctr">
              <a:lnSpc>
                <a:spcPts val="5040"/>
              </a:lnSpc>
            </a:pPr>
            <a:r>
              <a:rPr lang="en-US" sz="4200">
                <a:solidFill>
                  <a:srgbClr val="FFFFFF"/>
                </a:solidFill>
                <a:latin typeface="微软雅黑" panose="020B0503020204020204" charset="-122"/>
                <a:ea typeface="微软雅黑" panose="020B0503020204020204" charset="-122"/>
              </a:rPr>
              <a:t>02</a:t>
            </a:r>
          </a:p>
        </p:txBody>
      </p:sp>
      <p:sp>
        <p:nvSpPr>
          <p:cNvPr id="78" name="TextBox 78"/>
          <p:cNvSpPr txBox="1"/>
          <p:nvPr/>
        </p:nvSpPr>
        <p:spPr>
          <a:xfrm>
            <a:off x="12772656" y="3576323"/>
            <a:ext cx="3231654" cy="645795"/>
          </a:xfrm>
          <a:prstGeom prst="rect">
            <a:avLst/>
          </a:prstGeom>
        </p:spPr>
        <p:txBody>
          <a:bodyPr lIns="0" tIns="0" rIns="0" bIns="0" rtlCol="0" anchor="t">
            <a:spAutoFit/>
          </a:bodyPr>
          <a:lstStyle/>
          <a:p>
            <a:pPr algn="ctr">
              <a:lnSpc>
                <a:spcPts val="5040"/>
              </a:lnSpc>
            </a:pPr>
            <a:r>
              <a:rPr lang="zh-CN" altLang="en-US" sz="4200" b="1">
                <a:solidFill>
                  <a:srgbClr val="62BBDB"/>
                </a:solidFill>
                <a:latin typeface="微软雅黑" panose="020B0503020204020204" charset="-122"/>
                <a:ea typeface="微软雅黑" panose="020B0503020204020204" charset="-122"/>
              </a:rPr>
              <a:t>单击添加标题</a:t>
            </a:r>
          </a:p>
        </p:txBody>
      </p:sp>
      <p:sp>
        <p:nvSpPr>
          <p:cNvPr id="79" name="TextBox 79"/>
          <p:cNvSpPr txBox="1"/>
          <p:nvPr/>
        </p:nvSpPr>
        <p:spPr>
          <a:xfrm>
            <a:off x="12772655" y="4203604"/>
            <a:ext cx="3231655" cy="200025"/>
          </a:xfrm>
          <a:prstGeom prst="rect">
            <a:avLst/>
          </a:prstGeom>
        </p:spPr>
        <p:txBody>
          <a:bodyPr lIns="0" tIns="0" rIns="0" bIns="0" rtlCol="0" anchor="t">
            <a:spAutoFit/>
          </a:bodyPr>
          <a:lstStyle/>
          <a:p>
            <a:pPr>
              <a:lnSpc>
                <a:spcPts val="1560"/>
              </a:lnSpc>
            </a:pPr>
            <a:r>
              <a:rPr lang="zh-CN" altLang="en-US" sz="1300">
                <a:solidFill>
                  <a:srgbClr val="3B424B"/>
                </a:solidFill>
                <a:latin typeface="微软雅黑" panose="020B0503020204020204" charset="-122"/>
                <a:ea typeface="微软雅黑" panose="020B0503020204020204" charset="-122"/>
              </a:rPr>
              <a:t>单击添加内容</a:t>
            </a:r>
          </a:p>
        </p:txBody>
      </p:sp>
      <p:sp>
        <p:nvSpPr>
          <p:cNvPr id="80" name="TextBox 80"/>
          <p:cNvSpPr txBox="1"/>
          <p:nvPr/>
        </p:nvSpPr>
        <p:spPr>
          <a:xfrm>
            <a:off x="10509794" y="6865935"/>
            <a:ext cx="1052719" cy="638175"/>
          </a:xfrm>
          <a:prstGeom prst="rect">
            <a:avLst/>
          </a:prstGeom>
        </p:spPr>
        <p:txBody>
          <a:bodyPr lIns="0" tIns="0" rIns="0" bIns="0" rtlCol="0" anchor="t">
            <a:spAutoFit/>
          </a:bodyPr>
          <a:lstStyle/>
          <a:p>
            <a:pPr algn="ctr">
              <a:lnSpc>
                <a:spcPts val="5040"/>
              </a:lnSpc>
            </a:pPr>
            <a:r>
              <a:rPr lang="en-US" sz="4200">
                <a:solidFill>
                  <a:srgbClr val="FFFFFF"/>
                </a:solidFill>
                <a:latin typeface="微软雅黑" panose="020B0503020204020204" charset="-122"/>
                <a:ea typeface="微软雅黑" panose="020B0503020204020204" charset="-122"/>
              </a:rPr>
              <a:t>03</a:t>
            </a:r>
          </a:p>
        </p:txBody>
      </p:sp>
      <p:sp>
        <p:nvSpPr>
          <p:cNvPr id="81" name="TextBox 81"/>
          <p:cNvSpPr txBox="1"/>
          <p:nvPr/>
        </p:nvSpPr>
        <p:spPr>
          <a:xfrm>
            <a:off x="6979044" y="6747557"/>
            <a:ext cx="3231654" cy="645795"/>
          </a:xfrm>
          <a:prstGeom prst="rect">
            <a:avLst/>
          </a:prstGeom>
        </p:spPr>
        <p:txBody>
          <a:bodyPr lIns="0" tIns="0" rIns="0" bIns="0" rtlCol="0" anchor="t">
            <a:spAutoFit/>
          </a:bodyPr>
          <a:lstStyle/>
          <a:p>
            <a:pPr algn="ctr">
              <a:lnSpc>
                <a:spcPts val="5040"/>
              </a:lnSpc>
            </a:pPr>
            <a:r>
              <a:rPr lang="zh-CN" altLang="en-US" sz="4200" b="1">
                <a:solidFill>
                  <a:srgbClr val="369ACC"/>
                </a:solidFill>
                <a:latin typeface="微软雅黑" panose="020B0503020204020204" charset="-122"/>
                <a:ea typeface="微软雅黑" panose="020B0503020204020204" charset="-122"/>
              </a:rPr>
              <a:t>单击添加标题</a:t>
            </a:r>
          </a:p>
        </p:txBody>
      </p:sp>
      <p:sp>
        <p:nvSpPr>
          <p:cNvPr id="82" name="TextBox 82"/>
          <p:cNvSpPr txBox="1"/>
          <p:nvPr/>
        </p:nvSpPr>
        <p:spPr>
          <a:xfrm>
            <a:off x="6979043" y="7374838"/>
            <a:ext cx="3231656" cy="200025"/>
          </a:xfrm>
          <a:prstGeom prst="rect">
            <a:avLst/>
          </a:prstGeom>
        </p:spPr>
        <p:txBody>
          <a:bodyPr lIns="0" tIns="0" rIns="0" bIns="0" rtlCol="0" anchor="t">
            <a:spAutoFit/>
          </a:bodyPr>
          <a:lstStyle/>
          <a:p>
            <a:pPr>
              <a:lnSpc>
                <a:spcPts val="1560"/>
              </a:lnSpc>
            </a:pPr>
            <a:r>
              <a:rPr lang="zh-CN" altLang="en-US" sz="1300">
                <a:solidFill>
                  <a:srgbClr val="3B424B"/>
                </a:solidFill>
                <a:latin typeface="微软雅黑" panose="020B0503020204020204" charset="-122"/>
                <a:ea typeface="微软雅黑" panose="020B0503020204020204" charset="-122"/>
              </a:rPr>
              <a:t>单击添加内容</a:t>
            </a:r>
          </a:p>
        </p:txBody>
      </p:sp>
      <p:sp>
        <p:nvSpPr>
          <p:cNvPr id="83" name="TextBox 83"/>
          <p:cNvSpPr txBox="1"/>
          <p:nvPr/>
        </p:nvSpPr>
        <p:spPr>
          <a:xfrm>
            <a:off x="16303406" y="6865935"/>
            <a:ext cx="1052720" cy="638175"/>
          </a:xfrm>
          <a:prstGeom prst="rect">
            <a:avLst/>
          </a:prstGeom>
        </p:spPr>
        <p:txBody>
          <a:bodyPr lIns="0" tIns="0" rIns="0" bIns="0" rtlCol="0" anchor="t">
            <a:spAutoFit/>
          </a:bodyPr>
          <a:lstStyle/>
          <a:p>
            <a:pPr algn="ctr">
              <a:lnSpc>
                <a:spcPts val="5040"/>
              </a:lnSpc>
            </a:pPr>
            <a:r>
              <a:rPr lang="en-US" sz="4200">
                <a:solidFill>
                  <a:srgbClr val="FFFFFF"/>
                </a:solidFill>
                <a:latin typeface="微软雅黑" panose="020B0503020204020204" charset="-122"/>
                <a:ea typeface="微软雅黑" panose="020B0503020204020204" charset="-122"/>
              </a:rPr>
              <a:t>04</a:t>
            </a:r>
          </a:p>
        </p:txBody>
      </p:sp>
      <p:sp>
        <p:nvSpPr>
          <p:cNvPr id="84" name="TextBox 84"/>
          <p:cNvSpPr txBox="1"/>
          <p:nvPr/>
        </p:nvSpPr>
        <p:spPr>
          <a:xfrm>
            <a:off x="12772656" y="6747557"/>
            <a:ext cx="3231654" cy="645795"/>
          </a:xfrm>
          <a:prstGeom prst="rect">
            <a:avLst/>
          </a:prstGeom>
        </p:spPr>
        <p:txBody>
          <a:bodyPr lIns="0" tIns="0" rIns="0" bIns="0" rtlCol="0" anchor="t">
            <a:spAutoFit/>
          </a:bodyPr>
          <a:lstStyle/>
          <a:p>
            <a:pPr algn="ctr">
              <a:lnSpc>
                <a:spcPts val="5040"/>
              </a:lnSpc>
            </a:pPr>
            <a:r>
              <a:rPr lang="zh-CN" altLang="en-US" sz="4200" b="1">
                <a:solidFill>
                  <a:srgbClr val="0070C0"/>
                </a:solidFill>
                <a:latin typeface="微软雅黑" panose="020B0503020204020204" charset="-122"/>
                <a:ea typeface="微软雅黑" panose="020B0503020204020204" charset="-122"/>
              </a:rPr>
              <a:t>单击添加标题</a:t>
            </a:r>
          </a:p>
        </p:txBody>
      </p:sp>
      <p:sp>
        <p:nvSpPr>
          <p:cNvPr id="85" name="TextBox 85"/>
          <p:cNvSpPr txBox="1"/>
          <p:nvPr/>
        </p:nvSpPr>
        <p:spPr>
          <a:xfrm>
            <a:off x="12772655" y="7374838"/>
            <a:ext cx="3231655" cy="200025"/>
          </a:xfrm>
          <a:prstGeom prst="rect">
            <a:avLst/>
          </a:prstGeom>
        </p:spPr>
        <p:txBody>
          <a:bodyPr lIns="0" tIns="0" rIns="0" bIns="0" rtlCol="0" anchor="t">
            <a:spAutoFit/>
          </a:bodyPr>
          <a:lstStyle/>
          <a:p>
            <a:pPr>
              <a:lnSpc>
                <a:spcPts val="1560"/>
              </a:lnSpc>
            </a:pPr>
            <a:r>
              <a:rPr lang="zh-CN" altLang="en-US" sz="1300">
                <a:solidFill>
                  <a:srgbClr val="3B424B"/>
                </a:solidFill>
                <a:latin typeface="微软雅黑" panose="020B0503020204020204" charset="-122"/>
                <a:ea typeface="微软雅黑" panose="020B0503020204020204" charset="-122"/>
              </a:rPr>
              <a:t>单击添加内容</a:t>
            </a:r>
          </a:p>
        </p:txBody>
      </p:sp>
      <p:pic>
        <p:nvPicPr>
          <p:cNvPr id="87" name="图片 86" descr="logo蓝色"/>
          <p:cNvPicPr>
            <a:picLocks noChangeAspect="1"/>
          </p:cNvPicPr>
          <p:nvPr/>
        </p:nvPicPr>
        <p:blipFill>
          <a:blip r:embed="rId2"/>
          <a:stretch>
            <a:fillRect/>
          </a:stretch>
        </p:blipFill>
        <p:spPr>
          <a:xfrm>
            <a:off x="15011400" y="419100"/>
            <a:ext cx="2601430" cy="720000"/>
          </a:xfrm>
          <a:prstGeom prst="rect">
            <a:avLst/>
          </a:prstGeom>
        </p:spPr>
      </p:pic>
      <p:sp>
        <p:nvSpPr>
          <p:cNvPr id="89" name="椭圆 88"/>
          <p:cNvSpPr/>
          <p:nvPr/>
        </p:nvSpPr>
        <p:spPr>
          <a:xfrm>
            <a:off x="-990600" y="-721995"/>
            <a:ext cx="3124200" cy="2548890"/>
          </a:xfrm>
          <a:prstGeom prst="ellipse">
            <a:avLst/>
          </a:prstGeom>
          <a:solidFill>
            <a:srgbClr val="93CEDD">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21060000" flipV="1">
            <a:off x="9021445" y="739076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4253208" y="3446003"/>
            <a:ext cx="11773908" cy="3449787"/>
            <a:chOff x="0" y="0"/>
            <a:chExt cx="15698544" cy="4599716"/>
          </a:xfrm>
        </p:grpSpPr>
        <p:sp>
          <p:nvSpPr>
            <p:cNvPr id="44" name="Freeform 44"/>
            <p:cNvSpPr/>
            <p:nvPr/>
          </p:nvSpPr>
          <p:spPr>
            <a:xfrm>
              <a:off x="0" y="0"/>
              <a:ext cx="15698471" cy="4599686"/>
            </a:xfrm>
            <a:custGeom>
              <a:avLst/>
              <a:gdLst/>
              <a:ahLst/>
              <a:cxnLst/>
              <a:rect l="l" t="t" r="r" b="b"/>
              <a:pathLst>
                <a:path w="15698471" h="4599686">
                  <a:moveTo>
                    <a:pt x="0" y="400812"/>
                  </a:moveTo>
                  <a:cubicBezTo>
                    <a:pt x="0" y="179451"/>
                    <a:pt x="179451" y="0"/>
                    <a:pt x="400812" y="0"/>
                  </a:cubicBezTo>
                  <a:lnTo>
                    <a:pt x="15297658" y="0"/>
                  </a:lnTo>
                  <a:cubicBezTo>
                    <a:pt x="15519020" y="0"/>
                    <a:pt x="15698471" y="179451"/>
                    <a:pt x="15698471" y="400812"/>
                  </a:cubicBezTo>
                  <a:lnTo>
                    <a:pt x="15698471" y="4198874"/>
                  </a:lnTo>
                  <a:cubicBezTo>
                    <a:pt x="15698471" y="4420235"/>
                    <a:pt x="15519020" y="4599686"/>
                    <a:pt x="15297658" y="4599686"/>
                  </a:cubicBezTo>
                  <a:lnTo>
                    <a:pt x="400812" y="4599686"/>
                  </a:lnTo>
                  <a:cubicBezTo>
                    <a:pt x="179451" y="4599686"/>
                    <a:pt x="0" y="4420235"/>
                    <a:pt x="0" y="4198874"/>
                  </a:cubicBezTo>
                  <a:close/>
                </a:path>
              </a:pathLst>
            </a:custGeom>
            <a:solidFill>
              <a:srgbClr val="F8F8F8"/>
            </a:solidFill>
          </p:spPr>
        </p:sp>
      </p:grpSp>
      <p:grpSp>
        <p:nvGrpSpPr>
          <p:cNvPr id="49" name="Group 49"/>
          <p:cNvGrpSpPr/>
          <p:nvPr/>
        </p:nvGrpSpPr>
        <p:grpSpPr>
          <a:xfrm rot="2627273">
            <a:off x="15087900" y="4212036"/>
            <a:ext cx="1878429" cy="1878429"/>
            <a:chOff x="0" y="0"/>
            <a:chExt cx="2504572" cy="2504572"/>
          </a:xfrm>
          <a:solidFill>
            <a:srgbClr val="369ACC"/>
          </a:solidFill>
        </p:grpSpPr>
        <p:sp>
          <p:nvSpPr>
            <p:cNvPr id="50" name="Freeform 50"/>
            <p:cNvSpPr/>
            <p:nvPr/>
          </p:nvSpPr>
          <p:spPr>
            <a:xfrm>
              <a:off x="0" y="0"/>
              <a:ext cx="2504567" cy="2504567"/>
            </a:xfrm>
            <a:custGeom>
              <a:avLst/>
              <a:gdLst/>
              <a:ahLst/>
              <a:cxnLst/>
              <a:rect l="l" t="t" r="r" b="b"/>
              <a:pathLst>
                <a:path w="2504567" h="2504567">
                  <a:moveTo>
                    <a:pt x="0" y="417449"/>
                  </a:moveTo>
                  <a:cubicBezTo>
                    <a:pt x="0" y="186944"/>
                    <a:pt x="186944" y="0"/>
                    <a:pt x="417449" y="0"/>
                  </a:cubicBezTo>
                  <a:lnTo>
                    <a:pt x="2087118" y="0"/>
                  </a:lnTo>
                  <a:cubicBezTo>
                    <a:pt x="2317623" y="0"/>
                    <a:pt x="2504567" y="186944"/>
                    <a:pt x="2504567" y="417449"/>
                  </a:cubicBezTo>
                  <a:lnTo>
                    <a:pt x="2504567" y="2087118"/>
                  </a:lnTo>
                  <a:cubicBezTo>
                    <a:pt x="2504567" y="2317623"/>
                    <a:pt x="2317623" y="2504567"/>
                    <a:pt x="2087118" y="2504567"/>
                  </a:cubicBezTo>
                  <a:lnTo>
                    <a:pt x="417449" y="2504567"/>
                  </a:lnTo>
                  <a:cubicBezTo>
                    <a:pt x="186944" y="2504567"/>
                    <a:pt x="0" y="2317623"/>
                    <a:pt x="0" y="2087118"/>
                  </a:cubicBezTo>
                  <a:close/>
                </a:path>
              </a:pathLst>
            </a:custGeom>
            <a:grpFill/>
          </p:spPr>
        </p:sp>
      </p:grpSp>
      <p:sp>
        <p:nvSpPr>
          <p:cNvPr id="55" name="TextBox 55"/>
          <p:cNvSpPr txBox="1"/>
          <p:nvPr/>
        </p:nvSpPr>
        <p:spPr>
          <a:xfrm>
            <a:off x="14870148" y="4609878"/>
            <a:ext cx="2341253" cy="1107440"/>
          </a:xfrm>
          <a:prstGeom prst="rect">
            <a:avLst/>
          </a:prstGeom>
        </p:spPr>
        <p:txBody>
          <a:bodyPr lIns="0" tIns="0" rIns="0" bIns="0" rtlCol="0" anchor="t">
            <a:spAutoFit/>
          </a:bodyPr>
          <a:lstStyle/>
          <a:p>
            <a:pPr algn="ctr">
              <a:lnSpc>
                <a:spcPts val="8640"/>
              </a:lnSpc>
            </a:pPr>
            <a:r>
              <a:rPr lang="en-US" sz="8000">
                <a:solidFill>
                  <a:srgbClr val="FFFFFF"/>
                </a:solidFill>
                <a:latin typeface="字由点字典黑 65J" panose="02010600030101010101" charset="-122"/>
              </a:rPr>
              <a:t>01</a:t>
            </a:r>
          </a:p>
        </p:txBody>
      </p:sp>
      <p:sp>
        <p:nvSpPr>
          <p:cNvPr id="56" name="TextBox 56"/>
          <p:cNvSpPr txBox="1"/>
          <p:nvPr/>
        </p:nvSpPr>
        <p:spPr>
          <a:xfrm>
            <a:off x="7391340" y="4032885"/>
            <a:ext cx="6407150" cy="1107440"/>
          </a:xfrm>
          <a:prstGeom prst="rect">
            <a:avLst/>
          </a:prstGeom>
        </p:spPr>
        <p:txBody>
          <a:bodyPr wrap="square" lIns="0" tIns="0" rIns="0" bIns="0" rtlCol="0" anchor="t">
            <a:spAutoFit/>
          </a:bodyPr>
          <a:lstStyle/>
          <a:p>
            <a:pPr algn="l">
              <a:lnSpc>
                <a:spcPts val="8640"/>
              </a:lnSpc>
            </a:pPr>
            <a:r>
              <a:rPr lang="zh-CN" altLang="en-US" sz="8000" b="1">
                <a:solidFill>
                  <a:srgbClr val="369ACC"/>
                </a:solidFill>
                <a:latin typeface="微软雅黑" panose="020B0503020204020204" charset="-122"/>
                <a:ea typeface="微软雅黑" panose="020B0503020204020204" charset="-122"/>
              </a:rPr>
              <a:t>单击添加标题</a:t>
            </a:r>
          </a:p>
        </p:txBody>
      </p:sp>
      <p:sp>
        <p:nvSpPr>
          <p:cNvPr id="57" name="TextBox 57"/>
          <p:cNvSpPr txBox="1"/>
          <p:nvPr/>
        </p:nvSpPr>
        <p:spPr>
          <a:xfrm>
            <a:off x="7391340" y="5447990"/>
            <a:ext cx="5539980" cy="708279"/>
          </a:xfrm>
          <a:prstGeom prst="rect">
            <a:avLst/>
          </a:prstGeom>
        </p:spPr>
        <p:txBody>
          <a:bodyPr lIns="0" tIns="0" rIns="0" bIns="0" rtlCol="0" anchor="t">
            <a:spAutoFit/>
          </a:bodyPr>
          <a:lstStyle/>
          <a:p>
            <a:pPr algn="l">
              <a:lnSpc>
                <a:spcPts val="2805"/>
              </a:lnSpc>
            </a:pPr>
            <a:r>
              <a:rPr lang="en-US" sz="1800">
                <a:solidFill>
                  <a:srgbClr val="3B424B"/>
                </a:solidFill>
                <a:ea typeface="字由点字典黑 45J"/>
              </a:rPr>
              <a:t>单击此处输入你的正文，文字是您思想的提炼，为了最终演示发布的良好效果，请尽量言简意赅的阐述观点</a:t>
            </a:r>
          </a:p>
        </p:txBody>
      </p:sp>
      <p:sp>
        <p:nvSpPr>
          <p:cNvPr id="58" name="TextBox 58"/>
          <p:cNvSpPr txBox="1"/>
          <p:nvPr/>
        </p:nvSpPr>
        <p:spPr>
          <a:xfrm>
            <a:off x="7391340" y="2245853"/>
            <a:ext cx="5528978" cy="1200150"/>
          </a:xfrm>
          <a:prstGeom prst="rect">
            <a:avLst/>
          </a:prstGeom>
        </p:spPr>
        <p:txBody>
          <a:bodyPr lIns="0" tIns="0" rIns="0" bIns="0" rtlCol="0" anchor="t">
            <a:spAutoFit/>
          </a:bodyPr>
          <a:lstStyle/>
          <a:p>
            <a:pPr algn="ctr">
              <a:lnSpc>
                <a:spcPts val="9360"/>
              </a:lnSpc>
            </a:pPr>
            <a:r>
              <a:rPr lang="en-US" sz="7800" b="1">
                <a:solidFill>
                  <a:srgbClr val="369ACC"/>
                </a:solidFill>
                <a:latin typeface="Arimo" panose="020B0604020202020204"/>
              </a:rPr>
              <a:t>PART ONE</a:t>
            </a:r>
          </a:p>
        </p:txBody>
      </p:sp>
      <p:pic>
        <p:nvPicPr>
          <p:cNvPr id="87" name="图片 86" descr="logo蓝色"/>
          <p:cNvPicPr>
            <a:picLocks noChangeAspect="1"/>
          </p:cNvPicPr>
          <p:nvPr/>
        </p:nvPicPr>
        <p:blipFill>
          <a:blip r:embed="rId2"/>
          <a:stretch>
            <a:fillRect/>
          </a:stretch>
        </p:blipFill>
        <p:spPr>
          <a:xfrm>
            <a:off x="15011400" y="419100"/>
            <a:ext cx="2601430" cy="720000"/>
          </a:xfrm>
          <a:prstGeom prst="rect">
            <a:avLst/>
          </a:prstGeom>
        </p:spPr>
      </p:pic>
      <p:grpSp>
        <p:nvGrpSpPr>
          <p:cNvPr id="19" name="组合 18"/>
          <p:cNvGrpSpPr/>
          <p:nvPr/>
        </p:nvGrpSpPr>
        <p:grpSpPr>
          <a:xfrm>
            <a:off x="964793" y="0"/>
            <a:ext cx="5552333" cy="9834277"/>
            <a:chOff x="1523997" y="1"/>
            <a:chExt cx="5552333" cy="9834277"/>
          </a:xfrm>
        </p:grpSpPr>
        <p:sp>
          <p:nvSpPr>
            <p:cNvPr id="20" name="Freeform 46"/>
            <p:cNvSpPr/>
            <p:nvPr/>
          </p:nvSpPr>
          <p:spPr>
            <a:xfrm rot="5400000">
              <a:off x="-588400" y="2140972"/>
              <a:ext cx="9777127" cy="5552333"/>
            </a:xfrm>
            <a:custGeom>
              <a:avLst/>
              <a:gdLst/>
              <a:ahLst/>
              <a:cxnLst/>
              <a:rect l="l" t="t" r="r" b="b"/>
              <a:pathLst>
                <a:path w="13036169" h="7511161">
                  <a:moveTo>
                    <a:pt x="0" y="0"/>
                  </a:moveTo>
                  <a:lnTo>
                    <a:pt x="9280525" y="0"/>
                  </a:lnTo>
                  <a:cubicBezTo>
                    <a:pt x="11354689" y="0"/>
                    <a:pt x="13036169" y="1681480"/>
                    <a:pt x="13036169" y="3755644"/>
                  </a:cubicBezTo>
                  <a:cubicBezTo>
                    <a:pt x="13036169" y="5829808"/>
                    <a:pt x="11354689" y="7511161"/>
                    <a:pt x="9280525" y="7511161"/>
                  </a:cubicBezTo>
                  <a:lnTo>
                    <a:pt x="0" y="7511161"/>
                  </a:lnTo>
                  <a:close/>
                </a:path>
              </a:pathLst>
            </a:custGeom>
            <a:blipFill rotWithShape="0">
              <a:blip r:embed="rId3"/>
              <a:stretch>
                <a:fillRect l="-26917" t="-10817" r="-8769" b="-4923"/>
              </a:stretch>
            </a:blipFill>
            <a:ln>
              <a:solidFill>
                <a:srgbClr val="62BBDB"/>
              </a:solidFill>
            </a:ln>
          </p:spPr>
          <p:txBody>
            <a:bodyPr/>
            <a:lstStyle/>
            <a:p>
              <a:r>
                <a:rPr lang="zh-CN" altLang="en-US" u="sng" dirty="0"/>
                <a:t>z</a:t>
              </a:r>
              <a:endParaRPr lang="zh-CN" altLang="en-US" dirty="0"/>
            </a:p>
          </p:txBody>
        </p:sp>
        <p:sp>
          <p:nvSpPr>
            <p:cNvPr id="21" name="Freeform 47"/>
            <p:cNvSpPr/>
            <p:nvPr/>
          </p:nvSpPr>
          <p:spPr>
            <a:xfrm rot="5400000">
              <a:off x="-616975" y="2140973"/>
              <a:ext cx="9834277" cy="5552333"/>
            </a:xfrm>
            <a:custGeom>
              <a:avLst/>
              <a:gdLst/>
              <a:ahLst/>
              <a:cxnLst/>
              <a:rect l="l" t="t" r="r" b="b"/>
              <a:pathLst>
                <a:path w="13112369" h="7587488">
                  <a:moveTo>
                    <a:pt x="38100" y="0"/>
                  </a:moveTo>
                  <a:lnTo>
                    <a:pt x="9318625" y="0"/>
                  </a:lnTo>
                  <a:lnTo>
                    <a:pt x="9318625" y="38100"/>
                  </a:lnTo>
                  <a:lnTo>
                    <a:pt x="9318625" y="0"/>
                  </a:lnTo>
                  <a:cubicBezTo>
                    <a:pt x="11413871" y="0"/>
                    <a:pt x="13112369" y="1698498"/>
                    <a:pt x="13112369" y="3793744"/>
                  </a:cubicBezTo>
                  <a:lnTo>
                    <a:pt x="13074269" y="3793744"/>
                  </a:lnTo>
                  <a:lnTo>
                    <a:pt x="13112369" y="3793744"/>
                  </a:lnTo>
                  <a:cubicBezTo>
                    <a:pt x="13112369" y="5888990"/>
                    <a:pt x="11413871" y="7587488"/>
                    <a:pt x="9318625" y="7587488"/>
                  </a:cubicBezTo>
                  <a:lnTo>
                    <a:pt x="9318625" y="7549388"/>
                  </a:lnTo>
                  <a:lnTo>
                    <a:pt x="9318625" y="7587488"/>
                  </a:lnTo>
                  <a:lnTo>
                    <a:pt x="38100" y="7587488"/>
                  </a:lnTo>
                  <a:cubicBezTo>
                    <a:pt x="17018" y="7587488"/>
                    <a:pt x="0" y="7570470"/>
                    <a:pt x="0" y="7549388"/>
                  </a:cubicBezTo>
                  <a:lnTo>
                    <a:pt x="0" y="38100"/>
                  </a:lnTo>
                  <a:cubicBezTo>
                    <a:pt x="0" y="17018"/>
                    <a:pt x="17018" y="0"/>
                    <a:pt x="38100" y="0"/>
                  </a:cubicBezTo>
                  <a:moveTo>
                    <a:pt x="38100" y="76200"/>
                  </a:moveTo>
                  <a:lnTo>
                    <a:pt x="38100" y="38100"/>
                  </a:lnTo>
                  <a:lnTo>
                    <a:pt x="76200" y="38100"/>
                  </a:lnTo>
                  <a:lnTo>
                    <a:pt x="76200" y="7549261"/>
                  </a:lnTo>
                  <a:lnTo>
                    <a:pt x="38100" y="7549261"/>
                  </a:lnTo>
                  <a:lnTo>
                    <a:pt x="38100" y="7511161"/>
                  </a:lnTo>
                  <a:lnTo>
                    <a:pt x="9318625" y="7511161"/>
                  </a:lnTo>
                  <a:cubicBezTo>
                    <a:pt x="11371707" y="7511161"/>
                    <a:pt x="13036169" y="5846826"/>
                    <a:pt x="13036169" y="3793617"/>
                  </a:cubicBezTo>
                  <a:cubicBezTo>
                    <a:pt x="13036169" y="1740408"/>
                    <a:pt x="11371707" y="76200"/>
                    <a:pt x="9318625" y="76200"/>
                  </a:cubicBezTo>
                  <a:lnTo>
                    <a:pt x="38100" y="76200"/>
                  </a:lnTo>
                  <a:close/>
                </a:path>
              </a:pathLst>
            </a:custGeom>
            <a:solidFill>
              <a:srgbClr val="369ACC"/>
            </a:solid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840000">
            <a:off x="13344525" y="-927671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0" y="2374900"/>
            <a:ext cx="17782540" cy="6837680"/>
            <a:chOff x="0" y="0"/>
            <a:chExt cx="23709632" cy="10851242"/>
          </a:xfrm>
        </p:grpSpPr>
        <p:sp>
          <p:nvSpPr>
            <p:cNvPr id="44" name="Freeform 44"/>
            <p:cNvSpPr/>
            <p:nvPr/>
          </p:nvSpPr>
          <p:spPr>
            <a:xfrm>
              <a:off x="3175" y="3175"/>
              <a:ext cx="23703279" cy="10844911"/>
            </a:xfrm>
            <a:custGeom>
              <a:avLst/>
              <a:gdLst/>
              <a:ahLst/>
              <a:cxnLst/>
              <a:rect l="l" t="t" r="r" b="b"/>
              <a:pathLst>
                <a:path w="23703279" h="10844911">
                  <a:moveTo>
                    <a:pt x="0" y="0"/>
                  </a:moveTo>
                  <a:lnTo>
                    <a:pt x="18280887" y="0"/>
                  </a:lnTo>
                  <a:cubicBezTo>
                    <a:pt x="21275675" y="0"/>
                    <a:pt x="23703279" y="2427732"/>
                    <a:pt x="23703279" y="5422392"/>
                  </a:cubicBezTo>
                  <a:lnTo>
                    <a:pt x="23703279" y="5422392"/>
                  </a:lnTo>
                  <a:cubicBezTo>
                    <a:pt x="23703279" y="8417179"/>
                    <a:pt x="21275548" y="10844784"/>
                    <a:pt x="18280887" y="10844784"/>
                  </a:cubicBezTo>
                  <a:lnTo>
                    <a:pt x="0" y="10844911"/>
                  </a:lnTo>
                  <a:close/>
                </a:path>
              </a:pathLst>
            </a:custGeom>
            <a:solidFill>
              <a:srgbClr val="FFFFFF"/>
            </a:solidFill>
          </p:spPr>
        </p:sp>
        <p:sp>
          <p:nvSpPr>
            <p:cNvPr id="45" name="Freeform 45"/>
            <p:cNvSpPr/>
            <p:nvPr/>
          </p:nvSpPr>
          <p:spPr>
            <a:xfrm>
              <a:off x="0" y="0"/>
              <a:ext cx="23709629" cy="10851261"/>
            </a:xfrm>
            <a:custGeom>
              <a:avLst/>
              <a:gdLst/>
              <a:ahLst/>
              <a:cxnLst/>
              <a:rect l="l" t="t" r="r" b="b"/>
              <a:pathLst>
                <a:path w="23709629" h="10851261">
                  <a:moveTo>
                    <a:pt x="3175" y="0"/>
                  </a:moveTo>
                  <a:lnTo>
                    <a:pt x="18284062" y="0"/>
                  </a:lnTo>
                  <a:lnTo>
                    <a:pt x="18284062" y="3175"/>
                  </a:lnTo>
                  <a:lnTo>
                    <a:pt x="18284062" y="0"/>
                  </a:lnTo>
                  <a:cubicBezTo>
                    <a:pt x="21280501" y="0"/>
                    <a:pt x="23709629" y="2429129"/>
                    <a:pt x="23709629" y="5425567"/>
                  </a:cubicBezTo>
                  <a:cubicBezTo>
                    <a:pt x="23709629" y="5427345"/>
                    <a:pt x="23708232" y="5428742"/>
                    <a:pt x="23706454" y="5428742"/>
                  </a:cubicBezTo>
                  <a:lnTo>
                    <a:pt x="23706454" y="5428742"/>
                  </a:lnTo>
                  <a:lnTo>
                    <a:pt x="23706454" y="5425567"/>
                  </a:lnTo>
                  <a:lnTo>
                    <a:pt x="23709629" y="5425567"/>
                  </a:lnTo>
                  <a:cubicBezTo>
                    <a:pt x="23709629" y="8422005"/>
                    <a:pt x="21280500" y="10851134"/>
                    <a:pt x="18284062" y="10851134"/>
                  </a:cubicBezTo>
                  <a:lnTo>
                    <a:pt x="18284062" y="10851134"/>
                  </a:lnTo>
                  <a:lnTo>
                    <a:pt x="3175" y="10851261"/>
                  </a:lnTo>
                  <a:cubicBezTo>
                    <a:pt x="1397" y="10851261"/>
                    <a:pt x="0" y="10849864"/>
                    <a:pt x="0" y="10848086"/>
                  </a:cubicBezTo>
                  <a:lnTo>
                    <a:pt x="0" y="3175"/>
                  </a:lnTo>
                  <a:cubicBezTo>
                    <a:pt x="0" y="1397"/>
                    <a:pt x="1397" y="0"/>
                    <a:pt x="3175" y="0"/>
                  </a:cubicBezTo>
                  <a:moveTo>
                    <a:pt x="3175" y="6350"/>
                  </a:moveTo>
                  <a:lnTo>
                    <a:pt x="3175" y="3175"/>
                  </a:lnTo>
                  <a:lnTo>
                    <a:pt x="6350" y="3175"/>
                  </a:lnTo>
                  <a:lnTo>
                    <a:pt x="6350" y="10848086"/>
                  </a:lnTo>
                  <a:lnTo>
                    <a:pt x="3175" y="10848086"/>
                  </a:lnTo>
                  <a:lnTo>
                    <a:pt x="3175" y="10844911"/>
                  </a:lnTo>
                  <a:lnTo>
                    <a:pt x="18284062" y="10844911"/>
                  </a:lnTo>
                  <a:lnTo>
                    <a:pt x="18284062" y="10848086"/>
                  </a:lnTo>
                  <a:lnTo>
                    <a:pt x="18284062" y="10844911"/>
                  </a:lnTo>
                  <a:cubicBezTo>
                    <a:pt x="21277072" y="10844911"/>
                    <a:pt x="23703279" y="8418576"/>
                    <a:pt x="23703279" y="5425694"/>
                  </a:cubicBezTo>
                  <a:cubicBezTo>
                    <a:pt x="23703279" y="5423916"/>
                    <a:pt x="23704676" y="5422519"/>
                    <a:pt x="23706454" y="5422519"/>
                  </a:cubicBezTo>
                  <a:lnTo>
                    <a:pt x="23706454" y="5422519"/>
                  </a:lnTo>
                  <a:lnTo>
                    <a:pt x="23706454" y="5425694"/>
                  </a:lnTo>
                  <a:lnTo>
                    <a:pt x="23703279" y="5425694"/>
                  </a:lnTo>
                  <a:cubicBezTo>
                    <a:pt x="23703280" y="2432685"/>
                    <a:pt x="21276945" y="6350"/>
                    <a:pt x="18284062" y="6350"/>
                  </a:cubicBezTo>
                  <a:lnTo>
                    <a:pt x="3175" y="6350"/>
                  </a:lnTo>
                  <a:close/>
                </a:path>
              </a:pathLst>
            </a:custGeom>
            <a:solidFill>
              <a:srgbClr val="0058E0"/>
            </a:solidFill>
          </p:spPr>
        </p:sp>
      </p:grpSp>
      <p:grpSp>
        <p:nvGrpSpPr>
          <p:cNvPr id="46" name="Group 46"/>
          <p:cNvGrpSpPr/>
          <p:nvPr/>
        </p:nvGrpSpPr>
        <p:grpSpPr>
          <a:xfrm>
            <a:off x="1943843" y="3244262"/>
            <a:ext cx="4110129" cy="2349434"/>
            <a:chOff x="0" y="0"/>
            <a:chExt cx="5480172" cy="3132578"/>
          </a:xfrm>
          <a:solidFill>
            <a:srgbClr val="369ACC"/>
          </a:solidFill>
        </p:grpSpPr>
        <p:sp>
          <p:nvSpPr>
            <p:cNvPr id="47" name="Freeform 47"/>
            <p:cNvSpPr/>
            <p:nvPr/>
          </p:nvSpPr>
          <p:spPr>
            <a:xfrm>
              <a:off x="0" y="0"/>
              <a:ext cx="5480177" cy="3132582"/>
            </a:xfrm>
            <a:custGeom>
              <a:avLst/>
              <a:gdLst/>
              <a:ahLst/>
              <a:cxnLst/>
              <a:rect l="l" t="t" r="r" b="b"/>
              <a:pathLst>
                <a:path w="5480177" h="3132582">
                  <a:moveTo>
                    <a:pt x="0" y="522097"/>
                  </a:moveTo>
                  <a:cubicBezTo>
                    <a:pt x="0" y="233807"/>
                    <a:pt x="233807" y="0"/>
                    <a:pt x="522097" y="0"/>
                  </a:cubicBezTo>
                  <a:lnTo>
                    <a:pt x="4958080" y="0"/>
                  </a:lnTo>
                  <a:cubicBezTo>
                    <a:pt x="5246370" y="0"/>
                    <a:pt x="5480177" y="233807"/>
                    <a:pt x="5480177" y="522097"/>
                  </a:cubicBezTo>
                  <a:lnTo>
                    <a:pt x="5480177" y="2610485"/>
                  </a:lnTo>
                  <a:cubicBezTo>
                    <a:pt x="5480177" y="2898775"/>
                    <a:pt x="5246370" y="3132582"/>
                    <a:pt x="4958080" y="3132582"/>
                  </a:cubicBezTo>
                  <a:lnTo>
                    <a:pt x="522097" y="3132582"/>
                  </a:lnTo>
                  <a:cubicBezTo>
                    <a:pt x="233807" y="3132582"/>
                    <a:pt x="0" y="2898775"/>
                    <a:pt x="0" y="2610485"/>
                  </a:cubicBezTo>
                  <a:close/>
                </a:path>
              </a:pathLst>
            </a:custGeom>
            <a:grpFill/>
          </p:spPr>
        </p:sp>
      </p:grpSp>
      <p:grpSp>
        <p:nvGrpSpPr>
          <p:cNvPr id="48" name="Group 48"/>
          <p:cNvGrpSpPr/>
          <p:nvPr/>
        </p:nvGrpSpPr>
        <p:grpSpPr>
          <a:xfrm>
            <a:off x="2190572" y="4114727"/>
            <a:ext cx="11049339" cy="1324641"/>
            <a:chOff x="0" y="0"/>
            <a:chExt cx="14732452" cy="1766188"/>
          </a:xfrm>
        </p:grpSpPr>
        <p:sp>
          <p:nvSpPr>
            <p:cNvPr id="49" name="Freeform 49"/>
            <p:cNvSpPr/>
            <p:nvPr/>
          </p:nvSpPr>
          <p:spPr>
            <a:xfrm>
              <a:off x="0" y="0"/>
              <a:ext cx="14732508" cy="1766189"/>
            </a:xfrm>
            <a:custGeom>
              <a:avLst/>
              <a:gdLst/>
              <a:ahLst/>
              <a:cxnLst/>
              <a:rect l="l" t="t" r="r" b="b"/>
              <a:pathLst>
                <a:path w="14732508" h="1766189">
                  <a:moveTo>
                    <a:pt x="0" y="294386"/>
                  </a:moveTo>
                  <a:cubicBezTo>
                    <a:pt x="0" y="131826"/>
                    <a:pt x="131826" y="0"/>
                    <a:pt x="294386" y="0"/>
                  </a:cubicBezTo>
                  <a:lnTo>
                    <a:pt x="14438122" y="0"/>
                  </a:lnTo>
                  <a:cubicBezTo>
                    <a:pt x="14600682" y="0"/>
                    <a:pt x="14732508" y="131826"/>
                    <a:pt x="14732508" y="294386"/>
                  </a:cubicBezTo>
                  <a:lnTo>
                    <a:pt x="14732508" y="1471803"/>
                  </a:lnTo>
                  <a:cubicBezTo>
                    <a:pt x="14732508" y="1634363"/>
                    <a:pt x="14600682" y="1766189"/>
                    <a:pt x="14438122" y="1766189"/>
                  </a:cubicBezTo>
                  <a:lnTo>
                    <a:pt x="294386" y="1766189"/>
                  </a:lnTo>
                  <a:cubicBezTo>
                    <a:pt x="131826" y="1766189"/>
                    <a:pt x="0" y="1634363"/>
                    <a:pt x="0" y="1471803"/>
                  </a:cubicBezTo>
                  <a:close/>
                </a:path>
              </a:pathLst>
            </a:custGeom>
            <a:solidFill>
              <a:srgbClr val="F8F8F8"/>
            </a:solidFill>
          </p:spPr>
        </p:sp>
      </p:grpSp>
      <p:sp>
        <p:nvSpPr>
          <p:cNvPr id="50" name="TextBox 50"/>
          <p:cNvSpPr txBox="1"/>
          <p:nvPr/>
        </p:nvSpPr>
        <p:spPr>
          <a:xfrm>
            <a:off x="1943843" y="3392849"/>
            <a:ext cx="4110129" cy="492125"/>
          </a:xfrm>
          <a:prstGeom prst="rect">
            <a:avLst/>
          </a:prstGeom>
        </p:spPr>
        <p:txBody>
          <a:bodyPr lIns="0" tIns="0" rIns="0" bIns="0" rtlCol="0" anchor="t">
            <a:spAutoFit/>
          </a:bodyPr>
          <a:lstStyle/>
          <a:p>
            <a:pPr algn="ctr" defTabSz="913130" eaLnBrk="1" hangingPunct="1"/>
            <a:r>
              <a:rPr lang="zh-CN" altLang="en-US" sz="3200" b="1" dirty="0">
                <a:solidFill>
                  <a:srgbClr val="FFFFFF"/>
                </a:solidFill>
                <a:latin typeface="微软雅黑" panose="020B0503020204020204" charset="-122"/>
                <a:ea typeface="微软雅黑" panose="020B0503020204020204" charset="-122"/>
                <a:sym typeface="Gill Sans" panose="020B0502020104020203"/>
              </a:rPr>
              <a:t>单击添加内容</a:t>
            </a:r>
          </a:p>
        </p:txBody>
      </p:sp>
      <p:sp>
        <p:nvSpPr>
          <p:cNvPr id="51" name="TextBox 51"/>
          <p:cNvSpPr txBox="1"/>
          <p:nvPr/>
        </p:nvSpPr>
        <p:spPr>
          <a:xfrm>
            <a:off x="2591053" y="4322260"/>
            <a:ext cx="9957779" cy="1446530"/>
          </a:xfrm>
          <a:prstGeom prst="rect">
            <a:avLst/>
          </a:prstGeom>
        </p:spPr>
        <p:txBody>
          <a:bodyPr lIns="0" tIns="0" rIns="0" bIns="0" rtlCol="0" anchor="t">
            <a:spAutoFit/>
          </a:bodyPr>
          <a:lstStyle/>
          <a:p>
            <a:pPr defTabSz="1217930" eaLnBrk="1" hangingPunct="1">
              <a:lnSpc>
                <a:spcPct val="150000"/>
              </a:lnSpc>
              <a:spcBef>
                <a:spcPct val="20000"/>
              </a:spcBef>
            </a:pPr>
            <a:r>
              <a:rPr lang="zh-CN" sz="2000" dirty="0">
                <a:latin typeface="微软雅黑" panose="020B0503020204020204" charset="-122"/>
                <a:ea typeface="微软雅黑" panose="020B0503020204020204" charset="-122"/>
                <a:sym typeface="+mn-ea"/>
              </a:rPr>
              <a:t>请输入内容请输入内容请输入内容请输入内容请输入内容请输入内容请输入内容请输入内容请输入内容请输入内容请输入内容请输入内容请输入内容请输入内容请输入内容</a:t>
            </a:r>
            <a:endParaRPr lang="zh-CN" sz="2000" dirty="0">
              <a:solidFill>
                <a:schemeClr val="tx1"/>
              </a:solidFill>
              <a:latin typeface="微软雅黑" panose="020B0503020204020204" charset="-122"/>
              <a:ea typeface="微软雅黑" panose="020B0503020204020204" charset="-122"/>
              <a:sym typeface="+mn-ea"/>
            </a:endParaRPr>
          </a:p>
          <a:p>
            <a:pPr defTabSz="1217930" eaLnBrk="1" hangingPunct="1">
              <a:lnSpc>
                <a:spcPct val="150000"/>
              </a:lnSpc>
              <a:spcBef>
                <a:spcPct val="20000"/>
              </a:spcBef>
            </a:pPr>
            <a:endParaRPr lang="zh-CN" sz="2000" dirty="0">
              <a:solidFill>
                <a:schemeClr val="tx1"/>
              </a:solidFill>
              <a:latin typeface="微软雅黑" panose="020B0503020204020204" charset="-122"/>
              <a:ea typeface="微软雅黑" panose="020B0503020204020204" charset="-122"/>
              <a:sym typeface="+mn-ea"/>
            </a:endParaRPr>
          </a:p>
        </p:txBody>
      </p:sp>
      <p:grpSp>
        <p:nvGrpSpPr>
          <p:cNvPr id="52" name="Group 52"/>
          <p:cNvGrpSpPr/>
          <p:nvPr/>
        </p:nvGrpSpPr>
        <p:grpSpPr>
          <a:xfrm rot="2627273">
            <a:off x="12895346" y="4432479"/>
            <a:ext cx="689131" cy="689131"/>
            <a:chOff x="0" y="0"/>
            <a:chExt cx="918842" cy="918842"/>
          </a:xfrm>
          <a:solidFill>
            <a:srgbClr val="369ACC"/>
          </a:solidFill>
        </p:grpSpPr>
        <p:sp>
          <p:nvSpPr>
            <p:cNvPr id="53" name="Freeform 53"/>
            <p:cNvSpPr/>
            <p:nvPr/>
          </p:nvSpPr>
          <p:spPr>
            <a:xfrm>
              <a:off x="0" y="0"/>
              <a:ext cx="918845" cy="918845"/>
            </a:xfrm>
            <a:custGeom>
              <a:avLst/>
              <a:gdLst/>
              <a:ahLst/>
              <a:cxnLst/>
              <a:rect l="l" t="t" r="r" b="b"/>
              <a:pathLst>
                <a:path w="918845" h="918845">
                  <a:moveTo>
                    <a:pt x="0" y="153162"/>
                  </a:moveTo>
                  <a:cubicBezTo>
                    <a:pt x="0" y="68580"/>
                    <a:pt x="68580" y="0"/>
                    <a:pt x="153162" y="0"/>
                  </a:cubicBezTo>
                  <a:lnTo>
                    <a:pt x="765683" y="0"/>
                  </a:lnTo>
                  <a:cubicBezTo>
                    <a:pt x="850265" y="0"/>
                    <a:pt x="918845" y="68580"/>
                    <a:pt x="918845" y="153162"/>
                  </a:cubicBezTo>
                  <a:lnTo>
                    <a:pt x="918845" y="765683"/>
                  </a:lnTo>
                  <a:cubicBezTo>
                    <a:pt x="918845" y="850265"/>
                    <a:pt x="850265" y="918845"/>
                    <a:pt x="765683" y="918845"/>
                  </a:cubicBezTo>
                  <a:lnTo>
                    <a:pt x="153162" y="918845"/>
                  </a:lnTo>
                  <a:cubicBezTo>
                    <a:pt x="68580" y="918845"/>
                    <a:pt x="0" y="850265"/>
                    <a:pt x="0" y="765683"/>
                  </a:cubicBezTo>
                  <a:close/>
                </a:path>
              </a:pathLst>
            </a:custGeom>
            <a:grpFill/>
          </p:spPr>
        </p:sp>
      </p:grpSp>
      <p:sp>
        <p:nvSpPr>
          <p:cNvPr id="54" name="TextBox 54"/>
          <p:cNvSpPr txBox="1"/>
          <p:nvPr/>
        </p:nvSpPr>
        <p:spPr>
          <a:xfrm>
            <a:off x="12808963" y="4538920"/>
            <a:ext cx="861897" cy="46164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charset="-122"/>
                <a:ea typeface="微软雅黑" panose="020B0503020204020204" charset="-122"/>
              </a:rPr>
              <a:t>01</a:t>
            </a:r>
          </a:p>
        </p:txBody>
      </p:sp>
      <p:grpSp>
        <p:nvGrpSpPr>
          <p:cNvPr id="55" name="Group 55"/>
          <p:cNvGrpSpPr/>
          <p:nvPr/>
        </p:nvGrpSpPr>
        <p:grpSpPr>
          <a:xfrm>
            <a:off x="10888864" y="5880054"/>
            <a:ext cx="4110129" cy="2349434"/>
            <a:chOff x="0" y="0"/>
            <a:chExt cx="5480172" cy="3132578"/>
          </a:xfrm>
          <a:solidFill>
            <a:srgbClr val="369ACC"/>
          </a:solidFill>
        </p:grpSpPr>
        <p:sp>
          <p:nvSpPr>
            <p:cNvPr id="56" name="Freeform 56"/>
            <p:cNvSpPr/>
            <p:nvPr/>
          </p:nvSpPr>
          <p:spPr>
            <a:xfrm>
              <a:off x="0" y="0"/>
              <a:ext cx="5480177" cy="3132582"/>
            </a:xfrm>
            <a:custGeom>
              <a:avLst/>
              <a:gdLst/>
              <a:ahLst/>
              <a:cxnLst/>
              <a:rect l="l" t="t" r="r" b="b"/>
              <a:pathLst>
                <a:path w="5480177" h="3132582">
                  <a:moveTo>
                    <a:pt x="5480177" y="522097"/>
                  </a:moveTo>
                  <a:cubicBezTo>
                    <a:pt x="5480177" y="233807"/>
                    <a:pt x="5246370" y="0"/>
                    <a:pt x="4958080" y="0"/>
                  </a:cubicBezTo>
                  <a:lnTo>
                    <a:pt x="522097" y="0"/>
                  </a:lnTo>
                  <a:cubicBezTo>
                    <a:pt x="233807" y="0"/>
                    <a:pt x="0" y="233807"/>
                    <a:pt x="0" y="522097"/>
                  </a:cubicBezTo>
                  <a:lnTo>
                    <a:pt x="0" y="2610485"/>
                  </a:lnTo>
                  <a:cubicBezTo>
                    <a:pt x="0" y="2898775"/>
                    <a:pt x="233807" y="3132582"/>
                    <a:pt x="522097" y="3132582"/>
                  </a:cubicBezTo>
                  <a:lnTo>
                    <a:pt x="4958080" y="3132582"/>
                  </a:lnTo>
                  <a:cubicBezTo>
                    <a:pt x="5246370" y="3132582"/>
                    <a:pt x="5480177" y="2898775"/>
                    <a:pt x="5480177" y="2610485"/>
                  </a:cubicBezTo>
                  <a:close/>
                </a:path>
              </a:pathLst>
            </a:custGeom>
            <a:grpFill/>
          </p:spPr>
        </p:sp>
      </p:grpSp>
      <p:grpSp>
        <p:nvGrpSpPr>
          <p:cNvPr id="57" name="Group 57"/>
          <p:cNvGrpSpPr/>
          <p:nvPr/>
        </p:nvGrpSpPr>
        <p:grpSpPr>
          <a:xfrm>
            <a:off x="3702925" y="6750519"/>
            <a:ext cx="11049339" cy="1324641"/>
            <a:chOff x="0" y="0"/>
            <a:chExt cx="14732452" cy="1766188"/>
          </a:xfrm>
        </p:grpSpPr>
        <p:sp>
          <p:nvSpPr>
            <p:cNvPr id="58" name="Freeform 58"/>
            <p:cNvSpPr/>
            <p:nvPr/>
          </p:nvSpPr>
          <p:spPr>
            <a:xfrm>
              <a:off x="0" y="0"/>
              <a:ext cx="14732508" cy="1766189"/>
            </a:xfrm>
            <a:custGeom>
              <a:avLst/>
              <a:gdLst/>
              <a:ahLst/>
              <a:cxnLst/>
              <a:rect l="l" t="t" r="r" b="b"/>
              <a:pathLst>
                <a:path w="14732508" h="1766189">
                  <a:moveTo>
                    <a:pt x="14732508" y="294386"/>
                  </a:moveTo>
                  <a:cubicBezTo>
                    <a:pt x="14732508" y="131826"/>
                    <a:pt x="14600682" y="0"/>
                    <a:pt x="14438122" y="0"/>
                  </a:cubicBezTo>
                  <a:lnTo>
                    <a:pt x="294386" y="0"/>
                  </a:lnTo>
                  <a:cubicBezTo>
                    <a:pt x="131826" y="0"/>
                    <a:pt x="0" y="131826"/>
                    <a:pt x="0" y="294386"/>
                  </a:cubicBezTo>
                  <a:lnTo>
                    <a:pt x="0" y="1471803"/>
                  </a:lnTo>
                  <a:cubicBezTo>
                    <a:pt x="0" y="1634363"/>
                    <a:pt x="131826" y="1766189"/>
                    <a:pt x="294386" y="1766189"/>
                  </a:cubicBezTo>
                  <a:lnTo>
                    <a:pt x="14438122" y="1766189"/>
                  </a:lnTo>
                  <a:cubicBezTo>
                    <a:pt x="14600682" y="1766189"/>
                    <a:pt x="14732508" y="1634363"/>
                    <a:pt x="14732508" y="1471803"/>
                  </a:cubicBezTo>
                  <a:close/>
                </a:path>
              </a:pathLst>
            </a:custGeom>
            <a:solidFill>
              <a:srgbClr val="F8F8F8"/>
            </a:solidFill>
          </p:spPr>
        </p:sp>
      </p:grpSp>
      <p:sp>
        <p:nvSpPr>
          <p:cNvPr id="59" name="TextBox 59"/>
          <p:cNvSpPr txBox="1"/>
          <p:nvPr/>
        </p:nvSpPr>
        <p:spPr>
          <a:xfrm>
            <a:off x="10888864" y="6088917"/>
            <a:ext cx="4110129" cy="492125"/>
          </a:xfrm>
          <a:prstGeom prst="rect">
            <a:avLst/>
          </a:prstGeom>
        </p:spPr>
        <p:txBody>
          <a:bodyPr lIns="0" tIns="0" rIns="0" bIns="0" rtlCol="0" anchor="t">
            <a:spAutoFit/>
          </a:bodyPr>
          <a:lstStyle/>
          <a:p>
            <a:pPr algn="ctr" defTabSz="913130" eaLnBrk="1" hangingPunct="1"/>
            <a:r>
              <a:rPr lang="zh-CN" altLang="en-US" sz="3200" b="1" dirty="0">
                <a:solidFill>
                  <a:srgbClr val="FFFFFF"/>
                </a:solidFill>
                <a:latin typeface="微软雅黑" panose="020B0503020204020204" charset="-122"/>
                <a:ea typeface="微软雅黑" panose="020B0503020204020204" charset="-122"/>
                <a:sym typeface="Gill Sans" panose="020B0502020104020203"/>
              </a:rPr>
              <a:t>单击添加内容</a:t>
            </a:r>
          </a:p>
        </p:txBody>
      </p:sp>
      <p:sp>
        <p:nvSpPr>
          <p:cNvPr id="60" name="TextBox 60"/>
          <p:cNvSpPr txBox="1"/>
          <p:nvPr/>
        </p:nvSpPr>
        <p:spPr>
          <a:xfrm>
            <a:off x="4260462" y="6982548"/>
            <a:ext cx="10239065" cy="1446530"/>
          </a:xfrm>
          <a:prstGeom prst="rect">
            <a:avLst/>
          </a:prstGeom>
        </p:spPr>
        <p:txBody>
          <a:bodyPr wrap="square" lIns="0" tIns="0" rIns="0" bIns="0" rtlCol="0" anchor="t">
            <a:spAutoFit/>
          </a:bodyPr>
          <a:lstStyle/>
          <a:p>
            <a:pPr defTabSz="1217930" eaLnBrk="1" hangingPunct="1">
              <a:lnSpc>
                <a:spcPct val="150000"/>
              </a:lnSpc>
              <a:spcBef>
                <a:spcPct val="20000"/>
              </a:spcBef>
            </a:pPr>
            <a:r>
              <a:rPr lang="zh-CN" sz="2000" dirty="0">
                <a:latin typeface="微软雅黑" panose="020B0503020204020204" charset="-122"/>
                <a:ea typeface="微软雅黑" panose="020B0503020204020204" charset="-122"/>
                <a:sym typeface="+mn-ea"/>
              </a:rPr>
              <a:t>请输入内容请输入内容请输入内容请输入内容请输入内容请输入内容请输入内容请输入内容请输入内容请输入内容请输入内容请输入内容请输入内容请输入内容请输入内容</a:t>
            </a:r>
            <a:endParaRPr lang="zh-CN" sz="2000" dirty="0">
              <a:solidFill>
                <a:schemeClr val="tx1"/>
              </a:solidFill>
              <a:latin typeface="微软雅黑" panose="020B0503020204020204" charset="-122"/>
              <a:ea typeface="微软雅黑" panose="020B0503020204020204" charset="-122"/>
              <a:sym typeface="+mn-ea"/>
            </a:endParaRPr>
          </a:p>
          <a:p>
            <a:pPr defTabSz="1217930" eaLnBrk="1" hangingPunct="1">
              <a:lnSpc>
                <a:spcPct val="150000"/>
              </a:lnSpc>
              <a:spcBef>
                <a:spcPct val="20000"/>
              </a:spcBef>
            </a:pPr>
            <a:endParaRPr lang="zh-CN" sz="2000" dirty="0">
              <a:solidFill>
                <a:schemeClr val="tx1"/>
              </a:solidFill>
              <a:latin typeface="微软雅黑" panose="020B0503020204020204" charset="-122"/>
              <a:ea typeface="微软雅黑" panose="020B0503020204020204" charset="-122"/>
              <a:sym typeface="+mn-ea"/>
            </a:endParaRPr>
          </a:p>
        </p:txBody>
      </p:sp>
      <p:grpSp>
        <p:nvGrpSpPr>
          <p:cNvPr id="61" name="Group 61"/>
          <p:cNvGrpSpPr/>
          <p:nvPr/>
        </p:nvGrpSpPr>
        <p:grpSpPr>
          <a:xfrm rot="-2627273">
            <a:off x="3358358" y="7068272"/>
            <a:ext cx="689132" cy="689132"/>
            <a:chOff x="0" y="0"/>
            <a:chExt cx="918842" cy="918842"/>
          </a:xfrm>
          <a:solidFill>
            <a:srgbClr val="369ACC"/>
          </a:solidFill>
        </p:grpSpPr>
        <p:sp>
          <p:nvSpPr>
            <p:cNvPr id="62" name="Freeform 62"/>
            <p:cNvSpPr/>
            <p:nvPr/>
          </p:nvSpPr>
          <p:spPr>
            <a:xfrm>
              <a:off x="0" y="0"/>
              <a:ext cx="918845" cy="918845"/>
            </a:xfrm>
            <a:custGeom>
              <a:avLst/>
              <a:gdLst/>
              <a:ahLst/>
              <a:cxnLst/>
              <a:rect l="l" t="t" r="r" b="b"/>
              <a:pathLst>
                <a:path w="918845" h="918845">
                  <a:moveTo>
                    <a:pt x="918845" y="153162"/>
                  </a:moveTo>
                  <a:cubicBezTo>
                    <a:pt x="918845" y="68580"/>
                    <a:pt x="850265" y="0"/>
                    <a:pt x="765683" y="0"/>
                  </a:cubicBezTo>
                  <a:lnTo>
                    <a:pt x="153162" y="0"/>
                  </a:lnTo>
                  <a:cubicBezTo>
                    <a:pt x="68580" y="0"/>
                    <a:pt x="0" y="68580"/>
                    <a:pt x="0" y="153162"/>
                  </a:cubicBezTo>
                  <a:lnTo>
                    <a:pt x="0" y="765683"/>
                  </a:lnTo>
                  <a:cubicBezTo>
                    <a:pt x="0" y="850265"/>
                    <a:pt x="68580" y="918845"/>
                    <a:pt x="153162" y="918845"/>
                  </a:cubicBezTo>
                  <a:lnTo>
                    <a:pt x="765683" y="918845"/>
                  </a:lnTo>
                  <a:cubicBezTo>
                    <a:pt x="850265" y="918845"/>
                    <a:pt x="918845" y="850265"/>
                    <a:pt x="918845" y="765683"/>
                  </a:cubicBezTo>
                  <a:close/>
                </a:path>
              </a:pathLst>
            </a:custGeom>
            <a:grpFill/>
          </p:spPr>
        </p:sp>
      </p:grpSp>
      <p:sp>
        <p:nvSpPr>
          <p:cNvPr id="63" name="TextBox 63"/>
          <p:cNvSpPr txBox="1"/>
          <p:nvPr/>
        </p:nvSpPr>
        <p:spPr>
          <a:xfrm>
            <a:off x="3265768" y="7174712"/>
            <a:ext cx="874313" cy="461645"/>
          </a:xfrm>
          <a:prstGeom prst="rect">
            <a:avLst/>
          </a:prstGeom>
        </p:spPr>
        <p:txBody>
          <a:bodyPr lIns="0" tIns="0" rIns="0" bIns="0" rtlCol="0" anchor="t">
            <a:spAutoFit/>
          </a:bodyPr>
          <a:lstStyle/>
          <a:p>
            <a:pPr algn="ctr">
              <a:lnSpc>
                <a:spcPts val="3600"/>
              </a:lnSpc>
            </a:pPr>
            <a:r>
              <a:rPr lang="en-US" sz="3000" b="1">
                <a:solidFill>
                  <a:srgbClr val="FFFFFF"/>
                </a:solidFill>
                <a:latin typeface="微软雅黑" panose="020B0503020204020204" charset="-122"/>
                <a:ea typeface="微软雅黑" panose="020B0503020204020204" charset="-122"/>
              </a:rPr>
              <a:t>02</a:t>
            </a:r>
          </a:p>
        </p:txBody>
      </p:sp>
      <p:grpSp>
        <p:nvGrpSpPr>
          <p:cNvPr id="76" name="组合 75"/>
          <p:cNvGrpSpPr/>
          <p:nvPr/>
        </p:nvGrpSpPr>
        <p:grpSpPr>
          <a:xfrm>
            <a:off x="457200" y="419100"/>
            <a:ext cx="5464175" cy="1480820"/>
            <a:chOff x="960" y="1980"/>
            <a:chExt cx="9080" cy="2720"/>
          </a:xfrm>
        </p:grpSpPr>
        <p:grpSp>
          <p:nvGrpSpPr>
            <p:cNvPr id="75" name="组合 74"/>
            <p:cNvGrpSpPr/>
            <p:nvPr/>
          </p:nvGrpSpPr>
          <p:grpSpPr>
            <a:xfrm>
              <a:off x="960" y="1980"/>
              <a:ext cx="9080" cy="2720"/>
              <a:chOff x="960" y="1980"/>
              <a:chExt cx="9080" cy="2720"/>
            </a:xfrm>
          </p:grpSpPr>
          <p:sp>
            <p:nvSpPr>
              <p:cNvPr id="73" name="椭圆 72"/>
              <p:cNvSpPr/>
              <p:nvPr/>
            </p:nvSpPr>
            <p:spPr>
              <a:xfrm>
                <a:off x="960" y="1980"/>
                <a:ext cx="8760" cy="2400"/>
              </a:xfrm>
              <a:prstGeom prst="ellipse">
                <a:avLst/>
              </a:prstGeom>
              <a:solidFill>
                <a:srgbClr val="93CED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280" y="2300"/>
                <a:ext cx="8760" cy="2400"/>
              </a:xfrm>
              <a:prstGeom prst="ellipse">
                <a:avLst/>
              </a:prstGeom>
              <a:noFill/>
              <a:ln>
                <a:solidFill>
                  <a:srgbClr val="369A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TextBox 65"/>
            <p:cNvSpPr txBox="1"/>
            <p:nvPr/>
          </p:nvSpPr>
          <p:spPr>
            <a:xfrm>
              <a:off x="2176" y="2533"/>
              <a:ext cx="6600" cy="1554"/>
            </a:xfrm>
            <a:prstGeom prst="rect">
              <a:avLst/>
            </a:prstGeom>
          </p:spPr>
          <p:txBody>
            <a:bodyPr wrap="square" lIns="0" tIns="0" rIns="0" bIns="0" rtlCol="0" anchor="t">
              <a:spAutoFit/>
            </a:bodyPr>
            <a:lstStyle/>
            <a:p>
              <a:pPr algn="ctr">
                <a:lnSpc>
                  <a:spcPts val="6600"/>
                </a:lnSpc>
              </a:pPr>
              <a:r>
                <a:rPr lang="zh-CN" altLang="en-US" sz="4800" b="1">
                  <a:solidFill>
                    <a:srgbClr val="0070C0"/>
                  </a:solidFill>
                  <a:latin typeface="微软雅黑" panose="020B0503020204020204" charset="-122"/>
                  <a:ea typeface="微软雅黑" panose="020B0503020204020204" charset="-122"/>
                </a:rPr>
                <a:t>单击添加标题</a:t>
              </a:r>
            </a:p>
          </p:txBody>
        </p:sp>
      </p:grpSp>
      <p:pic>
        <p:nvPicPr>
          <p:cNvPr id="72"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4440000" flipH="1">
            <a:off x="14828520" y="-2236470"/>
            <a:ext cx="4131945" cy="4114800"/>
          </a:xfrm>
          <a:prstGeom prst="rect">
            <a:avLst/>
          </a:prstGeom>
        </p:spPr>
      </p:pic>
      <p:pic>
        <p:nvPicPr>
          <p:cNvPr id="87" name="图片 86" descr="logo蓝色"/>
          <p:cNvPicPr>
            <a:picLocks noChangeAspect="1"/>
          </p:cNvPicPr>
          <p:nvPr/>
        </p:nvPicPr>
        <p:blipFill>
          <a:blip r:embed="rId4"/>
          <a:stretch>
            <a:fillRect/>
          </a:stretch>
        </p:blipFill>
        <p:spPr>
          <a:xfrm>
            <a:off x="15163800" y="9258300"/>
            <a:ext cx="2601430" cy="72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840000">
            <a:off x="13344525" y="-927671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0" y="2398395"/>
            <a:ext cx="17782540" cy="6837680"/>
            <a:chOff x="0" y="0"/>
            <a:chExt cx="23709632" cy="10851242"/>
          </a:xfrm>
        </p:grpSpPr>
        <p:sp>
          <p:nvSpPr>
            <p:cNvPr id="44" name="Freeform 44"/>
            <p:cNvSpPr/>
            <p:nvPr/>
          </p:nvSpPr>
          <p:spPr>
            <a:xfrm>
              <a:off x="3175" y="3175"/>
              <a:ext cx="23703279" cy="10844911"/>
            </a:xfrm>
            <a:custGeom>
              <a:avLst/>
              <a:gdLst/>
              <a:ahLst/>
              <a:cxnLst/>
              <a:rect l="l" t="t" r="r" b="b"/>
              <a:pathLst>
                <a:path w="23703279" h="10844911">
                  <a:moveTo>
                    <a:pt x="0" y="0"/>
                  </a:moveTo>
                  <a:lnTo>
                    <a:pt x="18280887" y="0"/>
                  </a:lnTo>
                  <a:cubicBezTo>
                    <a:pt x="21275675" y="0"/>
                    <a:pt x="23703279" y="2427732"/>
                    <a:pt x="23703279" y="5422392"/>
                  </a:cubicBezTo>
                  <a:lnTo>
                    <a:pt x="23703279" y="5422392"/>
                  </a:lnTo>
                  <a:cubicBezTo>
                    <a:pt x="23703279" y="8417179"/>
                    <a:pt x="21275548" y="10844784"/>
                    <a:pt x="18280887" y="10844784"/>
                  </a:cubicBezTo>
                  <a:lnTo>
                    <a:pt x="0" y="10844911"/>
                  </a:lnTo>
                  <a:close/>
                </a:path>
              </a:pathLst>
            </a:custGeom>
            <a:solidFill>
              <a:srgbClr val="FFFFFF"/>
            </a:solidFill>
          </p:spPr>
        </p:sp>
        <p:sp>
          <p:nvSpPr>
            <p:cNvPr id="45" name="Freeform 45"/>
            <p:cNvSpPr/>
            <p:nvPr/>
          </p:nvSpPr>
          <p:spPr>
            <a:xfrm>
              <a:off x="0" y="0"/>
              <a:ext cx="23709629" cy="10851261"/>
            </a:xfrm>
            <a:custGeom>
              <a:avLst/>
              <a:gdLst/>
              <a:ahLst/>
              <a:cxnLst/>
              <a:rect l="l" t="t" r="r" b="b"/>
              <a:pathLst>
                <a:path w="23709629" h="10851261">
                  <a:moveTo>
                    <a:pt x="3175" y="0"/>
                  </a:moveTo>
                  <a:lnTo>
                    <a:pt x="18284062" y="0"/>
                  </a:lnTo>
                  <a:lnTo>
                    <a:pt x="18284062" y="3175"/>
                  </a:lnTo>
                  <a:lnTo>
                    <a:pt x="18284062" y="0"/>
                  </a:lnTo>
                  <a:cubicBezTo>
                    <a:pt x="21280501" y="0"/>
                    <a:pt x="23709629" y="2429129"/>
                    <a:pt x="23709629" y="5425567"/>
                  </a:cubicBezTo>
                  <a:cubicBezTo>
                    <a:pt x="23709629" y="5427345"/>
                    <a:pt x="23708232" y="5428742"/>
                    <a:pt x="23706454" y="5428742"/>
                  </a:cubicBezTo>
                  <a:lnTo>
                    <a:pt x="23706454" y="5428742"/>
                  </a:lnTo>
                  <a:lnTo>
                    <a:pt x="23706454" y="5425567"/>
                  </a:lnTo>
                  <a:lnTo>
                    <a:pt x="23709629" y="5425567"/>
                  </a:lnTo>
                  <a:cubicBezTo>
                    <a:pt x="23709629" y="8422005"/>
                    <a:pt x="21280500" y="10851134"/>
                    <a:pt x="18284062" y="10851134"/>
                  </a:cubicBezTo>
                  <a:lnTo>
                    <a:pt x="18284062" y="10851134"/>
                  </a:lnTo>
                  <a:lnTo>
                    <a:pt x="3175" y="10851261"/>
                  </a:lnTo>
                  <a:cubicBezTo>
                    <a:pt x="1397" y="10851261"/>
                    <a:pt x="0" y="10849864"/>
                    <a:pt x="0" y="10848086"/>
                  </a:cubicBezTo>
                  <a:lnTo>
                    <a:pt x="0" y="3175"/>
                  </a:lnTo>
                  <a:cubicBezTo>
                    <a:pt x="0" y="1397"/>
                    <a:pt x="1397" y="0"/>
                    <a:pt x="3175" y="0"/>
                  </a:cubicBezTo>
                  <a:moveTo>
                    <a:pt x="3175" y="6350"/>
                  </a:moveTo>
                  <a:lnTo>
                    <a:pt x="3175" y="3175"/>
                  </a:lnTo>
                  <a:lnTo>
                    <a:pt x="6350" y="3175"/>
                  </a:lnTo>
                  <a:lnTo>
                    <a:pt x="6350" y="10848086"/>
                  </a:lnTo>
                  <a:lnTo>
                    <a:pt x="3175" y="10848086"/>
                  </a:lnTo>
                  <a:lnTo>
                    <a:pt x="3175" y="10844911"/>
                  </a:lnTo>
                  <a:lnTo>
                    <a:pt x="18284062" y="10844911"/>
                  </a:lnTo>
                  <a:lnTo>
                    <a:pt x="18284062" y="10848086"/>
                  </a:lnTo>
                  <a:lnTo>
                    <a:pt x="18284062" y="10844911"/>
                  </a:lnTo>
                  <a:cubicBezTo>
                    <a:pt x="21277072" y="10844911"/>
                    <a:pt x="23703279" y="8418576"/>
                    <a:pt x="23703279" y="5425694"/>
                  </a:cubicBezTo>
                  <a:cubicBezTo>
                    <a:pt x="23703279" y="5423916"/>
                    <a:pt x="23704676" y="5422519"/>
                    <a:pt x="23706454" y="5422519"/>
                  </a:cubicBezTo>
                  <a:lnTo>
                    <a:pt x="23706454" y="5422519"/>
                  </a:lnTo>
                  <a:lnTo>
                    <a:pt x="23706454" y="5425694"/>
                  </a:lnTo>
                  <a:lnTo>
                    <a:pt x="23703279" y="5425694"/>
                  </a:lnTo>
                  <a:cubicBezTo>
                    <a:pt x="23703280" y="2432685"/>
                    <a:pt x="21276945" y="6350"/>
                    <a:pt x="18284062" y="6350"/>
                  </a:cubicBezTo>
                  <a:lnTo>
                    <a:pt x="3175" y="6350"/>
                  </a:lnTo>
                  <a:close/>
                </a:path>
              </a:pathLst>
            </a:custGeom>
            <a:solidFill>
              <a:srgbClr val="0058E0"/>
            </a:solidFill>
          </p:spPr>
        </p:sp>
      </p:grpSp>
      <p:sp>
        <p:nvSpPr>
          <p:cNvPr id="50" name="TextBox 50"/>
          <p:cNvSpPr txBox="1"/>
          <p:nvPr/>
        </p:nvSpPr>
        <p:spPr>
          <a:xfrm>
            <a:off x="1943843" y="3390944"/>
            <a:ext cx="4110129" cy="553720"/>
          </a:xfrm>
          <a:prstGeom prst="rect">
            <a:avLst/>
          </a:prstGeom>
        </p:spPr>
        <p:txBody>
          <a:bodyPr lIns="0" tIns="0" rIns="0" bIns="0" rtlCol="0" anchor="t">
            <a:spAutoFit/>
          </a:bodyPr>
          <a:lstStyle/>
          <a:p>
            <a:pPr algn="ctr" defTabSz="913130" eaLnBrk="1" hangingPunct="1"/>
            <a:r>
              <a:rPr lang="zh-CN" altLang="en-US" sz="3600" b="1" dirty="0">
                <a:solidFill>
                  <a:srgbClr val="FFFFFF"/>
                </a:solidFill>
                <a:latin typeface="微软雅黑" panose="020B0503020204020204" charset="-122"/>
                <a:ea typeface="微软雅黑" panose="020B0503020204020204" charset="-122"/>
                <a:sym typeface="Gill Sans" panose="020B0502020104020203"/>
              </a:rPr>
              <a:t>单击添加内容</a:t>
            </a:r>
            <a:endParaRPr lang="en-US" sz="3600">
              <a:solidFill>
                <a:srgbClr val="FFFFFF"/>
              </a:solidFill>
              <a:ea typeface="字由点字典黑 65J" panose="02010600030101010101" charset="-122"/>
            </a:endParaRPr>
          </a:p>
        </p:txBody>
      </p:sp>
      <p:grpSp>
        <p:nvGrpSpPr>
          <p:cNvPr id="76" name="组合 75"/>
          <p:cNvGrpSpPr/>
          <p:nvPr/>
        </p:nvGrpSpPr>
        <p:grpSpPr>
          <a:xfrm>
            <a:off x="457200" y="419100"/>
            <a:ext cx="5464175" cy="1480820"/>
            <a:chOff x="960" y="1980"/>
            <a:chExt cx="9080" cy="2720"/>
          </a:xfrm>
        </p:grpSpPr>
        <p:grpSp>
          <p:nvGrpSpPr>
            <p:cNvPr id="75" name="组合 74"/>
            <p:cNvGrpSpPr/>
            <p:nvPr/>
          </p:nvGrpSpPr>
          <p:grpSpPr>
            <a:xfrm>
              <a:off x="960" y="1980"/>
              <a:ext cx="9080" cy="2720"/>
              <a:chOff x="960" y="1980"/>
              <a:chExt cx="9080" cy="2720"/>
            </a:xfrm>
          </p:grpSpPr>
          <p:sp>
            <p:nvSpPr>
              <p:cNvPr id="73" name="椭圆 72"/>
              <p:cNvSpPr/>
              <p:nvPr/>
            </p:nvSpPr>
            <p:spPr>
              <a:xfrm>
                <a:off x="960" y="1980"/>
                <a:ext cx="8760" cy="2400"/>
              </a:xfrm>
              <a:prstGeom prst="ellipse">
                <a:avLst/>
              </a:prstGeom>
              <a:solidFill>
                <a:srgbClr val="93CED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280" y="2300"/>
                <a:ext cx="8760" cy="2400"/>
              </a:xfrm>
              <a:prstGeom prst="ellipse">
                <a:avLst/>
              </a:prstGeom>
              <a:noFill/>
              <a:ln>
                <a:solidFill>
                  <a:srgbClr val="369A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TextBox 65"/>
            <p:cNvSpPr txBox="1"/>
            <p:nvPr/>
          </p:nvSpPr>
          <p:spPr>
            <a:xfrm>
              <a:off x="2176" y="2533"/>
              <a:ext cx="6600" cy="1554"/>
            </a:xfrm>
            <a:prstGeom prst="rect">
              <a:avLst/>
            </a:prstGeom>
          </p:spPr>
          <p:txBody>
            <a:bodyPr wrap="square" lIns="0" tIns="0" rIns="0" bIns="0" rtlCol="0" anchor="t">
              <a:spAutoFit/>
            </a:bodyPr>
            <a:lstStyle/>
            <a:p>
              <a:pPr algn="ctr">
                <a:lnSpc>
                  <a:spcPts val="6600"/>
                </a:lnSpc>
              </a:pPr>
              <a:r>
                <a:rPr lang="zh-CN" altLang="en-US" sz="4800" b="1">
                  <a:solidFill>
                    <a:srgbClr val="0070C0"/>
                  </a:solidFill>
                  <a:latin typeface="微软雅黑" panose="020B0503020204020204" charset="-122"/>
                  <a:ea typeface="微软雅黑" panose="020B0503020204020204" charset="-122"/>
                </a:rPr>
                <a:t>单击添加标题</a:t>
              </a:r>
            </a:p>
          </p:txBody>
        </p:sp>
      </p:grpSp>
      <p:pic>
        <p:nvPicPr>
          <p:cNvPr id="72"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4440000" flipH="1">
            <a:off x="14828520" y="-2236470"/>
            <a:ext cx="4131945" cy="4114800"/>
          </a:xfrm>
          <a:prstGeom prst="rect">
            <a:avLst/>
          </a:prstGeom>
        </p:spPr>
      </p:pic>
      <p:grpSp>
        <p:nvGrpSpPr>
          <p:cNvPr id="3" name="组合 2"/>
          <p:cNvGrpSpPr/>
          <p:nvPr/>
        </p:nvGrpSpPr>
        <p:grpSpPr>
          <a:xfrm>
            <a:off x="609600" y="2699385"/>
            <a:ext cx="9397365" cy="5989955"/>
            <a:chOff x="960" y="4251"/>
            <a:chExt cx="14799" cy="9433"/>
          </a:xfrm>
        </p:grpSpPr>
        <p:pic>
          <p:nvPicPr>
            <p:cNvPr id="2" name="图片 1" descr="E:\2023\PPT模板\配图\夏日动漫风\6e5f8ad9ly1h729jgg5ykj21be0zj0w6.jpg6e5f8ad9ly1h729jgg5ykj21be0zj0w6"/>
            <p:cNvPicPr>
              <a:picLocks noChangeAspect="1"/>
            </p:cNvPicPr>
            <p:nvPr/>
          </p:nvPicPr>
          <p:blipFill>
            <a:blip r:embed="rId4"/>
            <a:srcRect/>
            <a:stretch>
              <a:fillRect/>
            </a:stretch>
          </p:blipFill>
          <p:spPr>
            <a:xfrm>
              <a:off x="5040" y="4251"/>
              <a:ext cx="6049" cy="4534"/>
            </a:xfrm>
            <a:prstGeom prst="roundRect">
              <a:avLst/>
            </a:prstGeom>
          </p:spPr>
        </p:pic>
        <p:grpSp>
          <p:nvGrpSpPr>
            <p:cNvPr id="13" name="组合 12"/>
            <p:cNvGrpSpPr/>
            <p:nvPr/>
          </p:nvGrpSpPr>
          <p:grpSpPr>
            <a:xfrm>
              <a:off x="960" y="9383"/>
              <a:ext cx="14799" cy="4301"/>
              <a:chOff x="6840" y="4369"/>
              <a:chExt cx="14799" cy="4301"/>
            </a:xfrm>
          </p:grpSpPr>
          <p:sp>
            <p:nvSpPr>
              <p:cNvPr id="5" name="圆角矩形 4"/>
              <p:cNvSpPr/>
              <p:nvPr/>
            </p:nvSpPr>
            <p:spPr>
              <a:xfrm>
                <a:off x="6840" y="6086"/>
                <a:ext cx="10284" cy="2584"/>
              </a:xfrm>
              <a:prstGeom prst="roundRect">
                <a:avLst>
                  <a:gd name="adj" fmla="val 6594"/>
                </a:avLst>
              </a:prstGeom>
              <a:solidFill>
                <a:schemeClr val="bg1"/>
              </a:solidFill>
              <a:ln w="2857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60">
                  <a:solidFill>
                    <a:prstClr val="white"/>
                  </a:solidFill>
                  <a:cs typeface="微软雅黑" panose="020B0503020204020204" charset="-122"/>
                </a:endParaRPr>
              </a:p>
            </p:txBody>
          </p:sp>
          <p:sp>
            <p:nvSpPr>
              <p:cNvPr id="9" name="文本框 8"/>
              <p:cNvSpPr txBox="1"/>
              <p:nvPr/>
            </p:nvSpPr>
            <p:spPr>
              <a:xfrm>
                <a:off x="7200" y="6566"/>
                <a:ext cx="14439" cy="1355"/>
              </a:xfrm>
              <a:prstGeom prst="rect">
                <a:avLst/>
              </a:prstGeom>
              <a:noFill/>
            </p:spPr>
            <p:txBody>
              <a:bodyPr wrap="square" rtlCol="0">
                <a:spAutoFit/>
              </a:bodyPr>
              <a:lstStyle/>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请输入内请输入内容请输入内容</a:t>
                </a: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请输入内容请输入内请输入内容请输入内容</a:t>
                </a:r>
              </a:p>
            </p:txBody>
          </p:sp>
          <p:sp>
            <p:nvSpPr>
              <p:cNvPr id="7" name="Freeform 48"/>
              <p:cNvSpPr/>
              <p:nvPr/>
            </p:nvSpPr>
            <p:spPr>
              <a:xfrm>
                <a:off x="11157" y="4369"/>
                <a:ext cx="5932" cy="1119"/>
              </a:xfrm>
              <a:custGeom>
                <a:avLst/>
                <a:gdLst/>
                <a:ahLst/>
                <a:cxnLst/>
                <a:rect l="l" t="t" r="r" b="b"/>
                <a:pathLst>
                  <a:path w="5763418" h="1204214">
                    <a:moveTo>
                      <a:pt x="0" y="602107"/>
                    </a:moveTo>
                    <a:cubicBezTo>
                      <a:pt x="0" y="269621"/>
                      <a:pt x="288735" y="0"/>
                      <a:pt x="644793" y="0"/>
                    </a:cubicBezTo>
                    <a:lnTo>
                      <a:pt x="5118627" y="0"/>
                    </a:lnTo>
                    <a:cubicBezTo>
                      <a:pt x="5474684" y="0"/>
                      <a:pt x="5763418" y="269621"/>
                      <a:pt x="5763418" y="602107"/>
                    </a:cubicBezTo>
                    <a:cubicBezTo>
                      <a:pt x="5763418" y="934593"/>
                      <a:pt x="5474684" y="1204214"/>
                      <a:pt x="5118627" y="1204214"/>
                    </a:cubicBezTo>
                    <a:lnTo>
                      <a:pt x="644793" y="1204214"/>
                    </a:lnTo>
                    <a:cubicBezTo>
                      <a:pt x="288735" y="1204214"/>
                      <a:pt x="0" y="934593"/>
                      <a:pt x="0" y="602107"/>
                    </a:cubicBezTo>
                    <a:close/>
                  </a:path>
                </a:pathLst>
              </a:custGeom>
              <a:solidFill>
                <a:srgbClr val="0070C0"/>
              </a:solidFill>
            </p:spPr>
            <p:txBody>
              <a:bodyPr/>
              <a:lstStyle/>
              <a:p>
                <a:pPr algn="ctr" defTabSz="913130" eaLnBrk="1" hangingPunct="1"/>
                <a:r>
                  <a:rPr lang="zh-CN" altLang="en-US" sz="3200" b="1" dirty="0">
                    <a:solidFill>
                      <a:srgbClr val="FFFFFF"/>
                    </a:solidFill>
                    <a:latin typeface="微软雅黑" panose="020B0503020204020204" charset="-122"/>
                    <a:ea typeface="微软雅黑" panose="020B0503020204020204" charset="-122"/>
                    <a:sym typeface="Gill Sans" panose="020B0502020104020203"/>
                  </a:rPr>
                  <a:t>单击添加内容</a:t>
                </a:r>
              </a:p>
            </p:txBody>
          </p:sp>
        </p:grpSp>
      </p:grpSp>
      <p:grpSp>
        <p:nvGrpSpPr>
          <p:cNvPr id="4" name="组合 3"/>
          <p:cNvGrpSpPr/>
          <p:nvPr/>
        </p:nvGrpSpPr>
        <p:grpSpPr>
          <a:xfrm>
            <a:off x="9448800" y="2663825"/>
            <a:ext cx="9321165" cy="5969000"/>
            <a:chOff x="3000" y="10663"/>
            <a:chExt cx="14679" cy="9400"/>
          </a:xfrm>
        </p:grpSpPr>
        <p:pic>
          <p:nvPicPr>
            <p:cNvPr id="6" name="图片 5" descr="E:\2023\PPT模板\配图\夏日动漫风\6e5f8ad9ly1h729jdwpntj21be0zjtwf.jpg6e5f8ad9ly1h729jdwpntj21be0zjtwf"/>
            <p:cNvPicPr>
              <a:picLocks noChangeAspect="1"/>
            </p:cNvPicPr>
            <p:nvPr/>
          </p:nvPicPr>
          <p:blipFill>
            <a:blip r:embed="rId5"/>
            <a:srcRect/>
            <a:stretch>
              <a:fillRect/>
            </a:stretch>
          </p:blipFill>
          <p:spPr>
            <a:xfrm>
              <a:off x="3120" y="15529"/>
              <a:ext cx="6049" cy="4534"/>
            </a:xfrm>
            <a:prstGeom prst="roundRect">
              <a:avLst/>
            </a:prstGeom>
          </p:spPr>
        </p:pic>
        <p:grpSp>
          <p:nvGrpSpPr>
            <p:cNvPr id="8" name="组合 7"/>
            <p:cNvGrpSpPr/>
            <p:nvPr/>
          </p:nvGrpSpPr>
          <p:grpSpPr>
            <a:xfrm>
              <a:off x="3000" y="10663"/>
              <a:ext cx="14679" cy="4334"/>
              <a:chOff x="8880" y="5649"/>
              <a:chExt cx="14679" cy="4334"/>
            </a:xfrm>
          </p:grpSpPr>
          <p:sp>
            <p:nvSpPr>
              <p:cNvPr id="10" name="圆角矩形 9"/>
              <p:cNvSpPr/>
              <p:nvPr/>
            </p:nvSpPr>
            <p:spPr>
              <a:xfrm>
                <a:off x="8880" y="7399"/>
                <a:ext cx="10284" cy="2584"/>
              </a:xfrm>
              <a:prstGeom prst="roundRect">
                <a:avLst>
                  <a:gd name="adj" fmla="val 6594"/>
                </a:avLst>
              </a:prstGeom>
              <a:solidFill>
                <a:schemeClr val="bg1"/>
              </a:solidFill>
              <a:ln w="2857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60">
                  <a:solidFill>
                    <a:prstClr val="white"/>
                  </a:solidFill>
                  <a:cs typeface="微软雅黑" panose="020B0503020204020204" charset="-122"/>
                </a:endParaRPr>
              </a:p>
            </p:txBody>
          </p:sp>
          <p:sp>
            <p:nvSpPr>
              <p:cNvPr id="11" name="文本框 10"/>
              <p:cNvSpPr txBox="1"/>
              <p:nvPr/>
            </p:nvSpPr>
            <p:spPr>
              <a:xfrm>
                <a:off x="9120" y="7895"/>
                <a:ext cx="14439" cy="1355"/>
              </a:xfrm>
              <a:prstGeom prst="rect">
                <a:avLst/>
              </a:prstGeom>
              <a:noFill/>
            </p:spPr>
            <p:txBody>
              <a:bodyPr wrap="square" rtlCol="0">
                <a:spAutoFit/>
              </a:bodyPr>
              <a:lstStyle/>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请输入内请输入内容请输入内容</a:t>
                </a: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请输入内容请输入内请输入内容请输入内容</a:t>
                </a:r>
              </a:p>
            </p:txBody>
          </p:sp>
          <p:sp>
            <p:nvSpPr>
              <p:cNvPr id="12" name="Freeform 48"/>
              <p:cNvSpPr/>
              <p:nvPr/>
            </p:nvSpPr>
            <p:spPr>
              <a:xfrm>
                <a:off x="8880" y="5649"/>
                <a:ext cx="5932" cy="1119"/>
              </a:xfrm>
              <a:custGeom>
                <a:avLst/>
                <a:gdLst/>
                <a:ahLst/>
                <a:cxnLst/>
                <a:rect l="l" t="t" r="r" b="b"/>
                <a:pathLst>
                  <a:path w="5763418" h="1204214">
                    <a:moveTo>
                      <a:pt x="0" y="602107"/>
                    </a:moveTo>
                    <a:cubicBezTo>
                      <a:pt x="0" y="269621"/>
                      <a:pt x="288735" y="0"/>
                      <a:pt x="644793" y="0"/>
                    </a:cubicBezTo>
                    <a:lnTo>
                      <a:pt x="5118627" y="0"/>
                    </a:lnTo>
                    <a:cubicBezTo>
                      <a:pt x="5474684" y="0"/>
                      <a:pt x="5763418" y="269621"/>
                      <a:pt x="5763418" y="602107"/>
                    </a:cubicBezTo>
                    <a:cubicBezTo>
                      <a:pt x="5763418" y="934593"/>
                      <a:pt x="5474684" y="1204214"/>
                      <a:pt x="5118627" y="1204214"/>
                    </a:cubicBezTo>
                    <a:lnTo>
                      <a:pt x="644793" y="1204214"/>
                    </a:lnTo>
                    <a:cubicBezTo>
                      <a:pt x="288735" y="1204214"/>
                      <a:pt x="0" y="934593"/>
                      <a:pt x="0" y="602107"/>
                    </a:cubicBezTo>
                    <a:close/>
                  </a:path>
                </a:pathLst>
              </a:custGeom>
              <a:solidFill>
                <a:srgbClr val="0070C0"/>
              </a:solidFill>
            </p:spPr>
            <p:txBody>
              <a:bodyPr/>
              <a:lstStyle/>
              <a:p>
                <a:pPr algn="ctr" defTabSz="913130" eaLnBrk="1" hangingPunct="1"/>
                <a:r>
                  <a:rPr lang="zh-CN" altLang="en-US" sz="3200" b="1" dirty="0">
                    <a:solidFill>
                      <a:srgbClr val="FFFFFF"/>
                    </a:solidFill>
                    <a:latin typeface="微软雅黑" panose="020B0503020204020204" charset="-122"/>
                    <a:ea typeface="微软雅黑" panose="020B0503020204020204" charset="-122"/>
                    <a:sym typeface="Gill Sans" panose="020B0502020104020203"/>
                  </a:rPr>
                  <a:t>单击添加内容</a:t>
                </a:r>
              </a:p>
            </p:txBody>
          </p:sp>
        </p:grpSp>
      </p:grpSp>
      <p:cxnSp>
        <p:nvCxnSpPr>
          <p:cNvPr id="14" name="直接连接符 13"/>
          <p:cNvCxnSpPr/>
          <p:nvPr/>
        </p:nvCxnSpPr>
        <p:spPr>
          <a:xfrm>
            <a:off x="8165465" y="2868295"/>
            <a:ext cx="0" cy="577532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pic>
        <p:nvPicPr>
          <p:cNvPr id="87" name="图片 86" descr="logo蓝色"/>
          <p:cNvPicPr>
            <a:picLocks noChangeAspect="1"/>
          </p:cNvPicPr>
          <p:nvPr/>
        </p:nvPicPr>
        <p:blipFill>
          <a:blip r:embed="rId6"/>
          <a:stretch>
            <a:fillRect/>
          </a:stretch>
        </p:blipFill>
        <p:spPr>
          <a:xfrm>
            <a:off x="15163800" y="9258300"/>
            <a:ext cx="2601430" cy="72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21060000" flipV="1">
            <a:off x="9021445" y="739076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4253208" y="3446003"/>
            <a:ext cx="11773908" cy="3449787"/>
            <a:chOff x="0" y="0"/>
            <a:chExt cx="15698544" cy="4599716"/>
          </a:xfrm>
        </p:grpSpPr>
        <p:sp>
          <p:nvSpPr>
            <p:cNvPr id="44" name="Freeform 44"/>
            <p:cNvSpPr/>
            <p:nvPr/>
          </p:nvSpPr>
          <p:spPr>
            <a:xfrm>
              <a:off x="0" y="0"/>
              <a:ext cx="15698471" cy="4599686"/>
            </a:xfrm>
            <a:custGeom>
              <a:avLst/>
              <a:gdLst/>
              <a:ahLst/>
              <a:cxnLst/>
              <a:rect l="l" t="t" r="r" b="b"/>
              <a:pathLst>
                <a:path w="15698471" h="4599686">
                  <a:moveTo>
                    <a:pt x="0" y="400812"/>
                  </a:moveTo>
                  <a:cubicBezTo>
                    <a:pt x="0" y="179451"/>
                    <a:pt x="179451" y="0"/>
                    <a:pt x="400812" y="0"/>
                  </a:cubicBezTo>
                  <a:lnTo>
                    <a:pt x="15297658" y="0"/>
                  </a:lnTo>
                  <a:cubicBezTo>
                    <a:pt x="15519020" y="0"/>
                    <a:pt x="15698471" y="179451"/>
                    <a:pt x="15698471" y="400812"/>
                  </a:cubicBezTo>
                  <a:lnTo>
                    <a:pt x="15698471" y="4198874"/>
                  </a:lnTo>
                  <a:cubicBezTo>
                    <a:pt x="15698471" y="4420235"/>
                    <a:pt x="15519020" y="4599686"/>
                    <a:pt x="15297658" y="4599686"/>
                  </a:cubicBezTo>
                  <a:lnTo>
                    <a:pt x="400812" y="4599686"/>
                  </a:lnTo>
                  <a:cubicBezTo>
                    <a:pt x="179451" y="4599686"/>
                    <a:pt x="0" y="4420235"/>
                    <a:pt x="0" y="4198874"/>
                  </a:cubicBezTo>
                  <a:close/>
                </a:path>
              </a:pathLst>
            </a:custGeom>
            <a:solidFill>
              <a:srgbClr val="F8F8F8"/>
            </a:solidFill>
          </p:spPr>
        </p:sp>
      </p:grpSp>
      <p:grpSp>
        <p:nvGrpSpPr>
          <p:cNvPr id="49" name="Group 49"/>
          <p:cNvGrpSpPr/>
          <p:nvPr/>
        </p:nvGrpSpPr>
        <p:grpSpPr>
          <a:xfrm rot="2627273">
            <a:off x="15087900" y="4212036"/>
            <a:ext cx="1878429" cy="1878429"/>
            <a:chOff x="0" y="0"/>
            <a:chExt cx="2504572" cy="2504572"/>
          </a:xfrm>
          <a:solidFill>
            <a:srgbClr val="369ACC"/>
          </a:solidFill>
        </p:grpSpPr>
        <p:sp>
          <p:nvSpPr>
            <p:cNvPr id="50" name="Freeform 50"/>
            <p:cNvSpPr/>
            <p:nvPr/>
          </p:nvSpPr>
          <p:spPr>
            <a:xfrm>
              <a:off x="0" y="0"/>
              <a:ext cx="2504567" cy="2504567"/>
            </a:xfrm>
            <a:custGeom>
              <a:avLst/>
              <a:gdLst/>
              <a:ahLst/>
              <a:cxnLst/>
              <a:rect l="l" t="t" r="r" b="b"/>
              <a:pathLst>
                <a:path w="2504567" h="2504567">
                  <a:moveTo>
                    <a:pt x="0" y="417449"/>
                  </a:moveTo>
                  <a:cubicBezTo>
                    <a:pt x="0" y="186944"/>
                    <a:pt x="186944" y="0"/>
                    <a:pt x="417449" y="0"/>
                  </a:cubicBezTo>
                  <a:lnTo>
                    <a:pt x="2087118" y="0"/>
                  </a:lnTo>
                  <a:cubicBezTo>
                    <a:pt x="2317623" y="0"/>
                    <a:pt x="2504567" y="186944"/>
                    <a:pt x="2504567" y="417449"/>
                  </a:cubicBezTo>
                  <a:lnTo>
                    <a:pt x="2504567" y="2087118"/>
                  </a:lnTo>
                  <a:cubicBezTo>
                    <a:pt x="2504567" y="2317623"/>
                    <a:pt x="2317623" y="2504567"/>
                    <a:pt x="2087118" y="2504567"/>
                  </a:cubicBezTo>
                  <a:lnTo>
                    <a:pt x="417449" y="2504567"/>
                  </a:lnTo>
                  <a:cubicBezTo>
                    <a:pt x="186944" y="2504567"/>
                    <a:pt x="0" y="2317623"/>
                    <a:pt x="0" y="2087118"/>
                  </a:cubicBezTo>
                  <a:close/>
                </a:path>
              </a:pathLst>
            </a:custGeom>
            <a:grpFill/>
          </p:spPr>
        </p:sp>
      </p:grpSp>
      <p:sp>
        <p:nvSpPr>
          <p:cNvPr id="55" name="TextBox 55"/>
          <p:cNvSpPr txBox="1"/>
          <p:nvPr/>
        </p:nvSpPr>
        <p:spPr>
          <a:xfrm>
            <a:off x="14870148" y="4609878"/>
            <a:ext cx="2341253" cy="1107440"/>
          </a:xfrm>
          <a:prstGeom prst="rect">
            <a:avLst/>
          </a:prstGeom>
        </p:spPr>
        <p:txBody>
          <a:bodyPr lIns="0" tIns="0" rIns="0" bIns="0" rtlCol="0" anchor="t">
            <a:spAutoFit/>
          </a:bodyPr>
          <a:lstStyle/>
          <a:p>
            <a:pPr algn="ctr">
              <a:lnSpc>
                <a:spcPts val="8640"/>
              </a:lnSpc>
            </a:pPr>
            <a:r>
              <a:rPr lang="en-US" sz="8000">
                <a:solidFill>
                  <a:srgbClr val="FFFFFF"/>
                </a:solidFill>
                <a:latin typeface="字由点字典黑 65J" panose="02010600030101010101" charset="-122"/>
              </a:rPr>
              <a:t>02</a:t>
            </a:r>
          </a:p>
        </p:txBody>
      </p:sp>
      <p:sp>
        <p:nvSpPr>
          <p:cNvPr id="56" name="TextBox 56"/>
          <p:cNvSpPr txBox="1"/>
          <p:nvPr/>
        </p:nvSpPr>
        <p:spPr>
          <a:xfrm>
            <a:off x="7391340" y="4032885"/>
            <a:ext cx="6407150" cy="1107440"/>
          </a:xfrm>
          <a:prstGeom prst="rect">
            <a:avLst/>
          </a:prstGeom>
        </p:spPr>
        <p:txBody>
          <a:bodyPr wrap="square" lIns="0" tIns="0" rIns="0" bIns="0" rtlCol="0" anchor="t">
            <a:spAutoFit/>
          </a:bodyPr>
          <a:lstStyle/>
          <a:p>
            <a:pPr algn="l">
              <a:lnSpc>
                <a:spcPts val="8640"/>
              </a:lnSpc>
            </a:pPr>
            <a:r>
              <a:rPr lang="zh-CN" altLang="en-US" sz="8000" b="1">
                <a:solidFill>
                  <a:srgbClr val="369ACC"/>
                </a:solidFill>
                <a:latin typeface="微软雅黑" panose="020B0503020204020204" charset="-122"/>
                <a:ea typeface="微软雅黑" panose="020B0503020204020204" charset="-122"/>
              </a:rPr>
              <a:t>单击添加标题</a:t>
            </a:r>
          </a:p>
        </p:txBody>
      </p:sp>
      <p:sp>
        <p:nvSpPr>
          <p:cNvPr id="57" name="TextBox 57"/>
          <p:cNvSpPr txBox="1"/>
          <p:nvPr/>
        </p:nvSpPr>
        <p:spPr>
          <a:xfrm>
            <a:off x="7391340" y="5447990"/>
            <a:ext cx="5539980" cy="708279"/>
          </a:xfrm>
          <a:prstGeom prst="rect">
            <a:avLst/>
          </a:prstGeom>
        </p:spPr>
        <p:txBody>
          <a:bodyPr lIns="0" tIns="0" rIns="0" bIns="0" rtlCol="0" anchor="t">
            <a:spAutoFit/>
          </a:bodyPr>
          <a:lstStyle/>
          <a:p>
            <a:pPr algn="l">
              <a:lnSpc>
                <a:spcPts val="2805"/>
              </a:lnSpc>
            </a:pPr>
            <a:r>
              <a:rPr lang="en-US" sz="1800">
                <a:solidFill>
                  <a:srgbClr val="3B424B"/>
                </a:solidFill>
                <a:ea typeface="字由点字典黑 45J"/>
              </a:rPr>
              <a:t>单击此处输入你的正文，文字是您思想的提炼，为了最终演示发布的良好效果，请尽量言简意赅的阐述观点</a:t>
            </a:r>
          </a:p>
        </p:txBody>
      </p:sp>
      <p:sp>
        <p:nvSpPr>
          <p:cNvPr id="58" name="TextBox 58"/>
          <p:cNvSpPr txBox="1"/>
          <p:nvPr/>
        </p:nvSpPr>
        <p:spPr>
          <a:xfrm>
            <a:off x="7391340" y="2245853"/>
            <a:ext cx="5528978" cy="1200150"/>
          </a:xfrm>
          <a:prstGeom prst="rect">
            <a:avLst/>
          </a:prstGeom>
        </p:spPr>
        <p:txBody>
          <a:bodyPr lIns="0" tIns="0" rIns="0" bIns="0" rtlCol="0" anchor="t">
            <a:spAutoFit/>
          </a:bodyPr>
          <a:lstStyle/>
          <a:p>
            <a:pPr algn="ctr">
              <a:lnSpc>
                <a:spcPts val="9360"/>
              </a:lnSpc>
            </a:pPr>
            <a:r>
              <a:rPr lang="en-US" sz="7800" b="1">
                <a:solidFill>
                  <a:srgbClr val="369ACC"/>
                </a:solidFill>
                <a:latin typeface="Arimo" panose="020B0604020202020204"/>
              </a:rPr>
              <a:t>PART TWO</a:t>
            </a:r>
          </a:p>
        </p:txBody>
      </p:sp>
      <p:pic>
        <p:nvPicPr>
          <p:cNvPr id="2" name="图片 1" descr="logo蓝色"/>
          <p:cNvPicPr>
            <a:picLocks noChangeAspect="1"/>
          </p:cNvPicPr>
          <p:nvPr/>
        </p:nvPicPr>
        <p:blipFill>
          <a:blip r:embed="rId2"/>
          <a:stretch>
            <a:fillRect/>
          </a:stretch>
        </p:blipFill>
        <p:spPr>
          <a:xfrm>
            <a:off x="15011400" y="419100"/>
            <a:ext cx="2601430" cy="720000"/>
          </a:xfrm>
          <a:prstGeom prst="rect">
            <a:avLst/>
          </a:prstGeom>
        </p:spPr>
      </p:pic>
      <p:grpSp>
        <p:nvGrpSpPr>
          <p:cNvPr id="19" name="组合 18"/>
          <p:cNvGrpSpPr/>
          <p:nvPr/>
        </p:nvGrpSpPr>
        <p:grpSpPr>
          <a:xfrm>
            <a:off x="964793" y="0"/>
            <a:ext cx="5552333" cy="9834277"/>
            <a:chOff x="1523997" y="1"/>
            <a:chExt cx="5552333" cy="9834277"/>
          </a:xfrm>
        </p:grpSpPr>
        <p:sp>
          <p:nvSpPr>
            <p:cNvPr id="20" name="Freeform 46"/>
            <p:cNvSpPr/>
            <p:nvPr/>
          </p:nvSpPr>
          <p:spPr>
            <a:xfrm rot="5400000">
              <a:off x="-588400" y="2140972"/>
              <a:ext cx="9777127" cy="5552333"/>
            </a:xfrm>
            <a:custGeom>
              <a:avLst/>
              <a:gdLst/>
              <a:ahLst/>
              <a:cxnLst/>
              <a:rect l="l" t="t" r="r" b="b"/>
              <a:pathLst>
                <a:path w="13036169" h="7511161">
                  <a:moveTo>
                    <a:pt x="0" y="0"/>
                  </a:moveTo>
                  <a:lnTo>
                    <a:pt x="9280525" y="0"/>
                  </a:lnTo>
                  <a:cubicBezTo>
                    <a:pt x="11354689" y="0"/>
                    <a:pt x="13036169" y="1681480"/>
                    <a:pt x="13036169" y="3755644"/>
                  </a:cubicBezTo>
                  <a:cubicBezTo>
                    <a:pt x="13036169" y="5829808"/>
                    <a:pt x="11354689" y="7511161"/>
                    <a:pt x="9280525" y="7511161"/>
                  </a:cubicBezTo>
                  <a:lnTo>
                    <a:pt x="0" y="7511161"/>
                  </a:lnTo>
                  <a:close/>
                </a:path>
              </a:pathLst>
            </a:custGeom>
            <a:blipFill rotWithShape="0">
              <a:blip r:embed="rId3"/>
              <a:stretch>
                <a:fillRect l="-26917" t="-10817" r="-8769" b="-4923"/>
              </a:stretch>
            </a:blipFill>
            <a:ln>
              <a:solidFill>
                <a:srgbClr val="62BBDB"/>
              </a:solidFill>
            </a:ln>
          </p:spPr>
          <p:txBody>
            <a:bodyPr/>
            <a:lstStyle/>
            <a:p>
              <a:r>
                <a:rPr lang="zh-CN" altLang="en-US" u="sng" dirty="0"/>
                <a:t>z</a:t>
              </a:r>
              <a:endParaRPr lang="zh-CN" altLang="en-US" dirty="0"/>
            </a:p>
          </p:txBody>
        </p:sp>
        <p:sp>
          <p:nvSpPr>
            <p:cNvPr id="21" name="Freeform 47"/>
            <p:cNvSpPr/>
            <p:nvPr/>
          </p:nvSpPr>
          <p:spPr>
            <a:xfrm rot="5400000">
              <a:off x="-616975" y="2140973"/>
              <a:ext cx="9834277" cy="5552333"/>
            </a:xfrm>
            <a:custGeom>
              <a:avLst/>
              <a:gdLst/>
              <a:ahLst/>
              <a:cxnLst/>
              <a:rect l="l" t="t" r="r" b="b"/>
              <a:pathLst>
                <a:path w="13112369" h="7587488">
                  <a:moveTo>
                    <a:pt x="38100" y="0"/>
                  </a:moveTo>
                  <a:lnTo>
                    <a:pt x="9318625" y="0"/>
                  </a:lnTo>
                  <a:lnTo>
                    <a:pt x="9318625" y="38100"/>
                  </a:lnTo>
                  <a:lnTo>
                    <a:pt x="9318625" y="0"/>
                  </a:lnTo>
                  <a:cubicBezTo>
                    <a:pt x="11413871" y="0"/>
                    <a:pt x="13112369" y="1698498"/>
                    <a:pt x="13112369" y="3793744"/>
                  </a:cubicBezTo>
                  <a:lnTo>
                    <a:pt x="13074269" y="3793744"/>
                  </a:lnTo>
                  <a:lnTo>
                    <a:pt x="13112369" y="3793744"/>
                  </a:lnTo>
                  <a:cubicBezTo>
                    <a:pt x="13112369" y="5888990"/>
                    <a:pt x="11413871" y="7587488"/>
                    <a:pt x="9318625" y="7587488"/>
                  </a:cubicBezTo>
                  <a:lnTo>
                    <a:pt x="9318625" y="7549388"/>
                  </a:lnTo>
                  <a:lnTo>
                    <a:pt x="9318625" y="7587488"/>
                  </a:lnTo>
                  <a:lnTo>
                    <a:pt x="38100" y="7587488"/>
                  </a:lnTo>
                  <a:cubicBezTo>
                    <a:pt x="17018" y="7587488"/>
                    <a:pt x="0" y="7570470"/>
                    <a:pt x="0" y="7549388"/>
                  </a:cubicBezTo>
                  <a:lnTo>
                    <a:pt x="0" y="38100"/>
                  </a:lnTo>
                  <a:cubicBezTo>
                    <a:pt x="0" y="17018"/>
                    <a:pt x="17018" y="0"/>
                    <a:pt x="38100" y="0"/>
                  </a:cubicBezTo>
                  <a:moveTo>
                    <a:pt x="38100" y="76200"/>
                  </a:moveTo>
                  <a:lnTo>
                    <a:pt x="38100" y="38100"/>
                  </a:lnTo>
                  <a:lnTo>
                    <a:pt x="76200" y="38100"/>
                  </a:lnTo>
                  <a:lnTo>
                    <a:pt x="76200" y="7549261"/>
                  </a:lnTo>
                  <a:lnTo>
                    <a:pt x="38100" y="7549261"/>
                  </a:lnTo>
                  <a:lnTo>
                    <a:pt x="38100" y="7511161"/>
                  </a:lnTo>
                  <a:lnTo>
                    <a:pt x="9318625" y="7511161"/>
                  </a:lnTo>
                  <a:cubicBezTo>
                    <a:pt x="11371707" y="7511161"/>
                    <a:pt x="13036169" y="5846826"/>
                    <a:pt x="13036169" y="3793617"/>
                  </a:cubicBezTo>
                  <a:cubicBezTo>
                    <a:pt x="13036169" y="1740408"/>
                    <a:pt x="11371707" y="76200"/>
                    <a:pt x="9318625" y="76200"/>
                  </a:cubicBezTo>
                  <a:lnTo>
                    <a:pt x="38100" y="76200"/>
                  </a:lnTo>
                  <a:close/>
                </a:path>
              </a:pathLst>
            </a:custGeom>
            <a:solidFill>
              <a:srgbClr val="369ACC"/>
            </a:solid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840000">
            <a:off x="13344525" y="-927671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0" y="2398395"/>
            <a:ext cx="17782540" cy="6837680"/>
            <a:chOff x="0" y="0"/>
            <a:chExt cx="23709632" cy="10851242"/>
          </a:xfrm>
        </p:grpSpPr>
        <p:sp>
          <p:nvSpPr>
            <p:cNvPr id="44" name="Freeform 44"/>
            <p:cNvSpPr/>
            <p:nvPr/>
          </p:nvSpPr>
          <p:spPr>
            <a:xfrm>
              <a:off x="3175" y="3175"/>
              <a:ext cx="23703279" cy="10844911"/>
            </a:xfrm>
            <a:custGeom>
              <a:avLst/>
              <a:gdLst/>
              <a:ahLst/>
              <a:cxnLst/>
              <a:rect l="l" t="t" r="r" b="b"/>
              <a:pathLst>
                <a:path w="23703279" h="10844911">
                  <a:moveTo>
                    <a:pt x="0" y="0"/>
                  </a:moveTo>
                  <a:lnTo>
                    <a:pt x="18280887" y="0"/>
                  </a:lnTo>
                  <a:cubicBezTo>
                    <a:pt x="21275675" y="0"/>
                    <a:pt x="23703279" y="2427732"/>
                    <a:pt x="23703279" y="5422392"/>
                  </a:cubicBezTo>
                  <a:lnTo>
                    <a:pt x="23703279" y="5422392"/>
                  </a:lnTo>
                  <a:cubicBezTo>
                    <a:pt x="23703279" y="8417179"/>
                    <a:pt x="21275548" y="10844784"/>
                    <a:pt x="18280887" y="10844784"/>
                  </a:cubicBezTo>
                  <a:lnTo>
                    <a:pt x="0" y="10844911"/>
                  </a:lnTo>
                  <a:close/>
                </a:path>
              </a:pathLst>
            </a:custGeom>
            <a:solidFill>
              <a:srgbClr val="FFFFFF"/>
            </a:solidFill>
          </p:spPr>
        </p:sp>
        <p:sp>
          <p:nvSpPr>
            <p:cNvPr id="45" name="Freeform 45"/>
            <p:cNvSpPr/>
            <p:nvPr/>
          </p:nvSpPr>
          <p:spPr>
            <a:xfrm>
              <a:off x="0" y="0"/>
              <a:ext cx="23709629" cy="10851261"/>
            </a:xfrm>
            <a:custGeom>
              <a:avLst/>
              <a:gdLst/>
              <a:ahLst/>
              <a:cxnLst/>
              <a:rect l="l" t="t" r="r" b="b"/>
              <a:pathLst>
                <a:path w="23709629" h="10851261">
                  <a:moveTo>
                    <a:pt x="3175" y="0"/>
                  </a:moveTo>
                  <a:lnTo>
                    <a:pt x="18284062" y="0"/>
                  </a:lnTo>
                  <a:lnTo>
                    <a:pt x="18284062" y="3175"/>
                  </a:lnTo>
                  <a:lnTo>
                    <a:pt x="18284062" y="0"/>
                  </a:lnTo>
                  <a:cubicBezTo>
                    <a:pt x="21280501" y="0"/>
                    <a:pt x="23709629" y="2429129"/>
                    <a:pt x="23709629" y="5425567"/>
                  </a:cubicBezTo>
                  <a:cubicBezTo>
                    <a:pt x="23709629" y="5427345"/>
                    <a:pt x="23708232" y="5428742"/>
                    <a:pt x="23706454" y="5428742"/>
                  </a:cubicBezTo>
                  <a:lnTo>
                    <a:pt x="23706454" y="5428742"/>
                  </a:lnTo>
                  <a:lnTo>
                    <a:pt x="23706454" y="5425567"/>
                  </a:lnTo>
                  <a:lnTo>
                    <a:pt x="23709629" y="5425567"/>
                  </a:lnTo>
                  <a:cubicBezTo>
                    <a:pt x="23709629" y="8422005"/>
                    <a:pt x="21280500" y="10851134"/>
                    <a:pt x="18284062" y="10851134"/>
                  </a:cubicBezTo>
                  <a:lnTo>
                    <a:pt x="18284062" y="10851134"/>
                  </a:lnTo>
                  <a:lnTo>
                    <a:pt x="3175" y="10851261"/>
                  </a:lnTo>
                  <a:cubicBezTo>
                    <a:pt x="1397" y="10851261"/>
                    <a:pt x="0" y="10849864"/>
                    <a:pt x="0" y="10848086"/>
                  </a:cubicBezTo>
                  <a:lnTo>
                    <a:pt x="0" y="3175"/>
                  </a:lnTo>
                  <a:cubicBezTo>
                    <a:pt x="0" y="1397"/>
                    <a:pt x="1397" y="0"/>
                    <a:pt x="3175" y="0"/>
                  </a:cubicBezTo>
                  <a:moveTo>
                    <a:pt x="3175" y="6350"/>
                  </a:moveTo>
                  <a:lnTo>
                    <a:pt x="3175" y="3175"/>
                  </a:lnTo>
                  <a:lnTo>
                    <a:pt x="6350" y="3175"/>
                  </a:lnTo>
                  <a:lnTo>
                    <a:pt x="6350" y="10848086"/>
                  </a:lnTo>
                  <a:lnTo>
                    <a:pt x="3175" y="10848086"/>
                  </a:lnTo>
                  <a:lnTo>
                    <a:pt x="3175" y="10844911"/>
                  </a:lnTo>
                  <a:lnTo>
                    <a:pt x="18284062" y="10844911"/>
                  </a:lnTo>
                  <a:lnTo>
                    <a:pt x="18284062" y="10848086"/>
                  </a:lnTo>
                  <a:lnTo>
                    <a:pt x="18284062" y="10844911"/>
                  </a:lnTo>
                  <a:cubicBezTo>
                    <a:pt x="21277072" y="10844911"/>
                    <a:pt x="23703279" y="8418576"/>
                    <a:pt x="23703279" y="5425694"/>
                  </a:cubicBezTo>
                  <a:cubicBezTo>
                    <a:pt x="23703279" y="5423916"/>
                    <a:pt x="23704676" y="5422519"/>
                    <a:pt x="23706454" y="5422519"/>
                  </a:cubicBezTo>
                  <a:lnTo>
                    <a:pt x="23706454" y="5422519"/>
                  </a:lnTo>
                  <a:lnTo>
                    <a:pt x="23706454" y="5425694"/>
                  </a:lnTo>
                  <a:lnTo>
                    <a:pt x="23703279" y="5425694"/>
                  </a:lnTo>
                  <a:cubicBezTo>
                    <a:pt x="23703280" y="2432685"/>
                    <a:pt x="21276945" y="6350"/>
                    <a:pt x="18284062" y="6350"/>
                  </a:cubicBezTo>
                  <a:lnTo>
                    <a:pt x="3175" y="6350"/>
                  </a:lnTo>
                  <a:close/>
                </a:path>
              </a:pathLst>
            </a:custGeom>
            <a:solidFill>
              <a:srgbClr val="0058E0"/>
            </a:solidFill>
          </p:spPr>
        </p:sp>
      </p:grpSp>
      <p:grpSp>
        <p:nvGrpSpPr>
          <p:cNvPr id="57" name="Group 57"/>
          <p:cNvGrpSpPr/>
          <p:nvPr/>
        </p:nvGrpSpPr>
        <p:grpSpPr>
          <a:xfrm>
            <a:off x="18669240" y="4076534"/>
            <a:ext cx="11049339" cy="1324641"/>
            <a:chOff x="0" y="0"/>
            <a:chExt cx="14732452" cy="1766188"/>
          </a:xfrm>
        </p:grpSpPr>
        <p:sp>
          <p:nvSpPr>
            <p:cNvPr id="58" name="Freeform 58"/>
            <p:cNvSpPr/>
            <p:nvPr/>
          </p:nvSpPr>
          <p:spPr>
            <a:xfrm>
              <a:off x="0" y="0"/>
              <a:ext cx="14732508" cy="1766189"/>
            </a:xfrm>
            <a:custGeom>
              <a:avLst/>
              <a:gdLst/>
              <a:ahLst/>
              <a:cxnLst/>
              <a:rect l="l" t="t" r="r" b="b"/>
              <a:pathLst>
                <a:path w="14732508" h="1766189">
                  <a:moveTo>
                    <a:pt x="14732508" y="294386"/>
                  </a:moveTo>
                  <a:cubicBezTo>
                    <a:pt x="14732508" y="131826"/>
                    <a:pt x="14600682" y="0"/>
                    <a:pt x="14438122" y="0"/>
                  </a:cubicBezTo>
                  <a:lnTo>
                    <a:pt x="294386" y="0"/>
                  </a:lnTo>
                  <a:cubicBezTo>
                    <a:pt x="131826" y="0"/>
                    <a:pt x="0" y="131826"/>
                    <a:pt x="0" y="294386"/>
                  </a:cubicBezTo>
                  <a:lnTo>
                    <a:pt x="0" y="1471803"/>
                  </a:lnTo>
                  <a:cubicBezTo>
                    <a:pt x="0" y="1634363"/>
                    <a:pt x="131826" y="1766189"/>
                    <a:pt x="294386" y="1766189"/>
                  </a:cubicBezTo>
                  <a:lnTo>
                    <a:pt x="14438122" y="1766189"/>
                  </a:lnTo>
                  <a:cubicBezTo>
                    <a:pt x="14600682" y="1766189"/>
                    <a:pt x="14732508" y="1634363"/>
                    <a:pt x="14732508" y="1471803"/>
                  </a:cubicBezTo>
                  <a:close/>
                </a:path>
              </a:pathLst>
            </a:custGeom>
            <a:solidFill>
              <a:srgbClr val="F8F8F8"/>
            </a:solidFill>
          </p:spPr>
        </p:sp>
      </p:grpSp>
      <p:grpSp>
        <p:nvGrpSpPr>
          <p:cNvPr id="76" name="组合 75"/>
          <p:cNvGrpSpPr/>
          <p:nvPr/>
        </p:nvGrpSpPr>
        <p:grpSpPr>
          <a:xfrm>
            <a:off x="457200" y="419100"/>
            <a:ext cx="5464175" cy="1480820"/>
            <a:chOff x="960" y="1980"/>
            <a:chExt cx="9080" cy="2720"/>
          </a:xfrm>
        </p:grpSpPr>
        <p:grpSp>
          <p:nvGrpSpPr>
            <p:cNvPr id="75" name="组合 74"/>
            <p:cNvGrpSpPr/>
            <p:nvPr/>
          </p:nvGrpSpPr>
          <p:grpSpPr>
            <a:xfrm>
              <a:off x="960" y="1980"/>
              <a:ext cx="9080" cy="2720"/>
              <a:chOff x="960" y="1980"/>
              <a:chExt cx="9080" cy="2720"/>
            </a:xfrm>
          </p:grpSpPr>
          <p:sp>
            <p:nvSpPr>
              <p:cNvPr id="73" name="椭圆 72"/>
              <p:cNvSpPr/>
              <p:nvPr/>
            </p:nvSpPr>
            <p:spPr>
              <a:xfrm>
                <a:off x="960" y="1980"/>
                <a:ext cx="8760" cy="2400"/>
              </a:xfrm>
              <a:prstGeom prst="ellipse">
                <a:avLst/>
              </a:prstGeom>
              <a:solidFill>
                <a:srgbClr val="93CED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280" y="2300"/>
                <a:ext cx="8760" cy="2400"/>
              </a:xfrm>
              <a:prstGeom prst="ellipse">
                <a:avLst/>
              </a:prstGeom>
              <a:noFill/>
              <a:ln>
                <a:solidFill>
                  <a:srgbClr val="369A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TextBox 65"/>
            <p:cNvSpPr txBox="1"/>
            <p:nvPr/>
          </p:nvSpPr>
          <p:spPr>
            <a:xfrm>
              <a:off x="2176" y="2533"/>
              <a:ext cx="6600" cy="1554"/>
            </a:xfrm>
            <a:prstGeom prst="rect">
              <a:avLst/>
            </a:prstGeom>
          </p:spPr>
          <p:txBody>
            <a:bodyPr wrap="square" lIns="0" tIns="0" rIns="0" bIns="0" rtlCol="0" anchor="t">
              <a:spAutoFit/>
            </a:bodyPr>
            <a:lstStyle/>
            <a:p>
              <a:pPr algn="ctr">
                <a:lnSpc>
                  <a:spcPts val="6600"/>
                </a:lnSpc>
              </a:pPr>
              <a:r>
                <a:rPr lang="zh-CN" altLang="en-US" sz="4800" b="1">
                  <a:solidFill>
                    <a:srgbClr val="0070C0"/>
                  </a:solidFill>
                  <a:latin typeface="微软雅黑" panose="020B0503020204020204" charset="-122"/>
                  <a:ea typeface="微软雅黑" panose="020B0503020204020204" charset="-122"/>
                </a:rPr>
                <a:t>单击添加标题</a:t>
              </a:r>
            </a:p>
          </p:txBody>
        </p:sp>
      </p:grpSp>
      <p:pic>
        <p:nvPicPr>
          <p:cNvPr id="72"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4440000" flipH="1">
            <a:off x="14828520" y="-2236470"/>
            <a:ext cx="4131945" cy="4114800"/>
          </a:xfrm>
          <a:prstGeom prst="rect">
            <a:avLst/>
          </a:prstGeom>
        </p:spPr>
      </p:pic>
      <p:sp>
        <p:nvSpPr>
          <p:cNvPr id="3" name="Freeform 48"/>
          <p:cNvSpPr/>
          <p:nvPr/>
        </p:nvSpPr>
        <p:spPr>
          <a:xfrm>
            <a:off x="838200" y="2781300"/>
            <a:ext cx="3766820" cy="710565"/>
          </a:xfrm>
          <a:custGeom>
            <a:avLst/>
            <a:gdLst/>
            <a:ahLst/>
            <a:cxnLst/>
            <a:rect l="l" t="t" r="r" b="b"/>
            <a:pathLst>
              <a:path w="5763418" h="1204214">
                <a:moveTo>
                  <a:pt x="0" y="602107"/>
                </a:moveTo>
                <a:cubicBezTo>
                  <a:pt x="0" y="269621"/>
                  <a:pt x="288735" y="0"/>
                  <a:pt x="644793" y="0"/>
                </a:cubicBezTo>
                <a:lnTo>
                  <a:pt x="5118627" y="0"/>
                </a:lnTo>
                <a:cubicBezTo>
                  <a:pt x="5474684" y="0"/>
                  <a:pt x="5763418" y="269621"/>
                  <a:pt x="5763418" y="602107"/>
                </a:cubicBezTo>
                <a:cubicBezTo>
                  <a:pt x="5763418" y="934593"/>
                  <a:pt x="5474684" y="1204214"/>
                  <a:pt x="5118627" y="1204214"/>
                </a:cubicBezTo>
                <a:lnTo>
                  <a:pt x="644793" y="1204214"/>
                </a:lnTo>
                <a:cubicBezTo>
                  <a:pt x="288735" y="1204214"/>
                  <a:pt x="0" y="934593"/>
                  <a:pt x="0" y="602107"/>
                </a:cubicBezTo>
                <a:close/>
              </a:path>
            </a:pathLst>
          </a:custGeom>
          <a:solidFill>
            <a:srgbClr val="0070C0"/>
          </a:solidFill>
        </p:spPr>
        <p:txBody>
          <a:bodyPr/>
          <a:lstStyle/>
          <a:p>
            <a:pPr algn="ctr" defTabSz="913130" eaLnBrk="1" hangingPunct="1"/>
            <a:r>
              <a:rPr lang="zh-CN" altLang="en-US" sz="3200" b="1" dirty="0">
                <a:solidFill>
                  <a:srgbClr val="FFFFFF"/>
                </a:solidFill>
                <a:latin typeface="微软雅黑" panose="020B0503020204020204" charset="-122"/>
                <a:ea typeface="微软雅黑" panose="020B0503020204020204" charset="-122"/>
                <a:sym typeface="Gill Sans" panose="020B0502020104020203"/>
              </a:rPr>
              <a:t>单击添加内容</a:t>
            </a:r>
          </a:p>
        </p:txBody>
      </p:sp>
      <p:pic>
        <p:nvPicPr>
          <p:cNvPr id="6" name="图片 5" descr="WechatIMG2186"/>
          <p:cNvPicPr>
            <a:picLocks noChangeAspect="1"/>
          </p:cNvPicPr>
          <p:nvPr/>
        </p:nvPicPr>
        <p:blipFill>
          <a:blip r:embed="rId4"/>
          <a:stretch>
            <a:fillRect/>
          </a:stretch>
        </p:blipFill>
        <p:spPr>
          <a:xfrm>
            <a:off x="649605" y="3848100"/>
            <a:ext cx="4321066" cy="2880000"/>
          </a:xfrm>
          <a:prstGeom prst="rect">
            <a:avLst/>
          </a:prstGeom>
          <a:ln>
            <a:solidFill>
              <a:srgbClr val="0070C0"/>
            </a:solidFill>
          </a:ln>
        </p:spPr>
      </p:pic>
      <p:sp>
        <p:nvSpPr>
          <p:cNvPr id="21" name="文本框 20"/>
          <p:cNvSpPr txBox="1"/>
          <p:nvPr/>
        </p:nvSpPr>
        <p:spPr>
          <a:xfrm>
            <a:off x="708025" y="7048500"/>
            <a:ext cx="4234180" cy="1630045"/>
          </a:xfrm>
          <a:prstGeom prst="rect">
            <a:avLst/>
          </a:prstGeom>
          <a:noFill/>
        </p:spPr>
        <p:txBody>
          <a:bodyPr wrap="square" rtlCol="0">
            <a:spAutoFit/>
          </a:bodyPr>
          <a:lstStyle/>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p:txBody>
      </p:sp>
      <p:sp>
        <p:nvSpPr>
          <p:cNvPr id="7" name="Freeform 48"/>
          <p:cNvSpPr/>
          <p:nvPr/>
        </p:nvSpPr>
        <p:spPr>
          <a:xfrm>
            <a:off x="6109970" y="2781300"/>
            <a:ext cx="3766820" cy="710565"/>
          </a:xfrm>
          <a:custGeom>
            <a:avLst/>
            <a:gdLst/>
            <a:ahLst/>
            <a:cxnLst/>
            <a:rect l="l" t="t" r="r" b="b"/>
            <a:pathLst>
              <a:path w="5763418" h="1204214">
                <a:moveTo>
                  <a:pt x="0" y="602107"/>
                </a:moveTo>
                <a:cubicBezTo>
                  <a:pt x="0" y="269621"/>
                  <a:pt x="288735" y="0"/>
                  <a:pt x="644793" y="0"/>
                </a:cubicBezTo>
                <a:lnTo>
                  <a:pt x="5118627" y="0"/>
                </a:lnTo>
                <a:cubicBezTo>
                  <a:pt x="5474684" y="0"/>
                  <a:pt x="5763418" y="269621"/>
                  <a:pt x="5763418" y="602107"/>
                </a:cubicBezTo>
                <a:cubicBezTo>
                  <a:pt x="5763418" y="934593"/>
                  <a:pt x="5474684" y="1204214"/>
                  <a:pt x="5118627" y="1204214"/>
                </a:cubicBezTo>
                <a:lnTo>
                  <a:pt x="644793" y="1204214"/>
                </a:lnTo>
                <a:cubicBezTo>
                  <a:pt x="288735" y="1204214"/>
                  <a:pt x="0" y="934593"/>
                  <a:pt x="0" y="602107"/>
                </a:cubicBezTo>
                <a:close/>
              </a:path>
            </a:pathLst>
          </a:custGeom>
          <a:solidFill>
            <a:srgbClr val="0070C0"/>
          </a:solidFill>
        </p:spPr>
        <p:txBody>
          <a:bodyPr/>
          <a:lstStyle/>
          <a:p>
            <a:pPr algn="ctr" defTabSz="913130" eaLnBrk="1" hangingPunct="1"/>
            <a:r>
              <a:rPr lang="zh-CN" altLang="en-US" sz="3200" b="1" dirty="0">
                <a:solidFill>
                  <a:srgbClr val="FFFFFF"/>
                </a:solidFill>
                <a:latin typeface="微软雅黑" panose="020B0503020204020204" charset="-122"/>
                <a:ea typeface="微软雅黑" panose="020B0503020204020204" charset="-122"/>
                <a:sym typeface="Gill Sans" panose="020B0502020104020203"/>
              </a:rPr>
              <a:t>单击添加内容</a:t>
            </a:r>
          </a:p>
        </p:txBody>
      </p:sp>
      <p:pic>
        <p:nvPicPr>
          <p:cNvPr id="8" name="图片 7" descr="/Users/yuanxin/Desktop/WechatIMG2189.jpegWechatIMG2189"/>
          <p:cNvPicPr>
            <a:picLocks noChangeAspect="1"/>
          </p:cNvPicPr>
          <p:nvPr/>
        </p:nvPicPr>
        <p:blipFill>
          <a:blip r:embed="rId5"/>
          <a:srcRect/>
          <a:stretch>
            <a:fillRect/>
          </a:stretch>
        </p:blipFill>
        <p:spPr>
          <a:xfrm>
            <a:off x="6161350" y="3848100"/>
            <a:ext cx="3841115" cy="2880000"/>
          </a:xfrm>
          <a:prstGeom prst="rect">
            <a:avLst/>
          </a:prstGeom>
          <a:ln>
            <a:solidFill>
              <a:srgbClr val="0070C0"/>
            </a:solidFill>
          </a:ln>
        </p:spPr>
      </p:pic>
      <p:sp>
        <p:nvSpPr>
          <p:cNvPr id="9" name="文本框 8"/>
          <p:cNvSpPr txBox="1"/>
          <p:nvPr/>
        </p:nvSpPr>
        <p:spPr>
          <a:xfrm>
            <a:off x="5979795" y="7048500"/>
            <a:ext cx="4234180" cy="1630045"/>
          </a:xfrm>
          <a:prstGeom prst="rect">
            <a:avLst/>
          </a:prstGeom>
          <a:noFill/>
        </p:spPr>
        <p:txBody>
          <a:bodyPr wrap="square" rtlCol="0">
            <a:spAutoFit/>
          </a:bodyPr>
          <a:lstStyle/>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p:txBody>
      </p:sp>
      <p:sp>
        <p:nvSpPr>
          <p:cNvPr id="10" name="Freeform 48"/>
          <p:cNvSpPr/>
          <p:nvPr/>
        </p:nvSpPr>
        <p:spPr>
          <a:xfrm>
            <a:off x="11313795" y="2781300"/>
            <a:ext cx="3766820" cy="710565"/>
          </a:xfrm>
          <a:custGeom>
            <a:avLst/>
            <a:gdLst/>
            <a:ahLst/>
            <a:cxnLst/>
            <a:rect l="l" t="t" r="r" b="b"/>
            <a:pathLst>
              <a:path w="5763418" h="1204214">
                <a:moveTo>
                  <a:pt x="0" y="602107"/>
                </a:moveTo>
                <a:cubicBezTo>
                  <a:pt x="0" y="269621"/>
                  <a:pt x="288735" y="0"/>
                  <a:pt x="644793" y="0"/>
                </a:cubicBezTo>
                <a:lnTo>
                  <a:pt x="5118627" y="0"/>
                </a:lnTo>
                <a:cubicBezTo>
                  <a:pt x="5474684" y="0"/>
                  <a:pt x="5763418" y="269621"/>
                  <a:pt x="5763418" y="602107"/>
                </a:cubicBezTo>
                <a:cubicBezTo>
                  <a:pt x="5763418" y="934593"/>
                  <a:pt x="5474684" y="1204214"/>
                  <a:pt x="5118627" y="1204214"/>
                </a:cubicBezTo>
                <a:lnTo>
                  <a:pt x="644793" y="1204214"/>
                </a:lnTo>
                <a:cubicBezTo>
                  <a:pt x="288735" y="1204214"/>
                  <a:pt x="0" y="934593"/>
                  <a:pt x="0" y="602107"/>
                </a:cubicBezTo>
                <a:close/>
              </a:path>
            </a:pathLst>
          </a:custGeom>
          <a:solidFill>
            <a:srgbClr val="0070C0"/>
          </a:solidFill>
        </p:spPr>
        <p:txBody>
          <a:bodyPr/>
          <a:lstStyle/>
          <a:p>
            <a:pPr algn="ctr" defTabSz="913130" eaLnBrk="1" hangingPunct="1"/>
            <a:r>
              <a:rPr lang="zh-CN" altLang="en-US" sz="3200" b="1" dirty="0">
                <a:solidFill>
                  <a:srgbClr val="FFFFFF"/>
                </a:solidFill>
                <a:latin typeface="微软雅黑" panose="020B0503020204020204" charset="-122"/>
                <a:ea typeface="微软雅黑" panose="020B0503020204020204" charset="-122"/>
                <a:sym typeface="Gill Sans" panose="020B0502020104020203"/>
              </a:rPr>
              <a:t>单击添加内容</a:t>
            </a:r>
          </a:p>
        </p:txBody>
      </p:sp>
      <p:pic>
        <p:nvPicPr>
          <p:cNvPr id="11" name="图片 10" descr="/Users/yuanxin/Desktop/WechatIMG2187.jpegWechatIMG2187"/>
          <p:cNvPicPr>
            <a:picLocks noChangeAspect="1"/>
          </p:cNvPicPr>
          <p:nvPr/>
        </p:nvPicPr>
        <p:blipFill>
          <a:blip r:embed="rId6"/>
          <a:srcRect/>
          <a:stretch>
            <a:fillRect/>
          </a:stretch>
        </p:blipFill>
        <p:spPr>
          <a:xfrm>
            <a:off x="11365175" y="3848100"/>
            <a:ext cx="3841115" cy="2880000"/>
          </a:xfrm>
          <a:prstGeom prst="rect">
            <a:avLst/>
          </a:prstGeom>
          <a:ln>
            <a:solidFill>
              <a:srgbClr val="0070C0"/>
            </a:solidFill>
          </a:ln>
        </p:spPr>
      </p:pic>
      <p:sp>
        <p:nvSpPr>
          <p:cNvPr id="12" name="文本框 11"/>
          <p:cNvSpPr txBox="1"/>
          <p:nvPr/>
        </p:nvSpPr>
        <p:spPr>
          <a:xfrm>
            <a:off x="11183620" y="7048500"/>
            <a:ext cx="4234180" cy="1630045"/>
          </a:xfrm>
          <a:prstGeom prst="rect">
            <a:avLst/>
          </a:prstGeom>
          <a:noFill/>
        </p:spPr>
        <p:txBody>
          <a:bodyPr wrap="square" rtlCol="0">
            <a:spAutoFit/>
          </a:bodyPr>
          <a:lstStyle/>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p:txBody>
      </p:sp>
      <p:pic>
        <p:nvPicPr>
          <p:cNvPr id="87" name="图片 86" descr="logo蓝色"/>
          <p:cNvPicPr>
            <a:picLocks noChangeAspect="1"/>
          </p:cNvPicPr>
          <p:nvPr/>
        </p:nvPicPr>
        <p:blipFill>
          <a:blip r:embed="rId7"/>
          <a:stretch>
            <a:fillRect/>
          </a:stretch>
        </p:blipFill>
        <p:spPr>
          <a:xfrm>
            <a:off x="15163800" y="9258300"/>
            <a:ext cx="2601430" cy="72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840000">
            <a:off x="13344525" y="-927671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0" y="2374265"/>
            <a:ext cx="17782540" cy="6837680"/>
            <a:chOff x="0" y="0"/>
            <a:chExt cx="23709632" cy="10851242"/>
          </a:xfrm>
        </p:grpSpPr>
        <p:sp>
          <p:nvSpPr>
            <p:cNvPr id="44" name="Freeform 44"/>
            <p:cNvSpPr/>
            <p:nvPr/>
          </p:nvSpPr>
          <p:spPr>
            <a:xfrm>
              <a:off x="3175" y="3175"/>
              <a:ext cx="23703279" cy="10844911"/>
            </a:xfrm>
            <a:custGeom>
              <a:avLst/>
              <a:gdLst/>
              <a:ahLst/>
              <a:cxnLst/>
              <a:rect l="l" t="t" r="r" b="b"/>
              <a:pathLst>
                <a:path w="23703279" h="10844911">
                  <a:moveTo>
                    <a:pt x="0" y="0"/>
                  </a:moveTo>
                  <a:lnTo>
                    <a:pt x="18280887" y="0"/>
                  </a:lnTo>
                  <a:cubicBezTo>
                    <a:pt x="21275675" y="0"/>
                    <a:pt x="23703279" y="2427732"/>
                    <a:pt x="23703279" y="5422392"/>
                  </a:cubicBezTo>
                  <a:lnTo>
                    <a:pt x="23703279" y="5422392"/>
                  </a:lnTo>
                  <a:cubicBezTo>
                    <a:pt x="23703279" y="8417179"/>
                    <a:pt x="21275548" y="10844784"/>
                    <a:pt x="18280887" y="10844784"/>
                  </a:cubicBezTo>
                  <a:lnTo>
                    <a:pt x="0" y="10844911"/>
                  </a:lnTo>
                  <a:close/>
                </a:path>
              </a:pathLst>
            </a:custGeom>
            <a:solidFill>
              <a:srgbClr val="FFFFFF"/>
            </a:solidFill>
          </p:spPr>
        </p:sp>
        <p:sp>
          <p:nvSpPr>
            <p:cNvPr id="45" name="Freeform 45"/>
            <p:cNvSpPr/>
            <p:nvPr/>
          </p:nvSpPr>
          <p:spPr>
            <a:xfrm>
              <a:off x="0" y="0"/>
              <a:ext cx="23709629" cy="10851261"/>
            </a:xfrm>
            <a:custGeom>
              <a:avLst/>
              <a:gdLst/>
              <a:ahLst/>
              <a:cxnLst/>
              <a:rect l="l" t="t" r="r" b="b"/>
              <a:pathLst>
                <a:path w="23709629" h="10851261">
                  <a:moveTo>
                    <a:pt x="3175" y="0"/>
                  </a:moveTo>
                  <a:lnTo>
                    <a:pt x="18284062" y="0"/>
                  </a:lnTo>
                  <a:lnTo>
                    <a:pt x="18284062" y="3175"/>
                  </a:lnTo>
                  <a:lnTo>
                    <a:pt x="18284062" y="0"/>
                  </a:lnTo>
                  <a:cubicBezTo>
                    <a:pt x="21280501" y="0"/>
                    <a:pt x="23709629" y="2429129"/>
                    <a:pt x="23709629" y="5425567"/>
                  </a:cubicBezTo>
                  <a:cubicBezTo>
                    <a:pt x="23709629" y="5427345"/>
                    <a:pt x="23708232" y="5428742"/>
                    <a:pt x="23706454" y="5428742"/>
                  </a:cubicBezTo>
                  <a:lnTo>
                    <a:pt x="23706454" y="5428742"/>
                  </a:lnTo>
                  <a:lnTo>
                    <a:pt x="23706454" y="5425567"/>
                  </a:lnTo>
                  <a:lnTo>
                    <a:pt x="23709629" y="5425567"/>
                  </a:lnTo>
                  <a:cubicBezTo>
                    <a:pt x="23709629" y="8422005"/>
                    <a:pt x="21280500" y="10851134"/>
                    <a:pt x="18284062" y="10851134"/>
                  </a:cubicBezTo>
                  <a:lnTo>
                    <a:pt x="18284062" y="10851134"/>
                  </a:lnTo>
                  <a:lnTo>
                    <a:pt x="3175" y="10851261"/>
                  </a:lnTo>
                  <a:cubicBezTo>
                    <a:pt x="1397" y="10851261"/>
                    <a:pt x="0" y="10849864"/>
                    <a:pt x="0" y="10848086"/>
                  </a:cubicBezTo>
                  <a:lnTo>
                    <a:pt x="0" y="3175"/>
                  </a:lnTo>
                  <a:cubicBezTo>
                    <a:pt x="0" y="1397"/>
                    <a:pt x="1397" y="0"/>
                    <a:pt x="3175" y="0"/>
                  </a:cubicBezTo>
                  <a:moveTo>
                    <a:pt x="3175" y="6350"/>
                  </a:moveTo>
                  <a:lnTo>
                    <a:pt x="3175" y="3175"/>
                  </a:lnTo>
                  <a:lnTo>
                    <a:pt x="6350" y="3175"/>
                  </a:lnTo>
                  <a:lnTo>
                    <a:pt x="6350" y="10848086"/>
                  </a:lnTo>
                  <a:lnTo>
                    <a:pt x="3175" y="10848086"/>
                  </a:lnTo>
                  <a:lnTo>
                    <a:pt x="3175" y="10844911"/>
                  </a:lnTo>
                  <a:lnTo>
                    <a:pt x="18284062" y="10844911"/>
                  </a:lnTo>
                  <a:lnTo>
                    <a:pt x="18284062" y="10848086"/>
                  </a:lnTo>
                  <a:lnTo>
                    <a:pt x="18284062" y="10844911"/>
                  </a:lnTo>
                  <a:cubicBezTo>
                    <a:pt x="21277072" y="10844911"/>
                    <a:pt x="23703279" y="8418576"/>
                    <a:pt x="23703279" y="5425694"/>
                  </a:cubicBezTo>
                  <a:cubicBezTo>
                    <a:pt x="23703279" y="5423916"/>
                    <a:pt x="23704676" y="5422519"/>
                    <a:pt x="23706454" y="5422519"/>
                  </a:cubicBezTo>
                  <a:lnTo>
                    <a:pt x="23706454" y="5422519"/>
                  </a:lnTo>
                  <a:lnTo>
                    <a:pt x="23706454" y="5425694"/>
                  </a:lnTo>
                  <a:lnTo>
                    <a:pt x="23703279" y="5425694"/>
                  </a:lnTo>
                  <a:cubicBezTo>
                    <a:pt x="23703280" y="2432685"/>
                    <a:pt x="21276945" y="6350"/>
                    <a:pt x="18284062" y="6350"/>
                  </a:cubicBezTo>
                  <a:lnTo>
                    <a:pt x="3175" y="6350"/>
                  </a:lnTo>
                  <a:close/>
                </a:path>
              </a:pathLst>
            </a:custGeom>
            <a:solidFill>
              <a:srgbClr val="0058E0"/>
            </a:solidFill>
          </p:spPr>
        </p:sp>
      </p:grpSp>
      <p:grpSp>
        <p:nvGrpSpPr>
          <p:cNvPr id="76" name="组合 75"/>
          <p:cNvGrpSpPr/>
          <p:nvPr/>
        </p:nvGrpSpPr>
        <p:grpSpPr>
          <a:xfrm>
            <a:off x="457200" y="419100"/>
            <a:ext cx="5464175" cy="1480820"/>
            <a:chOff x="960" y="1980"/>
            <a:chExt cx="9080" cy="2720"/>
          </a:xfrm>
        </p:grpSpPr>
        <p:grpSp>
          <p:nvGrpSpPr>
            <p:cNvPr id="75" name="组合 74"/>
            <p:cNvGrpSpPr/>
            <p:nvPr/>
          </p:nvGrpSpPr>
          <p:grpSpPr>
            <a:xfrm>
              <a:off x="960" y="1980"/>
              <a:ext cx="9080" cy="2720"/>
              <a:chOff x="960" y="1980"/>
              <a:chExt cx="9080" cy="2720"/>
            </a:xfrm>
          </p:grpSpPr>
          <p:sp>
            <p:nvSpPr>
              <p:cNvPr id="73" name="椭圆 72"/>
              <p:cNvSpPr/>
              <p:nvPr/>
            </p:nvSpPr>
            <p:spPr>
              <a:xfrm>
                <a:off x="960" y="1980"/>
                <a:ext cx="8760" cy="2400"/>
              </a:xfrm>
              <a:prstGeom prst="ellipse">
                <a:avLst/>
              </a:prstGeom>
              <a:solidFill>
                <a:srgbClr val="93CED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280" y="2300"/>
                <a:ext cx="8760" cy="2400"/>
              </a:xfrm>
              <a:prstGeom prst="ellipse">
                <a:avLst/>
              </a:prstGeom>
              <a:noFill/>
              <a:ln>
                <a:solidFill>
                  <a:srgbClr val="369A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TextBox 65"/>
            <p:cNvSpPr txBox="1"/>
            <p:nvPr/>
          </p:nvSpPr>
          <p:spPr>
            <a:xfrm>
              <a:off x="2176" y="2533"/>
              <a:ext cx="6600" cy="1554"/>
            </a:xfrm>
            <a:prstGeom prst="rect">
              <a:avLst/>
            </a:prstGeom>
          </p:spPr>
          <p:txBody>
            <a:bodyPr wrap="square" lIns="0" tIns="0" rIns="0" bIns="0" rtlCol="0" anchor="t">
              <a:spAutoFit/>
            </a:bodyPr>
            <a:lstStyle/>
            <a:p>
              <a:pPr algn="ctr">
                <a:lnSpc>
                  <a:spcPts val="6600"/>
                </a:lnSpc>
              </a:pPr>
              <a:r>
                <a:rPr lang="zh-CN" altLang="en-US" sz="4800" b="1">
                  <a:solidFill>
                    <a:srgbClr val="0070C0"/>
                  </a:solidFill>
                  <a:latin typeface="微软雅黑" panose="020B0503020204020204" charset="-122"/>
                  <a:ea typeface="微软雅黑" panose="020B0503020204020204" charset="-122"/>
                </a:rPr>
                <a:t>单击添加标题</a:t>
              </a:r>
            </a:p>
          </p:txBody>
        </p:sp>
      </p:grpSp>
      <p:pic>
        <p:nvPicPr>
          <p:cNvPr id="72"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4440000" flipH="1">
            <a:off x="14828520" y="-2236470"/>
            <a:ext cx="4131945" cy="4114800"/>
          </a:xfrm>
          <a:prstGeom prst="rect">
            <a:avLst/>
          </a:prstGeom>
        </p:spPr>
      </p:pic>
      <p:sp>
        <p:nvSpPr>
          <p:cNvPr id="4" name="Freeform 58"/>
          <p:cNvSpPr/>
          <p:nvPr/>
        </p:nvSpPr>
        <p:spPr>
          <a:xfrm>
            <a:off x="1010400" y="3238609"/>
            <a:ext cx="3480955" cy="4941136"/>
          </a:xfrm>
          <a:custGeom>
            <a:avLst/>
            <a:gdLst/>
            <a:ahLst/>
            <a:cxnLst/>
            <a:rect l="l" t="t" r="r" b="b"/>
            <a:pathLst>
              <a:path w="7588250" h="10388600">
                <a:moveTo>
                  <a:pt x="0" y="0"/>
                </a:moveTo>
                <a:lnTo>
                  <a:pt x="7588250" y="0"/>
                </a:lnTo>
                <a:lnTo>
                  <a:pt x="7588250" y="10388600"/>
                </a:lnTo>
                <a:lnTo>
                  <a:pt x="0" y="10388600"/>
                </a:lnTo>
                <a:close/>
              </a:path>
            </a:pathLst>
          </a:custGeom>
          <a:blipFill rotWithShape="1">
            <a:blip r:embed="rId4"/>
            <a:stretch>
              <a:fillRect l="-1013" r="852"/>
            </a:stretch>
          </a:blipFill>
        </p:spPr>
        <p:txBody>
          <a:bodyPr/>
          <a:lstStyle/>
          <a:p>
            <a:endParaRPr lang="zh-CN" altLang="en-US" dirty="0"/>
          </a:p>
        </p:txBody>
      </p:sp>
      <p:sp>
        <p:nvSpPr>
          <p:cNvPr id="59" name="Freeform 59"/>
          <p:cNvSpPr/>
          <p:nvPr/>
        </p:nvSpPr>
        <p:spPr>
          <a:xfrm>
            <a:off x="883472" y="3144377"/>
            <a:ext cx="126928" cy="205377"/>
          </a:xfrm>
          <a:custGeom>
            <a:avLst/>
            <a:gdLst/>
            <a:ahLst/>
            <a:cxnLst/>
            <a:rect l="l" t="t" r="r" b="b"/>
            <a:pathLst>
              <a:path w="431800" h="431800">
                <a:moveTo>
                  <a:pt x="0" y="0"/>
                </a:moveTo>
                <a:lnTo>
                  <a:pt x="0" y="25400"/>
                </a:lnTo>
                <a:lnTo>
                  <a:pt x="0" y="431800"/>
                </a:lnTo>
                <a:lnTo>
                  <a:pt x="25400" y="431800"/>
                </a:lnTo>
                <a:lnTo>
                  <a:pt x="25400" y="25400"/>
                </a:lnTo>
                <a:lnTo>
                  <a:pt x="431800" y="25400"/>
                </a:lnTo>
                <a:lnTo>
                  <a:pt x="431800" y="0"/>
                </a:lnTo>
                <a:lnTo>
                  <a:pt x="25400" y="0"/>
                </a:lnTo>
                <a:close/>
              </a:path>
            </a:pathLst>
          </a:custGeom>
          <a:solidFill>
            <a:srgbClr val="0058E0"/>
          </a:solidFill>
        </p:spPr>
      </p:sp>
      <p:sp>
        <p:nvSpPr>
          <p:cNvPr id="60" name="Freeform 60"/>
          <p:cNvSpPr/>
          <p:nvPr/>
        </p:nvSpPr>
        <p:spPr>
          <a:xfrm>
            <a:off x="4467305" y="8067996"/>
            <a:ext cx="127301" cy="205377"/>
          </a:xfrm>
          <a:custGeom>
            <a:avLst/>
            <a:gdLst/>
            <a:ahLst/>
            <a:cxnLst/>
            <a:rect l="l" t="t" r="r" b="b"/>
            <a:pathLst>
              <a:path w="433070" h="431800">
                <a:moveTo>
                  <a:pt x="407670" y="0"/>
                </a:moveTo>
                <a:lnTo>
                  <a:pt x="407670" y="406400"/>
                </a:lnTo>
                <a:lnTo>
                  <a:pt x="0" y="406400"/>
                </a:lnTo>
                <a:lnTo>
                  <a:pt x="0" y="431800"/>
                </a:lnTo>
                <a:lnTo>
                  <a:pt x="407670" y="431800"/>
                </a:lnTo>
                <a:lnTo>
                  <a:pt x="433070" y="431800"/>
                </a:lnTo>
                <a:lnTo>
                  <a:pt x="433070" y="406400"/>
                </a:lnTo>
                <a:lnTo>
                  <a:pt x="433070" y="0"/>
                </a:lnTo>
                <a:close/>
              </a:path>
            </a:pathLst>
          </a:custGeom>
          <a:solidFill>
            <a:srgbClr val="0058E0"/>
          </a:solidFill>
        </p:spPr>
      </p:sp>
      <p:grpSp>
        <p:nvGrpSpPr>
          <p:cNvPr id="13" name="组合 12"/>
          <p:cNvGrpSpPr/>
          <p:nvPr/>
        </p:nvGrpSpPr>
        <p:grpSpPr>
          <a:xfrm>
            <a:off x="5334000" y="3137535"/>
            <a:ext cx="10392410" cy="2081530"/>
            <a:chOff x="8400" y="4526"/>
            <a:chExt cx="16366" cy="3278"/>
          </a:xfrm>
        </p:grpSpPr>
        <p:sp>
          <p:nvSpPr>
            <p:cNvPr id="5" name="圆角矩形 4"/>
            <p:cNvSpPr/>
            <p:nvPr/>
          </p:nvSpPr>
          <p:spPr>
            <a:xfrm>
              <a:off x="8400" y="5220"/>
              <a:ext cx="16366" cy="2584"/>
            </a:xfrm>
            <a:prstGeom prst="roundRect">
              <a:avLst>
                <a:gd name="adj" fmla="val 6594"/>
              </a:avLst>
            </a:prstGeom>
            <a:solidFill>
              <a:schemeClr val="bg1"/>
            </a:solidFill>
            <a:ln w="2857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60">
                <a:solidFill>
                  <a:prstClr val="white"/>
                </a:solidFill>
                <a:cs typeface="微软雅黑" panose="020B0503020204020204" charset="-122"/>
              </a:endParaRPr>
            </a:p>
          </p:txBody>
        </p:sp>
        <p:sp>
          <p:nvSpPr>
            <p:cNvPr id="9" name="文本框 8"/>
            <p:cNvSpPr txBox="1"/>
            <p:nvPr/>
          </p:nvSpPr>
          <p:spPr>
            <a:xfrm>
              <a:off x="9000" y="5885"/>
              <a:ext cx="14439" cy="1355"/>
            </a:xfrm>
            <a:prstGeom prst="rect">
              <a:avLst/>
            </a:prstGeom>
            <a:noFill/>
          </p:spPr>
          <p:txBody>
            <a:bodyPr wrap="square" rtlCol="0">
              <a:spAutoFit/>
            </a:bodyPr>
            <a:lstStyle/>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请输入内请输入内容请输入内容</a:t>
              </a: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请输入内容请输入内请输入内容请输入内容</a:t>
              </a:r>
            </a:p>
          </p:txBody>
        </p:sp>
        <p:sp>
          <p:nvSpPr>
            <p:cNvPr id="7" name="Freeform 48"/>
            <p:cNvSpPr/>
            <p:nvPr/>
          </p:nvSpPr>
          <p:spPr>
            <a:xfrm>
              <a:off x="9120" y="4526"/>
              <a:ext cx="5932" cy="1119"/>
            </a:xfrm>
            <a:custGeom>
              <a:avLst/>
              <a:gdLst/>
              <a:ahLst/>
              <a:cxnLst/>
              <a:rect l="l" t="t" r="r" b="b"/>
              <a:pathLst>
                <a:path w="5763418" h="1204214">
                  <a:moveTo>
                    <a:pt x="0" y="602107"/>
                  </a:moveTo>
                  <a:cubicBezTo>
                    <a:pt x="0" y="269621"/>
                    <a:pt x="288735" y="0"/>
                    <a:pt x="644793" y="0"/>
                  </a:cubicBezTo>
                  <a:lnTo>
                    <a:pt x="5118627" y="0"/>
                  </a:lnTo>
                  <a:cubicBezTo>
                    <a:pt x="5474684" y="0"/>
                    <a:pt x="5763418" y="269621"/>
                    <a:pt x="5763418" y="602107"/>
                  </a:cubicBezTo>
                  <a:cubicBezTo>
                    <a:pt x="5763418" y="934593"/>
                    <a:pt x="5474684" y="1204214"/>
                    <a:pt x="5118627" y="1204214"/>
                  </a:cubicBezTo>
                  <a:lnTo>
                    <a:pt x="644793" y="1204214"/>
                  </a:lnTo>
                  <a:cubicBezTo>
                    <a:pt x="288735" y="1204214"/>
                    <a:pt x="0" y="934593"/>
                    <a:pt x="0" y="602107"/>
                  </a:cubicBezTo>
                  <a:close/>
                </a:path>
              </a:pathLst>
            </a:custGeom>
            <a:solidFill>
              <a:srgbClr val="0070C0"/>
            </a:solidFill>
          </p:spPr>
          <p:txBody>
            <a:bodyPr/>
            <a:lstStyle/>
            <a:p>
              <a:pPr algn="ctr" defTabSz="913130" eaLnBrk="1" hangingPunct="1"/>
              <a:r>
                <a:rPr lang="zh-CN" altLang="en-US" sz="3200" b="1" dirty="0">
                  <a:solidFill>
                    <a:srgbClr val="FFFFFF"/>
                  </a:solidFill>
                  <a:latin typeface="微软雅黑" panose="020B0503020204020204" charset="-122"/>
                  <a:ea typeface="微软雅黑" panose="020B0503020204020204" charset="-122"/>
                  <a:sym typeface="Gill Sans" panose="020B0502020104020203"/>
                </a:rPr>
                <a:t>单击添加内容</a:t>
              </a:r>
            </a:p>
          </p:txBody>
        </p:sp>
      </p:grpSp>
      <p:grpSp>
        <p:nvGrpSpPr>
          <p:cNvPr id="14" name="组合 13"/>
          <p:cNvGrpSpPr/>
          <p:nvPr/>
        </p:nvGrpSpPr>
        <p:grpSpPr>
          <a:xfrm>
            <a:off x="5257800" y="5804535"/>
            <a:ext cx="10392410" cy="2081530"/>
            <a:chOff x="8400" y="4526"/>
            <a:chExt cx="16366" cy="3278"/>
          </a:xfrm>
        </p:grpSpPr>
        <p:sp>
          <p:nvSpPr>
            <p:cNvPr id="15" name="圆角矩形 14"/>
            <p:cNvSpPr/>
            <p:nvPr/>
          </p:nvSpPr>
          <p:spPr>
            <a:xfrm>
              <a:off x="8400" y="5220"/>
              <a:ext cx="16366" cy="2584"/>
            </a:xfrm>
            <a:prstGeom prst="roundRect">
              <a:avLst>
                <a:gd name="adj" fmla="val 6594"/>
              </a:avLst>
            </a:prstGeom>
            <a:solidFill>
              <a:schemeClr val="bg1"/>
            </a:solidFill>
            <a:ln w="28575">
              <a:solidFill>
                <a:schemeClr val="bg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460">
                <a:solidFill>
                  <a:prstClr val="white"/>
                </a:solidFill>
                <a:cs typeface="微软雅黑" panose="020B0503020204020204" charset="-122"/>
              </a:endParaRPr>
            </a:p>
          </p:txBody>
        </p:sp>
        <p:sp>
          <p:nvSpPr>
            <p:cNvPr id="16" name="文本框 15"/>
            <p:cNvSpPr txBox="1"/>
            <p:nvPr/>
          </p:nvSpPr>
          <p:spPr>
            <a:xfrm>
              <a:off x="9000" y="5885"/>
              <a:ext cx="14439" cy="1355"/>
            </a:xfrm>
            <a:prstGeom prst="rect">
              <a:avLst/>
            </a:prstGeom>
            <a:noFill/>
          </p:spPr>
          <p:txBody>
            <a:bodyPr wrap="square" rtlCol="0">
              <a:spAutoFit/>
            </a:bodyPr>
            <a:lstStyle/>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请输入内请输入内容请输入内容</a:t>
              </a: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请输入内容请输入内请输入内容请输入内容</a:t>
              </a:r>
            </a:p>
          </p:txBody>
        </p:sp>
        <p:sp>
          <p:nvSpPr>
            <p:cNvPr id="17" name="Freeform 48"/>
            <p:cNvSpPr/>
            <p:nvPr/>
          </p:nvSpPr>
          <p:spPr>
            <a:xfrm>
              <a:off x="9120" y="4526"/>
              <a:ext cx="5932" cy="1119"/>
            </a:xfrm>
            <a:custGeom>
              <a:avLst/>
              <a:gdLst/>
              <a:ahLst/>
              <a:cxnLst/>
              <a:rect l="l" t="t" r="r" b="b"/>
              <a:pathLst>
                <a:path w="5763418" h="1204214">
                  <a:moveTo>
                    <a:pt x="0" y="602107"/>
                  </a:moveTo>
                  <a:cubicBezTo>
                    <a:pt x="0" y="269621"/>
                    <a:pt x="288735" y="0"/>
                    <a:pt x="644793" y="0"/>
                  </a:cubicBezTo>
                  <a:lnTo>
                    <a:pt x="5118627" y="0"/>
                  </a:lnTo>
                  <a:cubicBezTo>
                    <a:pt x="5474684" y="0"/>
                    <a:pt x="5763418" y="269621"/>
                    <a:pt x="5763418" y="602107"/>
                  </a:cubicBezTo>
                  <a:cubicBezTo>
                    <a:pt x="5763418" y="934593"/>
                    <a:pt x="5474684" y="1204214"/>
                    <a:pt x="5118627" y="1204214"/>
                  </a:cubicBezTo>
                  <a:lnTo>
                    <a:pt x="644793" y="1204214"/>
                  </a:lnTo>
                  <a:cubicBezTo>
                    <a:pt x="288735" y="1204214"/>
                    <a:pt x="0" y="934593"/>
                    <a:pt x="0" y="602107"/>
                  </a:cubicBezTo>
                  <a:close/>
                </a:path>
              </a:pathLst>
            </a:custGeom>
            <a:solidFill>
              <a:srgbClr val="0070C0"/>
            </a:solidFill>
          </p:spPr>
          <p:txBody>
            <a:bodyPr/>
            <a:lstStyle/>
            <a:p>
              <a:pPr algn="ctr" defTabSz="913130" eaLnBrk="1" hangingPunct="1"/>
              <a:r>
                <a:rPr lang="zh-CN" altLang="en-US" sz="3200" b="1" dirty="0">
                  <a:solidFill>
                    <a:srgbClr val="FFFFFF"/>
                  </a:solidFill>
                  <a:latin typeface="微软雅黑" panose="020B0503020204020204" charset="-122"/>
                  <a:ea typeface="微软雅黑" panose="020B0503020204020204" charset="-122"/>
                  <a:sym typeface="Gill Sans" panose="020B0502020104020203"/>
                </a:rPr>
                <a:t>单击添加内容</a:t>
              </a:r>
            </a:p>
          </p:txBody>
        </p:sp>
      </p:grpSp>
      <p:pic>
        <p:nvPicPr>
          <p:cNvPr id="87" name="图片 86" descr="logo蓝色"/>
          <p:cNvPicPr>
            <a:picLocks noChangeAspect="1"/>
          </p:cNvPicPr>
          <p:nvPr/>
        </p:nvPicPr>
        <p:blipFill>
          <a:blip r:embed="rId5"/>
          <a:stretch>
            <a:fillRect/>
          </a:stretch>
        </p:blipFill>
        <p:spPr>
          <a:xfrm>
            <a:off x="15163800" y="9258300"/>
            <a:ext cx="2601430" cy="72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21060000" flipV="1">
            <a:off x="9021445" y="739076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4253208" y="3446003"/>
            <a:ext cx="11773908" cy="3449787"/>
            <a:chOff x="0" y="0"/>
            <a:chExt cx="15698544" cy="4599716"/>
          </a:xfrm>
        </p:grpSpPr>
        <p:sp>
          <p:nvSpPr>
            <p:cNvPr id="44" name="Freeform 44"/>
            <p:cNvSpPr/>
            <p:nvPr/>
          </p:nvSpPr>
          <p:spPr>
            <a:xfrm>
              <a:off x="0" y="0"/>
              <a:ext cx="15698471" cy="4599686"/>
            </a:xfrm>
            <a:custGeom>
              <a:avLst/>
              <a:gdLst/>
              <a:ahLst/>
              <a:cxnLst/>
              <a:rect l="l" t="t" r="r" b="b"/>
              <a:pathLst>
                <a:path w="15698471" h="4599686">
                  <a:moveTo>
                    <a:pt x="0" y="400812"/>
                  </a:moveTo>
                  <a:cubicBezTo>
                    <a:pt x="0" y="179451"/>
                    <a:pt x="179451" y="0"/>
                    <a:pt x="400812" y="0"/>
                  </a:cubicBezTo>
                  <a:lnTo>
                    <a:pt x="15297658" y="0"/>
                  </a:lnTo>
                  <a:cubicBezTo>
                    <a:pt x="15519020" y="0"/>
                    <a:pt x="15698471" y="179451"/>
                    <a:pt x="15698471" y="400812"/>
                  </a:cubicBezTo>
                  <a:lnTo>
                    <a:pt x="15698471" y="4198874"/>
                  </a:lnTo>
                  <a:cubicBezTo>
                    <a:pt x="15698471" y="4420235"/>
                    <a:pt x="15519020" y="4599686"/>
                    <a:pt x="15297658" y="4599686"/>
                  </a:cubicBezTo>
                  <a:lnTo>
                    <a:pt x="400812" y="4599686"/>
                  </a:lnTo>
                  <a:cubicBezTo>
                    <a:pt x="179451" y="4599686"/>
                    <a:pt x="0" y="4420235"/>
                    <a:pt x="0" y="4198874"/>
                  </a:cubicBezTo>
                  <a:close/>
                </a:path>
              </a:pathLst>
            </a:custGeom>
            <a:solidFill>
              <a:srgbClr val="F8F8F8"/>
            </a:solidFill>
          </p:spPr>
        </p:sp>
      </p:grpSp>
      <p:grpSp>
        <p:nvGrpSpPr>
          <p:cNvPr id="49" name="Group 49"/>
          <p:cNvGrpSpPr/>
          <p:nvPr/>
        </p:nvGrpSpPr>
        <p:grpSpPr>
          <a:xfrm rot="2627273">
            <a:off x="15087900" y="4212036"/>
            <a:ext cx="1878429" cy="1878429"/>
            <a:chOff x="0" y="0"/>
            <a:chExt cx="2504572" cy="2504572"/>
          </a:xfrm>
          <a:solidFill>
            <a:srgbClr val="369ACC"/>
          </a:solidFill>
        </p:grpSpPr>
        <p:sp>
          <p:nvSpPr>
            <p:cNvPr id="50" name="Freeform 50"/>
            <p:cNvSpPr/>
            <p:nvPr/>
          </p:nvSpPr>
          <p:spPr>
            <a:xfrm>
              <a:off x="0" y="0"/>
              <a:ext cx="2504567" cy="2504567"/>
            </a:xfrm>
            <a:custGeom>
              <a:avLst/>
              <a:gdLst/>
              <a:ahLst/>
              <a:cxnLst/>
              <a:rect l="l" t="t" r="r" b="b"/>
              <a:pathLst>
                <a:path w="2504567" h="2504567">
                  <a:moveTo>
                    <a:pt x="0" y="417449"/>
                  </a:moveTo>
                  <a:cubicBezTo>
                    <a:pt x="0" y="186944"/>
                    <a:pt x="186944" y="0"/>
                    <a:pt x="417449" y="0"/>
                  </a:cubicBezTo>
                  <a:lnTo>
                    <a:pt x="2087118" y="0"/>
                  </a:lnTo>
                  <a:cubicBezTo>
                    <a:pt x="2317623" y="0"/>
                    <a:pt x="2504567" y="186944"/>
                    <a:pt x="2504567" y="417449"/>
                  </a:cubicBezTo>
                  <a:lnTo>
                    <a:pt x="2504567" y="2087118"/>
                  </a:lnTo>
                  <a:cubicBezTo>
                    <a:pt x="2504567" y="2317623"/>
                    <a:pt x="2317623" y="2504567"/>
                    <a:pt x="2087118" y="2504567"/>
                  </a:cubicBezTo>
                  <a:lnTo>
                    <a:pt x="417449" y="2504567"/>
                  </a:lnTo>
                  <a:cubicBezTo>
                    <a:pt x="186944" y="2504567"/>
                    <a:pt x="0" y="2317623"/>
                    <a:pt x="0" y="2087118"/>
                  </a:cubicBezTo>
                  <a:close/>
                </a:path>
              </a:pathLst>
            </a:custGeom>
            <a:grpFill/>
          </p:spPr>
        </p:sp>
      </p:grpSp>
      <p:sp>
        <p:nvSpPr>
          <p:cNvPr id="55" name="TextBox 55"/>
          <p:cNvSpPr txBox="1"/>
          <p:nvPr/>
        </p:nvSpPr>
        <p:spPr>
          <a:xfrm>
            <a:off x="14870148" y="4609878"/>
            <a:ext cx="2341253" cy="1107440"/>
          </a:xfrm>
          <a:prstGeom prst="rect">
            <a:avLst/>
          </a:prstGeom>
        </p:spPr>
        <p:txBody>
          <a:bodyPr lIns="0" tIns="0" rIns="0" bIns="0" rtlCol="0" anchor="t">
            <a:spAutoFit/>
          </a:bodyPr>
          <a:lstStyle/>
          <a:p>
            <a:pPr algn="ctr">
              <a:lnSpc>
                <a:spcPts val="8640"/>
              </a:lnSpc>
            </a:pPr>
            <a:r>
              <a:rPr lang="en-US" sz="8000">
                <a:solidFill>
                  <a:srgbClr val="FFFFFF"/>
                </a:solidFill>
                <a:latin typeface="字由点字典黑 65J" panose="02010600030101010101" charset="-122"/>
              </a:rPr>
              <a:t>03</a:t>
            </a:r>
          </a:p>
        </p:txBody>
      </p:sp>
      <p:sp>
        <p:nvSpPr>
          <p:cNvPr id="56" name="TextBox 56"/>
          <p:cNvSpPr txBox="1"/>
          <p:nvPr/>
        </p:nvSpPr>
        <p:spPr>
          <a:xfrm>
            <a:off x="7391340" y="4032885"/>
            <a:ext cx="6407150" cy="1107440"/>
          </a:xfrm>
          <a:prstGeom prst="rect">
            <a:avLst/>
          </a:prstGeom>
        </p:spPr>
        <p:txBody>
          <a:bodyPr wrap="square" lIns="0" tIns="0" rIns="0" bIns="0" rtlCol="0" anchor="t">
            <a:spAutoFit/>
          </a:bodyPr>
          <a:lstStyle/>
          <a:p>
            <a:pPr algn="l">
              <a:lnSpc>
                <a:spcPts val="8640"/>
              </a:lnSpc>
            </a:pPr>
            <a:r>
              <a:rPr lang="zh-CN" altLang="en-US" sz="8000" b="1">
                <a:solidFill>
                  <a:srgbClr val="369ACC"/>
                </a:solidFill>
                <a:latin typeface="微软雅黑" panose="020B0503020204020204" charset="-122"/>
                <a:ea typeface="微软雅黑" panose="020B0503020204020204" charset="-122"/>
              </a:rPr>
              <a:t>单击添加标题</a:t>
            </a:r>
          </a:p>
        </p:txBody>
      </p:sp>
      <p:sp>
        <p:nvSpPr>
          <p:cNvPr id="57" name="TextBox 57"/>
          <p:cNvSpPr txBox="1"/>
          <p:nvPr/>
        </p:nvSpPr>
        <p:spPr>
          <a:xfrm>
            <a:off x="7391340" y="5447990"/>
            <a:ext cx="5539980" cy="708279"/>
          </a:xfrm>
          <a:prstGeom prst="rect">
            <a:avLst/>
          </a:prstGeom>
        </p:spPr>
        <p:txBody>
          <a:bodyPr lIns="0" tIns="0" rIns="0" bIns="0" rtlCol="0" anchor="t">
            <a:spAutoFit/>
          </a:bodyPr>
          <a:lstStyle/>
          <a:p>
            <a:pPr algn="l">
              <a:lnSpc>
                <a:spcPts val="2805"/>
              </a:lnSpc>
            </a:pPr>
            <a:r>
              <a:rPr lang="en-US" sz="1800">
                <a:solidFill>
                  <a:srgbClr val="3B424B"/>
                </a:solidFill>
                <a:ea typeface="字由点字典黑 45J"/>
              </a:rPr>
              <a:t>单击此处输入你的正文，文字是您思想的提炼，为了最终演示发布的良好效果，请尽量言简意赅的阐述观点</a:t>
            </a:r>
          </a:p>
        </p:txBody>
      </p:sp>
      <p:sp>
        <p:nvSpPr>
          <p:cNvPr id="58" name="TextBox 58"/>
          <p:cNvSpPr txBox="1"/>
          <p:nvPr/>
        </p:nvSpPr>
        <p:spPr>
          <a:xfrm>
            <a:off x="7391400" y="2245995"/>
            <a:ext cx="6407150" cy="1200150"/>
          </a:xfrm>
          <a:prstGeom prst="rect">
            <a:avLst/>
          </a:prstGeom>
        </p:spPr>
        <p:txBody>
          <a:bodyPr wrap="square" lIns="0" tIns="0" rIns="0" bIns="0" rtlCol="0" anchor="t">
            <a:spAutoFit/>
          </a:bodyPr>
          <a:lstStyle/>
          <a:p>
            <a:pPr algn="ctr">
              <a:lnSpc>
                <a:spcPts val="9360"/>
              </a:lnSpc>
            </a:pPr>
            <a:r>
              <a:rPr lang="en-US" sz="7800" b="1">
                <a:solidFill>
                  <a:srgbClr val="369ACC"/>
                </a:solidFill>
                <a:latin typeface="Arimo" panose="020B0604020202020204"/>
              </a:rPr>
              <a:t>PART THREE</a:t>
            </a:r>
          </a:p>
        </p:txBody>
      </p:sp>
      <p:pic>
        <p:nvPicPr>
          <p:cNvPr id="87" name="图片 86" descr="logo蓝色"/>
          <p:cNvPicPr>
            <a:picLocks noChangeAspect="1"/>
          </p:cNvPicPr>
          <p:nvPr/>
        </p:nvPicPr>
        <p:blipFill>
          <a:blip r:embed="rId2"/>
          <a:stretch>
            <a:fillRect/>
          </a:stretch>
        </p:blipFill>
        <p:spPr>
          <a:xfrm>
            <a:off x="15011400" y="419100"/>
            <a:ext cx="2601430" cy="720000"/>
          </a:xfrm>
          <a:prstGeom prst="rect">
            <a:avLst/>
          </a:prstGeom>
        </p:spPr>
      </p:pic>
      <p:grpSp>
        <p:nvGrpSpPr>
          <p:cNvPr id="19" name="组合 18"/>
          <p:cNvGrpSpPr/>
          <p:nvPr/>
        </p:nvGrpSpPr>
        <p:grpSpPr>
          <a:xfrm>
            <a:off x="964793" y="0"/>
            <a:ext cx="5552333" cy="9834277"/>
            <a:chOff x="1523997" y="1"/>
            <a:chExt cx="5552333" cy="9834277"/>
          </a:xfrm>
        </p:grpSpPr>
        <p:sp>
          <p:nvSpPr>
            <p:cNvPr id="20" name="Freeform 46"/>
            <p:cNvSpPr/>
            <p:nvPr/>
          </p:nvSpPr>
          <p:spPr>
            <a:xfrm rot="5400000">
              <a:off x="-588400" y="2140972"/>
              <a:ext cx="9777127" cy="5552333"/>
            </a:xfrm>
            <a:custGeom>
              <a:avLst/>
              <a:gdLst/>
              <a:ahLst/>
              <a:cxnLst/>
              <a:rect l="l" t="t" r="r" b="b"/>
              <a:pathLst>
                <a:path w="13036169" h="7511161">
                  <a:moveTo>
                    <a:pt x="0" y="0"/>
                  </a:moveTo>
                  <a:lnTo>
                    <a:pt x="9280525" y="0"/>
                  </a:lnTo>
                  <a:cubicBezTo>
                    <a:pt x="11354689" y="0"/>
                    <a:pt x="13036169" y="1681480"/>
                    <a:pt x="13036169" y="3755644"/>
                  </a:cubicBezTo>
                  <a:cubicBezTo>
                    <a:pt x="13036169" y="5829808"/>
                    <a:pt x="11354689" y="7511161"/>
                    <a:pt x="9280525" y="7511161"/>
                  </a:cubicBezTo>
                  <a:lnTo>
                    <a:pt x="0" y="7511161"/>
                  </a:lnTo>
                  <a:close/>
                </a:path>
              </a:pathLst>
            </a:custGeom>
            <a:blipFill rotWithShape="0">
              <a:blip r:embed="rId3"/>
              <a:stretch>
                <a:fillRect l="-26917" t="-10817" r="-8769" b="-4923"/>
              </a:stretch>
            </a:blipFill>
            <a:ln>
              <a:solidFill>
                <a:srgbClr val="62BBDB"/>
              </a:solidFill>
            </a:ln>
          </p:spPr>
          <p:txBody>
            <a:bodyPr/>
            <a:lstStyle/>
            <a:p>
              <a:r>
                <a:rPr lang="zh-CN" altLang="en-US" u="sng" dirty="0"/>
                <a:t>z</a:t>
              </a:r>
              <a:endParaRPr lang="zh-CN" altLang="en-US" dirty="0"/>
            </a:p>
          </p:txBody>
        </p:sp>
        <p:sp>
          <p:nvSpPr>
            <p:cNvPr id="21" name="Freeform 47"/>
            <p:cNvSpPr/>
            <p:nvPr/>
          </p:nvSpPr>
          <p:spPr>
            <a:xfrm rot="5400000">
              <a:off x="-616975" y="2140973"/>
              <a:ext cx="9834277" cy="5552333"/>
            </a:xfrm>
            <a:custGeom>
              <a:avLst/>
              <a:gdLst/>
              <a:ahLst/>
              <a:cxnLst/>
              <a:rect l="l" t="t" r="r" b="b"/>
              <a:pathLst>
                <a:path w="13112369" h="7587488">
                  <a:moveTo>
                    <a:pt x="38100" y="0"/>
                  </a:moveTo>
                  <a:lnTo>
                    <a:pt x="9318625" y="0"/>
                  </a:lnTo>
                  <a:lnTo>
                    <a:pt x="9318625" y="38100"/>
                  </a:lnTo>
                  <a:lnTo>
                    <a:pt x="9318625" y="0"/>
                  </a:lnTo>
                  <a:cubicBezTo>
                    <a:pt x="11413871" y="0"/>
                    <a:pt x="13112369" y="1698498"/>
                    <a:pt x="13112369" y="3793744"/>
                  </a:cubicBezTo>
                  <a:lnTo>
                    <a:pt x="13074269" y="3793744"/>
                  </a:lnTo>
                  <a:lnTo>
                    <a:pt x="13112369" y="3793744"/>
                  </a:lnTo>
                  <a:cubicBezTo>
                    <a:pt x="13112369" y="5888990"/>
                    <a:pt x="11413871" y="7587488"/>
                    <a:pt x="9318625" y="7587488"/>
                  </a:cubicBezTo>
                  <a:lnTo>
                    <a:pt x="9318625" y="7549388"/>
                  </a:lnTo>
                  <a:lnTo>
                    <a:pt x="9318625" y="7587488"/>
                  </a:lnTo>
                  <a:lnTo>
                    <a:pt x="38100" y="7587488"/>
                  </a:lnTo>
                  <a:cubicBezTo>
                    <a:pt x="17018" y="7587488"/>
                    <a:pt x="0" y="7570470"/>
                    <a:pt x="0" y="7549388"/>
                  </a:cubicBezTo>
                  <a:lnTo>
                    <a:pt x="0" y="38100"/>
                  </a:lnTo>
                  <a:cubicBezTo>
                    <a:pt x="0" y="17018"/>
                    <a:pt x="17018" y="0"/>
                    <a:pt x="38100" y="0"/>
                  </a:cubicBezTo>
                  <a:moveTo>
                    <a:pt x="38100" y="76200"/>
                  </a:moveTo>
                  <a:lnTo>
                    <a:pt x="38100" y="38100"/>
                  </a:lnTo>
                  <a:lnTo>
                    <a:pt x="76200" y="38100"/>
                  </a:lnTo>
                  <a:lnTo>
                    <a:pt x="76200" y="7549261"/>
                  </a:lnTo>
                  <a:lnTo>
                    <a:pt x="38100" y="7549261"/>
                  </a:lnTo>
                  <a:lnTo>
                    <a:pt x="38100" y="7511161"/>
                  </a:lnTo>
                  <a:lnTo>
                    <a:pt x="9318625" y="7511161"/>
                  </a:lnTo>
                  <a:cubicBezTo>
                    <a:pt x="11371707" y="7511161"/>
                    <a:pt x="13036169" y="5846826"/>
                    <a:pt x="13036169" y="3793617"/>
                  </a:cubicBezTo>
                  <a:cubicBezTo>
                    <a:pt x="13036169" y="1740408"/>
                    <a:pt x="11371707" y="76200"/>
                    <a:pt x="9318625" y="76200"/>
                  </a:cubicBezTo>
                  <a:lnTo>
                    <a:pt x="38100" y="76200"/>
                  </a:lnTo>
                  <a:close/>
                </a:path>
              </a:pathLst>
            </a:custGeom>
            <a:solidFill>
              <a:srgbClr val="369ACC"/>
            </a:solid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840000">
            <a:off x="13344525" y="-927671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0" y="2398395"/>
            <a:ext cx="17782540" cy="6837680"/>
            <a:chOff x="0" y="0"/>
            <a:chExt cx="23709632" cy="10851242"/>
          </a:xfrm>
        </p:grpSpPr>
        <p:sp>
          <p:nvSpPr>
            <p:cNvPr id="44" name="Freeform 44"/>
            <p:cNvSpPr/>
            <p:nvPr/>
          </p:nvSpPr>
          <p:spPr>
            <a:xfrm>
              <a:off x="3175" y="3175"/>
              <a:ext cx="23703279" cy="10844911"/>
            </a:xfrm>
            <a:custGeom>
              <a:avLst/>
              <a:gdLst/>
              <a:ahLst/>
              <a:cxnLst/>
              <a:rect l="l" t="t" r="r" b="b"/>
              <a:pathLst>
                <a:path w="23703279" h="10844911">
                  <a:moveTo>
                    <a:pt x="0" y="0"/>
                  </a:moveTo>
                  <a:lnTo>
                    <a:pt x="18280887" y="0"/>
                  </a:lnTo>
                  <a:cubicBezTo>
                    <a:pt x="21275675" y="0"/>
                    <a:pt x="23703279" y="2427732"/>
                    <a:pt x="23703279" y="5422392"/>
                  </a:cubicBezTo>
                  <a:lnTo>
                    <a:pt x="23703279" y="5422392"/>
                  </a:lnTo>
                  <a:cubicBezTo>
                    <a:pt x="23703279" y="8417179"/>
                    <a:pt x="21275548" y="10844784"/>
                    <a:pt x="18280887" y="10844784"/>
                  </a:cubicBezTo>
                  <a:lnTo>
                    <a:pt x="0" y="10844911"/>
                  </a:lnTo>
                  <a:close/>
                </a:path>
              </a:pathLst>
            </a:custGeom>
            <a:solidFill>
              <a:srgbClr val="FFFFFF"/>
            </a:solidFill>
          </p:spPr>
        </p:sp>
        <p:sp>
          <p:nvSpPr>
            <p:cNvPr id="45" name="Freeform 45"/>
            <p:cNvSpPr/>
            <p:nvPr/>
          </p:nvSpPr>
          <p:spPr>
            <a:xfrm>
              <a:off x="0" y="0"/>
              <a:ext cx="23709629" cy="10851261"/>
            </a:xfrm>
            <a:custGeom>
              <a:avLst/>
              <a:gdLst/>
              <a:ahLst/>
              <a:cxnLst/>
              <a:rect l="l" t="t" r="r" b="b"/>
              <a:pathLst>
                <a:path w="23709629" h="10851261">
                  <a:moveTo>
                    <a:pt x="3175" y="0"/>
                  </a:moveTo>
                  <a:lnTo>
                    <a:pt x="18284062" y="0"/>
                  </a:lnTo>
                  <a:lnTo>
                    <a:pt x="18284062" y="3175"/>
                  </a:lnTo>
                  <a:lnTo>
                    <a:pt x="18284062" y="0"/>
                  </a:lnTo>
                  <a:cubicBezTo>
                    <a:pt x="21280501" y="0"/>
                    <a:pt x="23709629" y="2429129"/>
                    <a:pt x="23709629" y="5425567"/>
                  </a:cubicBezTo>
                  <a:cubicBezTo>
                    <a:pt x="23709629" y="5427345"/>
                    <a:pt x="23708232" y="5428742"/>
                    <a:pt x="23706454" y="5428742"/>
                  </a:cubicBezTo>
                  <a:lnTo>
                    <a:pt x="23706454" y="5428742"/>
                  </a:lnTo>
                  <a:lnTo>
                    <a:pt x="23706454" y="5425567"/>
                  </a:lnTo>
                  <a:lnTo>
                    <a:pt x="23709629" y="5425567"/>
                  </a:lnTo>
                  <a:cubicBezTo>
                    <a:pt x="23709629" y="8422005"/>
                    <a:pt x="21280500" y="10851134"/>
                    <a:pt x="18284062" y="10851134"/>
                  </a:cubicBezTo>
                  <a:lnTo>
                    <a:pt x="18284062" y="10851134"/>
                  </a:lnTo>
                  <a:lnTo>
                    <a:pt x="3175" y="10851261"/>
                  </a:lnTo>
                  <a:cubicBezTo>
                    <a:pt x="1397" y="10851261"/>
                    <a:pt x="0" y="10849864"/>
                    <a:pt x="0" y="10848086"/>
                  </a:cubicBezTo>
                  <a:lnTo>
                    <a:pt x="0" y="3175"/>
                  </a:lnTo>
                  <a:cubicBezTo>
                    <a:pt x="0" y="1397"/>
                    <a:pt x="1397" y="0"/>
                    <a:pt x="3175" y="0"/>
                  </a:cubicBezTo>
                  <a:moveTo>
                    <a:pt x="3175" y="6350"/>
                  </a:moveTo>
                  <a:lnTo>
                    <a:pt x="3175" y="3175"/>
                  </a:lnTo>
                  <a:lnTo>
                    <a:pt x="6350" y="3175"/>
                  </a:lnTo>
                  <a:lnTo>
                    <a:pt x="6350" y="10848086"/>
                  </a:lnTo>
                  <a:lnTo>
                    <a:pt x="3175" y="10848086"/>
                  </a:lnTo>
                  <a:lnTo>
                    <a:pt x="3175" y="10844911"/>
                  </a:lnTo>
                  <a:lnTo>
                    <a:pt x="18284062" y="10844911"/>
                  </a:lnTo>
                  <a:lnTo>
                    <a:pt x="18284062" y="10848086"/>
                  </a:lnTo>
                  <a:lnTo>
                    <a:pt x="18284062" y="10844911"/>
                  </a:lnTo>
                  <a:cubicBezTo>
                    <a:pt x="21277072" y="10844911"/>
                    <a:pt x="23703279" y="8418576"/>
                    <a:pt x="23703279" y="5425694"/>
                  </a:cubicBezTo>
                  <a:cubicBezTo>
                    <a:pt x="23703279" y="5423916"/>
                    <a:pt x="23704676" y="5422519"/>
                    <a:pt x="23706454" y="5422519"/>
                  </a:cubicBezTo>
                  <a:lnTo>
                    <a:pt x="23706454" y="5422519"/>
                  </a:lnTo>
                  <a:lnTo>
                    <a:pt x="23706454" y="5425694"/>
                  </a:lnTo>
                  <a:lnTo>
                    <a:pt x="23703279" y="5425694"/>
                  </a:lnTo>
                  <a:cubicBezTo>
                    <a:pt x="23703280" y="2432685"/>
                    <a:pt x="21276945" y="6350"/>
                    <a:pt x="18284062" y="6350"/>
                  </a:cubicBezTo>
                  <a:lnTo>
                    <a:pt x="3175" y="6350"/>
                  </a:lnTo>
                  <a:close/>
                </a:path>
              </a:pathLst>
            </a:custGeom>
            <a:solidFill>
              <a:srgbClr val="0058E0"/>
            </a:solidFill>
          </p:spPr>
        </p:sp>
      </p:grpSp>
      <p:grpSp>
        <p:nvGrpSpPr>
          <p:cNvPr id="57" name="Group 57"/>
          <p:cNvGrpSpPr/>
          <p:nvPr/>
        </p:nvGrpSpPr>
        <p:grpSpPr>
          <a:xfrm>
            <a:off x="18669240" y="4076534"/>
            <a:ext cx="11049339" cy="1324641"/>
            <a:chOff x="0" y="0"/>
            <a:chExt cx="14732452" cy="1766188"/>
          </a:xfrm>
        </p:grpSpPr>
        <p:sp>
          <p:nvSpPr>
            <p:cNvPr id="58" name="Freeform 58"/>
            <p:cNvSpPr/>
            <p:nvPr/>
          </p:nvSpPr>
          <p:spPr>
            <a:xfrm>
              <a:off x="0" y="0"/>
              <a:ext cx="14732508" cy="1766189"/>
            </a:xfrm>
            <a:custGeom>
              <a:avLst/>
              <a:gdLst/>
              <a:ahLst/>
              <a:cxnLst/>
              <a:rect l="l" t="t" r="r" b="b"/>
              <a:pathLst>
                <a:path w="14732508" h="1766189">
                  <a:moveTo>
                    <a:pt x="14732508" y="294386"/>
                  </a:moveTo>
                  <a:cubicBezTo>
                    <a:pt x="14732508" y="131826"/>
                    <a:pt x="14600682" y="0"/>
                    <a:pt x="14438122" y="0"/>
                  </a:cubicBezTo>
                  <a:lnTo>
                    <a:pt x="294386" y="0"/>
                  </a:lnTo>
                  <a:cubicBezTo>
                    <a:pt x="131826" y="0"/>
                    <a:pt x="0" y="131826"/>
                    <a:pt x="0" y="294386"/>
                  </a:cubicBezTo>
                  <a:lnTo>
                    <a:pt x="0" y="1471803"/>
                  </a:lnTo>
                  <a:cubicBezTo>
                    <a:pt x="0" y="1634363"/>
                    <a:pt x="131826" y="1766189"/>
                    <a:pt x="294386" y="1766189"/>
                  </a:cubicBezTo>
                  <a:lnTo>
                    <a:pt x="14438122" y="1766189"/>
                  </a:lnTo>
                  <a:cubicBezTo>
                    <a:pt x="14600682" y="1766189"/>
                    <a:pt x="14732508" y="1634363"/>
                    <a:pt x="14732508" y="1471803"/>
                  </a:cubicBezTo>
                  <a:close/>
                </a:path>
              </a:pathLst>
            </a:custGeom>
            <a:solidFill>
              <a:srgbClr val="F8F8F8"/>
            </a:solidFill>
          </p:spPr>
        </p:sp>
      </p:grpSp>
      <p:grpSp>
        <p:nvGrpSpPr>
          <p:cNvPr id="76" name="组合 75"/>
          <p:cNvGrpSpPr/>
          <p:nvPr/>
        </p:nvGrpSpPr>
        <p:grpSpPr>
          <a:xfrm>
            <a:off x="457200" y="419100"/>
            <a:ext cx="5464175" cy="1480820"/>
            <a:chOff x="960" y="1980"/>
            <a:chExt cx="9080" cy="2720"/>
          </a:xfrm>
        </p:grpSpPr>
        <p:grpSp>
          <p:nvGrpSpPr>
            <p:cNvPr id="75" name="组合 74"/>
            <p:cNvGrpSpPr/>
            <p:nvPr/>
          </p:nvGrpSpPr>
          <p:grpSpPr>
            <a:xfrm>
              <a:off x="960" y="1980"/>
              <a:ext cx="9080" cy="2720"/>
              <a:chOff x="960" y="1980"/>
              <a:chExt cx="9080" cy="2720"/>
            </a:xfrm>
          </p:grpSpPr>
          <p:sp>
            <p:nvSpPr>
              <p:cNvPr id="73" name="椭圆 72"/>
              <p:cNvSpPr/>
              <p:nvPr/>
            </p:nvSpPr>
            <p:spPr>
              <a:xfrm>
                <a:off x="960" y="1980"/>
                <a:ext cx="8760" cy="2400"/>
              </a:xfrm>
              <a:prstGeom prst="ellipse">
                <a:avLst/>
              </a:prstGeom>
              <a:solidFill>
                <a:srgbClr val="93CED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280" y="2300"/>
                <a:ext cx="8760" cy="2400"/>
              </a:xfrm>
              <a:prstGeom prst="ellipse">
                <a:avLst/>
              </a:prstGeom>
              <a:noFill/>
              <a:ln>
                <a:solidFill>
                  <a:srgbClr val="369A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TextBox 65"/>
            <p:cNvSpPr txBox="1"/>
            <p:nvPr/>
          </p:nvSpPr>
          <p:spPr>
            <a:xfrm>
              <a:off x="2176" y="2533"/>
              <a:ext cx="6600" cy="1554"/>
            </a:xfrm>
            <a:prstGeom prst="rect">
              <a:avLst/>
            </a:prstGeom>
          </p:spPr>
          <p:txBody>
            <a:bodyPr wrap="square" lIns="0" tIns="0" rIns="0" bIns="0" rtlCol="0" anchor="t">
              <a:spAutoFit/>
            </a:bodyPr>
            <a:lstStyle/>
            <a:p>
              <a:pPr algn="ctr">
                <a:lnSpc>
                  <a:spcPts val="6600"/>
                </a:lnSpc>
              </a:pPr>
              <a:r>
                <a:rPr lang="zh-CN" altLang="en-US" sz="4800" b="1">
                  <a:solidFill>
                    <a:srgbClr val="0070C0"/>
                  </a:solidFill>
                  <a:latin typeface="微软雅黑" panose="020B0503020204020204" charset="-122"/>
                  <a:ea typeface="微软雅黑" panose="020B0503020204020204" charset="-122"/>
                </a:rPr>
                <a:t>单击添加标题</a:t>
              </a:r>
            </a:p>
          </p:txBody>
        </p:sp>
      </p:grpSp>
      <p:pic>
        <p:nvPicPr>
          <p:cNvPr id="72"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4440000" flipH="1">
            <a:off x="14828520" y="-2236470"/>
            <a:ext cx="4131945" cy="4114800"/>
          </a:xfrm>
          <a:prstGeom prst="rect">
            <a:avLst/>
          </a:prstGeom>
        </p:spPr>
      </p:pic>
      <p:grpSp>
        <p:nvGrpSpPr>
          <p:cNvPr id="4" name="组合 3"/>
          <p:cNvGrpSpPr/>
          <p:nvPr/>
        </p:nvGrpSpPr>
        <p:grpSpPr>
          <a:xfrm>
            <a:off x="10494328" y="3382996"/>
            <a:ext cx="4234180" cy="5092349"/>
            <a:chOff x="1535" y="5367"/>
            <a:chExt cx="6668" cy="8019"/>
          </a:xfrm>
        </p:grpSpPr>
        <p:sp>
          <p:nvSpPr>
            <p:cNvPr id="49" name="Freeform 49"/>
            <p:cNvSpPr/>
            <p:nvPr/>
          </p:nvSpPr>
          <p:spPr>
            <a:xfrm>
              <a:off x="1646" y="6420"/>
              <a:ext cx="6445" cy="6966"/>
            </a:xfrm>
            <a:custGeom>
              <a:avLst/>
              <a:gdLst/>
              <a:ahLst/>
              <a:cxnLst/>
              <a:rect l="l" t="t" r="r" b="b"/>
              <a:pathLst>
                <a:path w="5456682" h="5743067">
                  <a:moveTo>
                    <a:pt x="0" y="909447"/>
                  </a:moveTo>
                  <a:cubicBezTo>
                    <a:pt x="0" y="407162"/>
                    <a:pt x="407162" y="0"/>
                    <a:pt x="909447" y="0"/>
                  </a:cubicBezTo>
                  <a:lnTo>
                    <a:pt x="4547235" y="0"/>
                  </a:lnTo>
                  <a:cubicBezTo>
                    <a:pt x="5049520" y="0"/>
                    <a:pt x="5456682" y="407162"/>
                    <a:pt x="5456682" y="909447"/>
                  </a:cubicBezTo>
                  <a:lnTo>
                    <a:pt x="5456682" y="4833620"/>
                  </a:lnTo>
                  <a:cubicBezTo>
                    <a:pt x="5456682" y="5335905"/>
                    <a:pt x="5049520" y="5743067"/>
                    <a:pt x="4547235" y="5743067"/>
                  </a:cubicBezTo>
                  <a:lnTo>
                    <a:pt x="909447" y="5743067"/>
                  </a:lnTo>
                  <a:cubicBezTo>
                    <a:pt x="407162" y="5743067"/>
                    <a:pt x="0" y="5335905"/>
                    <a:pt x="0" y="4833620"/>
                  </a:cubicBezTo>
                  <a:close/>
                </a:path>
              </a:pathLst>
            </a:custGeom>
            <a:solidFill>
              <a:srgbClr val="F8F8F8"/>
            </a:solidFill>
          </p:spPr>
        </p:sp>
        <p:sp>
          <p:nvSpPr>
            <p:cNvPr id="21" name="文本框 20"/>
            <p:cNvSpPr txBox="1"/>
            <p:nvPr/>
          </p:nvSpPr>
          <p:spPr>
            <a:xfrm>
              <a:off x="1535" y="9339"/>
              <a:ext cx="6668" cy="2567"/>
            </a:xfrm>
            <a:prstGeom prst="rect">
              <a:avLst/>
            </a:prstGeom>
            <a:noFill/>
          </p:spPr>
          <p:txBody>
            <a:bodyPr wrap="square" rtlCol="0">
              <a:spAutoFit/>
            </a:bodyPr>
            <a:lstStyle/>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p:txBody>
        </p:sp>
        <p:grpSp>
          <p:nvGrpSpPr>
            <p:cNvPr id="50" name="Group 50"/>
            <p:cNvGrpSpPr/>
            <p:nvPr/>
          </p:nvGrpSpPr>
          <p:grpSpPr>
            <a:xfrm rot="2627273">
              <a:off x="3935" y="5367"/>
              <a:ext cx="1867" cy="1867"/>
              <a:chOff x="0" y="0"/>
              <a:chExt cx="1580816" cy="1580816"/>
            </a:xfrm>
          </p:grpSpPr>
          <p:sp>
            <p:nvSpPr>
              <p:cNvPr id="51" name="Freeform 51"/>
              <p:cNvSpPr/>
              <p:nvPr/>
            </p:nvSpPr>
            <p:spPr>
              <a:xfrm>
                <a:off x="0" y="0"/>
                <a:ext cx="1580896" cy="1580896"/>
              </a:xfrm>
              <a:custGeom>
                <a:avLst/>
                <a:gdLst/>
                <a:ahLst/>
                <a:cxnLst/>
                <a:rect l="l" t="t" r="r" b="b"/>
                <a:pathLst>
                  <a:path w="1580896" h="1580896">
                    <a:moveTo>
                      <a:pt x="0" y="263525"/>
                    </a:moveTo>
                    <a:cubicBezTo>
                      <a:pt x="0" y="117983"/>
                      <a:pt x="117983" y="0"/>
                      <a:pt x="263525" y="0"/>
                    </a:cubicBezTo>
                    <a:lnTo>
                      <a:pt x="1317371" y="0"/>
                    </a:lnTo>
                    <a:cubicBezTo>
                      <a:pt x="1462913" y="0"/>
                      <a:pt x="1580896" y="117983"/>
                      <a:pt x="1580896" y="263525"/>
                    </a:cubicBezTo>
                    <a:lnTo>
                      <a:pt x="1580896" y="1317371"/>
                    </a:lnTo>
                    <a:cubicBezTo>
                      <a:pt x="1580896" y="1462913"/>
                      <a:pt x="1462913" y="1580896"/>
                      <a:pt x="1317371" y="1580896"/>
                    </a:cubicBezTo>
                    <a:lnTo>
                      <a:pt x="263525" y="1580896"/>
                    </a:lnTo>
                    <a:cubicBezTo>
                      <a:pt x="117983" y="1580769"/>
                      <a:pt x="0" y="1462913"/>
                      <a:pt x="0" y="1317371"/>
                    </a:cubicBezTo>
                    <a:close/>
                  </a:path>
                </a:pathLst>
              </a:custGeom>
              <a:solidFill>
                <a:srgbClr val="0070C0"/>
              </a:solidFill>
            </p:spPr>
          </p:sp>
        </p:grpSp>
        <p:sp>
          <p:nvSpPr>
            <p:cNvPr id="52" name="TextBox 52"/>
            <p:cNvSpPr txBox="1"/>
            <p:nvPr/>
          </p:nvSpPr>
          <p:spPr>
            <a:xfrm>
              <a:off x="3678" y="5801"/>
              <a:ext cx="2382" cy="1163"/>
            </a:xfrm>
            <a:prstGeom prst="rect">
              <a:avLst/>
            </a:prstGeom>
          </p:spPr>
          <p:txBody>
            <a:bodyPr lIns="0" tIns="0" rIns="0" bIns="0" rtlCol="0" anchor="t">
              <a:spAutoFit/>
            </a:bodyPr>
            <a:lstStyle/>
            <a:p>
              <a:pPr algn="ctr">
                <a:lnSpc>
                  <a:spcPts val="5760"/>
                </a:lnSpc>
              </a:pPr>
              <a:r>
                <a:rPr lang="en-US" sz="4800" b="1">
                  <a:solidFill>
                    <a:srgbClr val="FFFFFF"/>
                  </a:solidFill>
                  <a:latin typeface="微软雅黑" panose="020B0503020204020204" charset="-122"/>
                  <a:ea typeface="微软雅黑" panose="020B0503020204020204" charset="-122"/>
                </a:rPr>
                <a:t>03</a:t>
              </a:r>
            </a:p>
          </p:txBody>
        </p:sp>
        <p:sp>
          <p:nvSpPr>
            <p:cNvPr id="2" name="文本框 1"/>
            <p:cNvSpPr txBox="1"/>
            <p:nvPr/>
          </p:nvSpPr>
          <p:spPr>
            <a:xfrm>
              <a:off x="2806" y="8019"/>
              <a:ext cx="4134" cy="1016"/>
            </a:xfrm>
            <a:prstGeom prst="rect">
              <a:avLst/>
            </a:prstGeom>
            <a:noFill/>
          </p:spPr>
          <p:txBody>
            <a:bodyPr wrap="none" rtlCol="0" anchor="t">
              <a:spAutoFit/>
            </a:bodyPr>
            <a:lstStyle/>
            <a:p>
              <a:pPr algn="ctr">
                <a:lnSpc>
                  <a:spcPts val="4320"/>
                </a:lnSpc>
              </a:pPr>
              <a:r>
                <a:rPr lang="zh-CN" altLang="en-US" sz="3200" b="1">
                  <a:solidFill>
                    <a:srgbClr val="0070C0"/>
                  </a:solidFill>
                  <a:latin typeface="微软雅黑" panose="020B0503020204020204" charset="-122"/>
                  <a:ea typeface="微软雅黑" panose="020B0503020204020204" charset="-122"/>
                  <a:sym typeface="+mn-ea"/>
                </a:rPr>
                <a:t>点击添加内容</a:t>
              </a:r>
            </a:p>
          </p:txBody>
        </p:sp>
      </p:grpSp>
      <p:grpSp>
        <p:nvGrpSpPr>
          <p:cNvPr id="5" name="组合 4"/>
          <p:cNvGrpSpPr/>
          <p:nvPr/>
        </p:nvGrpSpPr>
        <p:grpSpPr>
          <a:xfrm>
            <a:off x="5721350" y="3383280"/>
            <a:ext cx="4234180" cy="5092065"/>
            <a:chOff x="1535" y="5367"/>
            <a:chExt cx="6668" cy="8019"/>
          </a:xfrm>
        </p:grpSpPr>
        <p:sp>
          <p:nvSpPr>
            <p:cNvPr id="13" name="Freeform 49"/>
            <p:cNvSpPr/>
            <p:nvPr/>
          </p:nvSpPr>
          <p:spPr>
            <a:xfrm>
              <a:off x="1646" y="6420"/>
              <a:ext cx="6445" cy="6966"/>
            </a:xfrm>
            <a:custGeom>
              <a:avLst/>
              <a:gdLst/>
              <a:ahLst/>
              <a:cxnLst/>
              <a:rect l="l" t="t" r="r" b="b"/>
              <a:pathLst>
                <a:path w="5456682" h="5743067">
                  <a:moveTo>
                    <a:pt x="0" y="909447"/>
                  </a:moveTo>
                  <a:cubicBezTo>
                    <a:pt x="0" y="407162"/>
                    <a:pt x="407162" y="0"/>
                    <a:pt x="909447" y="0"/>
                  </a:cubicBezTo>
                  <a:lnTo>
                    <a:pt x="4547235" y="0"/>
                  </a:lnTo>
                  <a:cubicBezTo>
                    <a:pt x="5049520" y="0"/>
                    <a:pt x="5456682" y="407162"/>
                    <a:pt x="5456682" y="909447"/>
                  </a:cubicBezTo>
                  <a:lnTo>
                    <a:pt x="5456682" y="4833620"/>
                  </a:lnTo>
                  <a:cubicBezTo>
                    <a:pt x="5456682" y="5335905"/>
                    <a:pt x="5049520" y="5743067"/>
                    <a:pt x="4547235" y="5743067"/>
                  </a:cubicBezTo>
                  <a:lnTo>
                    <a:pt x="909447" y="5743067"/>
                  </a:lnTo>
                  <a:cubicBezTo>
                    <a:pt x="407162" y="5743067"/>
                    <a:pt x="0" y="5335905"/>
                    <a:pt x="0" y="4833620"/>
                  </a:cubicBezTo>
                  <a:close/>
                </a:path>
              </a:pathLst>
            </a:custGeom>
            <a:solidFill>
              <a:srgbClr val="F8F8F8"/>
            </a:solidFill>
          </p:spPr>
        </p:sp>
        <p:sp>
          <p:nvSpPr>
            <p:cNvPr id="14" name="文本框 13"/>
            <p:cNvSpPr txBox="1"/>
            <p:nvPr/>
          </p:nvSpPr>
          <p:spPr>
            <a:xfrm>
              <a:off x="1535" y="9339"/>
              <a:ext cx="6668" cy="2567"/>
            </a:xfrm>
            <a:prstGeom prst="rect">
              <a:avLst/>
            </a:prstGeom>
            <a:noFill/>
          </p:spPr>
          <p:txBody>
            <a:bodyPr wrap="square" rtlCol="0">
              <a:spAutoFit/>
            </a:bodyPr>
            <a:lstStyle/>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p:txBody>
        </p:sp>
        <p:grpSp>
          <p:nvGrpSpPr>
            <p:cNvPr id="15" name="Group 50"/>
            <p:cNvGrpSpPr/>
            <p:nvPr/>
          </p:nvGrpSpPr>
          <p:grpSpPr>
            <a:xfrm rot="2627273">
              <a:off x="3935" y="5367"/>
              <a:ext cx="1867" cy="1867"/>
              <a:chOff x="0" y="0"/>
              <a:chExt cx="1580816" cy="1580816"/>
            </a:xfrm>
          </p:grpSpPr>
          <p:sp>
            <p:nvSpPr>
              <p:cNvPr id="16" name="Freeform 51"/>
              <p:cNvSpPr/>
              <p:nvPr/>
            </p:nvSpPr>
            <p:spPr>
              <a:xfrm>
                <a:off x="0" y="0"/>
                <a:ext cx="1580896" cy="1580896"/>
              </a:xfrm>
              <a:custGeom>
                <a:avLst/>
                <a:gdLst/>
                <a:ahLst/>
                <a:cxnLst/>
                <a:rect l="l" t="t" r="r" b="b"/>
                <a:pathLst>
                  <a:path w="1580896" h="1580896">
                    <a:moveTo>
                      <a:pt x="0" y="263525"/>
                    </a:moveTo>
                    <a:cubicBezTo>
                      <a:pt x="0" y="117983"/>
                      <a:pt x="117983" y="0"/>
                      <a:pt x="263525" y="0"/>
                    </a:cubicBezTo>
                    <a:lnTo>
                      <a:pt x="1317371" y="0"/>
                    </a:lnTo>
                    <a:cubicBezTo>
                      <a:pt x="1462913" y="0"/>
                      <a:pt x="1580896" y="117983"/>
                      <a:pt x="1580896" y="263525"/>
                    </a:cubicBezTo>
                    <a:lnTo>
                      <a:pt x="1580896" y="1317371"/>
                    </a:lnTo>
                    <a:cubicBezTo>
                      <a:pt x="1580896" y="1462913"/>
                      <a:pt x="1462913" y="1580896"/>
                      <a:pt x="1317371" y="1580896"/>
                    </a:cubicBezTo>
                    <a:lnTo>
                      <a:pt x="263525" y="1580896"/>
                    </a:lnTo>
                    <a:cubicBezTo>
                      <a:pt x="117983" y="1580769"/>
                      <a:pt x="0" y="1462913"/>
                      <a:pt x="0" y="1317371"/>
                    </a:cubicBezTo>
                    <a:close/>
                  </a:path>
                </a:pathLst>
              </a:custGeom>
              <a:solidFill>
                <a:srgbClr val="0070C0"/>
              </a:solidFill>
            </p:spPr>
          </p:sp>
        </p:grpSp>
        <p:sp>
          <p:nvSpPr>
            <p:cNvPr id="17" name="TextBox 52"/>
            <p:cNvSpPr txBox="1"/>
            <p:nvPr/>
          </p:nvSpPr>
          <p:spPr>
            <a:xfrm>
              <a:off x="3678" y="5801"/>
              <a:ext cx="2382" cy="1163"/>
            </a:xfrm>
            <a:prstGeom prst="rect">
              <a:avLst/>
            </a:prstGeom>
          </p:spPr>
          <p:txBody>
            <a:bodyPr lIns="0" tIns="0" rIns="0" bIns="0" rtlCol="0" anchor="t">
              <a:spAutoFit/>
            </a:bodyPr>
            <a:lstStyle/>
            <a:p>
              <a:pPr algn="ctr">
                <a:lnSpc>
                  <a:spcPts val="5760"/>
                </a:lnSpc>
              </a:pPr>
              <a:r>
                <a:rPr lang="en-US" sz="4800" b="1">
                  <a:solidFill>
                    <a:srgbClr val="FFFFFF"/>
                  </a:solidFill>
                  <a:latin typeface="微软雅黑" panose="020B0503020204020204" charset="-122"/>
                  <a:ea typeface="微软雅黑" panose="020B0503020204020204" charset="-122"/>
                </a:rPr>
                <a:t>02</a:t>
              </a:r>
            </a:p>
          </p:txBody>
        </p:sp>
        <p:sp>
          <p:nvSpPr>
            <p:cNvPr id="18" name="文本框 17"/>
            <p:cNvSpPr txBox="1"/>
            <p:nvPr/>
          </p:nvSpPr>
          <p:spPr>
            <a:xfrm>
              <a:off x="2807" y="8019"/>
              <a:ext cx="4134" cy="1016"/>
            </a:xfrm>
            <a:prstGeom prst="rect">
              <a:avLst/>
            </a:prstGeom>
            <a:noFill/>
          </p:spPr>
          <p:txBody>
            <a:bodyPr wrap="none" rtlCol="0" anchor="t">
              <a:spAutoFit/>
            </a:bodyPr>
            <a:lstStyle/>
            <a:p>
              <a:pPr algn="ctr">
                <a:lnSpc>
                  <a:spcPts val="4320"/>
                </a:lnSpc>
              </a:pPr>
              <a:r>
                <a:rPr lang="zh-CN" altLang="en-US" sz="3200" b="1">
                  <a:solidFill>
                    <a:srgbClr val="0070C0"/>
                  </a:solidFill>
                  <a:latin typeface="微软雅黑" panose="020B0503020204020204" charset="-122"/>
                  <a:ea typeface="微软雅黑" panose="020B0503020204020204" charset="-122"/>
                  <a:sym typeface="+mn-ea"/>
                </a:rPr>
                <a:t>点击添加内容</a:t>
              </a:r>
            </a:p>
          </p:txBody>
        </p:sp>
      </p:grpSp>
      <p:grpSp>
        <p:nvGrpSpPr>
          <p:cNvPr id="19" name="组合 18"/>
          <p:cNvGrpSpPr/>
          <p:nvPr/>
        </p:nvGrpSpPr>
        <p:grpSpPr>
          <a:xfrm>
            <a:off x="948055" y="3383280"/>
            <a:ext cx="4234180" cy="5092065"/>
            <a:chOff x="1535" y="5367"/>
            <a:chExt cx="6668" cy="8019"/>
          </a:xfrm>
        </p:grpSpPr>
        <p:sp>
          <p:nvSpPr>
            <p:cNvPr id="20" name="Freeform 49"/>
            <p:cNvSpPr/>
            <p:nvPr/>
          </p:nvSpPr>
          <p:spPr>
            <a:xfrm>
              <a:off x="1646" y="6420"/>
              <a:ext cx="6445" cy="6966"/>
            </a:xfrm>
            <a:custGeom>
              <a:avLst/>
              <a:gdLst/>
              <a:ahLst/>
              <a:cxnLst/>
              <a:rect l="l" t="t" r="r" b="b"/>
              <a:pathLst>
                <a:path w="5456682" h="5743067">
                  <a:moveTo>
                    <a:pt x="0" y="909447"/>
                  </a:moveTo>
                  <a:cubicBezTo>
                    <a:pt x="0" y="407162"/>
                    <a:pt x="407162" y="0"/>
                    <a:pt x="909447" y="0"/>
                  </a:cubicBezTo>
                  <a:lnTo>
                    <a:pt x="4547235" y="0"/>
                  </a:lnTo>
                  <a:cubicBezTo>
                    <a:pt x="5049520" y="0"/>
                    <a:pt x="5456682" y="407162"/>
                    <a:pt x="5456682" y="909447"/>
                  </a:cubicBezTo>
                  <a:lnTo>
                    <a:pt x="5456682" y="4833620"/>
                  </a:lnTo>
                  <a:cubicBezTo>
                    <a:pt x="5456682" y="5335905"/>
                    <a:pt x="5049520" y="5743067"/>
                    <a:pt x="4547235" y="5743067"/>
                  </a:cubicBezTo>
                  <a:lnTo>
                    <a:pt x="909447" y="5743067"/>
                  </a:lnTo>
                  <a:cubicBezTo>
                    <a:pt x="407162" y="5743067"/>
                    <a:pt x="0" y="5335905"/>
                    <a:pt x="0" y="4833620"/>
                  </a:cubicBezTo>
                  <a:close/>
                </a:path>
              </a:pathLst>
            </a:custGeom>
            <a:solidFill>
              <a:srgbClr val="F8F8F8"/>
            </a:solidFill>
          </p:spPr>
        </p:sp>
        <p:sp>
          <p:nvSpPr>
            <p:cNvPr id="22" name="文本框 21"/>
            <p:cNvSpPr txBox="1"/>
            <p:nvPr/>
          </p:nvSpPr>
          <p:spPr>
            <a:xfrm>
              <a:off x="1535" y="9339"/>
              <a:ext cx="6668" cy="2567"/>
            </a:xfrm>
            <a:prstGeom prst="rect">
              <a:avLst/>
            </a:prstGeom>
            <a:noFill/>
          </p:spPr>
          <p:txBody>
            <a:bodyPr wrap="square" rtlCol="0">
              <a:spAutoFit/>
            </a:bodyPr>
            <a:lstStyle/>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ctr"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p:txBody>
        </p:sp>
        <p:grpSp>
          <p:nvGrpSpPr>
            <p:cNvPr id="23" name="Group 50"/>
            <p:cNvGrpSpPr/>
            <p:nvPr/>
          </p:nvGrpSpPr>
          <p:grpSpPr>
            <a:xfrm rot="2627273">
              <a:off x="3935" y="5367"/>
              <a:ext cx="1867" cy="1867"/>
              <a:chOff x="0" y="0"/>
              <a:chExt cx="1580816" cy="1580816"/>
            </a:xfrm>
          </p:grpSpPr>
          <p:sp>
            <p:nvSpPr>
              <p:cNvPr id="24" name="Freeform 51"/>
              <p:cNvSpPr/>
              <p:nvPr/>
            </p:nvSpPr>
            <p:spPr>
              <a:xfrm>
                <a:off x="0" y="0"/>
                <a:ext cx="1580896" cy="1580896"/>
              </a:xfrm>
              <a:custGeom>
                <a:avLst/>
                <a:gdLst/>
                <a:ahLst/>
                <a:cxnLst/>
                <a:rect l="l" t="t" r="r" b="b"/>
                <a:pathLst>
                  <a:path w="1580896" h="1580896">
                    <a:moveTo>
                      <a:pt x="0" y="263525"/>
                    </a:moveTo>
                    <a:cubicBezTo>
                      <a:pt x="0" y="117983"/>
                      <a:pt x="117983" y="0"/>
                      <a:pt x="263525" y="0"/>
                    </a:cubicBezTo>
                    <a:lnTo>
                      <a:pt x="1317371" y="0"/>
                    </a:lnTo>
                    <a:cubicBezTo>
                      <a:pt x="1462913" y="0"/>
                      <a:pt x="1580896" y="117983"/>
                      <a:pt x="1580896" y="263525"/>
                    </a:cubicBezTo>
                    <a:lnTo>
                      <a:pt x="1580896" y="1317371"/>
                    </a:lnTo>
                    <a:cubicBezTo>
                      <a:pt x="1580896" y="1462913"/>
                      <a:pt x="1462913" y="1580896"/>
                      <a:pt x="1317371" y="1580896"/>
                    </a:cubicBezTo>
                    <a:lnTo>
                      <a:pt x="263525" y="1580896"/>
                    </a:lnTo>
                    <a:cubicBezTo>
                      <a:pt x="117983" y="1580769"/>
                      <a:pt x="0" y="1462913"/>
                      <a:pt x="0" y="1317371"/>
                    </a:cubicBezTo>
                    <a:close/>
                  </a:path>
                </a:pathLst>
              </a:custGeom>
              <a:solidFill>
                <a:srgbClr val="0070C0"/>
              </a:solidFill>
            </p:spPr>
          </p:sp>
        </p:grpSp>
        <p:sp>
          <p:nvSpPr>
            <p:cNvPr id="25" name="TextBox 52"/>
            <p:cNvSpPr txBox="1"/>
            <p:nvPr/>
          </p:nvSpPr>
          <p:spPr>
            <a:xfrm>
              <a:off x="3678" y="5801"/>
              <a:ext cx="2382" cy="1163"/>
            </a:xfrm>
            <a:prstGeom prst="rect">
              <a:avLst/>
            </a:prstGeom>
          </p:spPr>
          <p:txBody>
            <a:bodyPr lIns="0" tIns="0" rIns="0" bIns="0" rtlCol="0" anchor="t">
              <a:spAutoFit/>
            </a:bodyPr>
            <a:lstStyle/>
            <a:p>
              <a:pPr algn="ctr">
                <a:lnSpc>
                  <a:spcPts val="5760"/>
                </a:lnSpc>
              </a:pPr>
              <a:r>
                <a:rPr lang="en-US" sz="4800" b="1">
                  <a:solidFill>
                    <a:srgbClr val="FFFFFF"/>
                  </a:solidFill>
                  <a:latin typeface="微软雅黑" panose="020B0503020204020204" charset="-122"/>
                  <a:ea typeface="微软雅黑" panose="020B0503020204020204" charset="-122"/>
                </a:rPr>
                <a:t>01</a:t>
              </a:r>
            </a:p>
          </p:txBody>
        </p:sp>
        <p:sp>
          <p:nvSpPr>
            <p:cNvPr id="26" name="文本框 25"/>
            <p:cNvSpPr txBox="1"/>
            <p:nvPr/>
          </p:nvSpPr>
          <p:spPr>
            <a:xfrm>
              <a:off x="2807" y="8019"/>
              <a:ext cx="4134" cy="1016"/>
            </a:xfrm>
            <a:prstGeom prst="rect">
              <a:avLst/>
            </a:prstGeom>
            <a:noFill/>
          </p:spPr>
          <p:txBody>
            <a:bodyPr wrap="none" rtlCol="0" anchor="t">
              <a:spAutoFit/>
            </a:bodyPr>
            <a:lstStyle/>
            <a:p>
              <a:pPr algn="ctr">
                <a:lnSpc>
                  <a:spcPts val="4320"/>
                </a:lnSpc>
              </a:pPr>
              <a:r>
                <a:rPr lang="zh-CN" altLang="en-US" sz="3200" b="1">
                  <a:solidFill>
                    <a:srgbClr val="0070C0"/>
                  </a:solidFill>
                  <a:latin typeface="微软雅黑" panose="020B0503020204020204" charset="-122"/>
                  <a:ea typeface="微软雅黑" panose="020B0503020204020204" charset="-122"/>
                  <a:sym typeface="+mn-ea"/>
                </a:rPr>
                <a:t>点击添加内容</a:t>
              </a:r>
            </a:p>
          </p:txBody>
        </p:sp>
      </p:grpSp>
      <p:pic>
        <p:nvPicPr>
          <p:cNvPr id="87" name="图片 86" descr="logo蓝色"/>
          <p:cNvPicPr>
            <a:picLocks noChangeAspect="1"/>
          </p:cNvPicPr>
          <p:nvPr/>
        </p:nvPicPr>
        <p:blipFill>
          <a:blip r:embed="rId4"/>
          <a:stretch>
            <a:fillRect/>
          </a:stretch>
        </p:blipFill>
        <p:spPr>
          <a:xfrm>
            <a:off x="15163800" y="9258300"/>
            <a:ext cx="2601430" cy="72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840000">
            <a:off x="13344525" y="-927671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0" y="2440305"/>
            <a:ext cx="17782540" cy="6837680"/>
            <a:chOff x="0" y="0"/>
            <a:chExt cx="23709632" cy="10851242"/>
          </a:xfrm>
        </p:grpSpPr>
        <p:sp>
          <p:nvSpPr>
            <p:cNvPr id="44" name="Freeform 44"/>
            <p:cNvSpPr/>
            <p:nvPr/>
          </p:nvSpPr>
          <p:spPr>
            <a:xfrm>
              <a:off x="3175" y="3175"/>
              <a:ext cx="23703279" cy="10844911"/>
            </a:xfrm>
            <a:custGeom>
              <a:avLst/>
              <a:gdLst/>
              <a:ahLst/>
              <a:cxnLst/>
              <a:rect l="l" t="t" r="r" b="b"/>
              <a:pathLst>
                <a:path w="23703279" h="10844911">
                  <a:moveTo>
                    <a:pt x="0" y="0"/>
                  </a:moveTo>
                  <a:lnTo>
                    <a:pt x="18280887" y="0"/>
                  </a:lnTo>
                  <a:cubicBezTo>
                    <a:pt x="21275675" y="0"/>
                    <a:pt x="23703279" y="2427732"/>
                    <a:pt x="23703279" y="5422392"/>
                  </a:cubicBezTo>
                  <a:lnTo>
                    <a:pt x="23703279" y="5422392"/>
                  </a:lnTo>
                  <a:cubicBezTo>
                    <a:pt x="23703279" y="8417179"/>
                    <a:pt x="21275548" y="10844784"/>
                    <a:pt x="18280887" y="10844784"/>
                  </a:cubicBezTo>
                  <a:lnTo>
                    <a:pt x="0" y="10844911"/>
                  </a:lnTo>
                  <a:close/>
                </a:path>
              </a:pathLst>
            </a:custGeom>
            <a:solidFill>
              <a:srgbClr val="FFFFFF"/>
            </a:solidFill>
          </p:spPr>
        </p:sp>
        <p:sp>
          <p:nvSpPr>
            <p:cNvPr id="45" name="Freeform 45"/>
            <p:cNvSpPr/>
            <p:nvPr/>
          </p:nvSpPr>
          <p:spPr>
            <a:xfrm>
              <a:off x="0" y="0"/>
              <a:ext cx="23709629" cy="10851261"/>
            </a:xfrm>
            <a:custGeom>
              <a:avLst/>
              <a:gdLst/>
              <a:ahLst/>
              <a:cxnLst/>
              <a:rect l="l" t="t" r="r" b="b"/>
              <a:pathLst>
                <a:path w="23709629" h="10851261">
                  <a:moveTo>
                    <a:pt x="3175" y="0"/>
                  </a:moveTo>
                  <a:lnTo>
                    <a:pt x="18284062" y="0"/>
                  </a:lnTo>
                  <a:lnTo>
                    <a:pt x="18284062" y="3175"/>
                  </a:lnTo>
                  <a:lnTo>
                    <a:pt x="18284062" y="0"/>
                  </a:lnTo>
                  <a:cubicBezTo>
                    <a:pt x="21280501" y="0"/>
                    <a:pt x="23709629" y="2429129"/>
                    <a:pt x="23709629" y="5425567"/>
                  </a:cubicBezTo>
                  <a:cubicBezTo>
                    <a:pt x="23709629" y="5427345"/>
                    <a:pt x="23708232" y="5428742"/>
                    <a:pt x="23706454" y="5428742"/>
                  </a:cubicBezTo>
                  <a:lnTo>
                    <a:pt x="23706454" y="5428742"/>
                  </a:lnTo>
                  <a:lnTo>
                    <a:pt x="23706454" y="5425567"/>
                  </a:lnTo>
                  <a:lnTo>
                    <a:pt x="23709629" y="5425567"/>
                  </a:lnTo>
                  <a:cubicBezTo>
                    <a:pt x="23709629" y="8422005"/>
                    <a:pt x="21280500" y="10851134"/>
                    <a:pt x="18284062" y="10851134"/>
                  </a:cubicBezTo>
                  <a:lnTo>
                    <a:pt x="18284062" y="10851134"/>
                  </a:lnTo>
                  <a:lnTo>
                    <a:pt x="3175" y="10851261"/>
                  </a:lnTo>
                  <a:cubicBezTo>
                    <a:pt x="1397" y="10851261"/>
                    <a:pt x="0" y="10849864"/>
                    <a:pt x="0" y="10848086"/>
                  </a:cubicBezTo>
                  <a:lnTo>
                    <a:pt x="0" y="3175"/>
                  </a:lnTo>
                  <a:cubicBezTo>
                    <a:pt x="0" y="1397"/>
                    <a:pt x="1397" y="0"/>
                    <a:pt x="3175" y="0"/>
                  </a:cubicBezTo>
                  <a:moveTo>
                    <a:pt x="3175" y="6350"/>
                  </a:moveTo>
                  <a:lnTo>
                    <a:pt x="3175" y="3175"/>
                  </a:lnTo>
                  <a:lnTo>
                    <a:pt x="6350" y="3175"/>
                  </a:lnTo>
                  <a:lnTo>
                    <a:pt x="6350" y="10848086"/>
                  </a:lnTo>
                  <a:lnTo>
                    <a:pt x="3175" y="10848086"/>
                  </a:lnTo>
                  <a:lnTo>
                    <a:pt x="3175" y="10844911"/>
                  </a:lnTo>
                  <a:lnTo>
                    <a:pt x="18284062" y="10844911"/>
                  </a:lnTo>
                  <a:lnTo>
                    <a:pt x="18284062" y="10848086"/>
                  </a:lnTo>
                  <a:lnTo>
                    <a:pt x="18284062" y="10844911"/>
                  </a:lnTo>
                  <a:cubicBezTo>
                    <a:pt x="21277072" y="10844911"/>
                    <a:pt x="23703279" y="8418576"/>
                    <a:pt x="23703279" y="5425694"/>
                  </a:cubicBezTo>
                  <a:cubicBezTo>
                    <a:pt x="23703279" y="5423916"/>
                    <a:pt x="23704676" y="5422519"/>
                    <a:pt x="23706454" y="5422519"/>
                  </a:cubicBezTo>
                  <a:lnTo>
                    <a:pt x="23706454" y="5422519"/>
                  </a:lnTo>
                  <a:lnTo>
                    <a:pt x="23706454" y="5425694"/>
                  </a:lnTo>
                  <a:lnTo>
                    <a:pt x="23703279" y="5425694"/>
                  </a:lnTo>
                  <a:cubicBezTo>
                    <a:pt x="23703280" y="2432685"/>
                    <a:pt x="21276945" y="6350"/>
                    <a:pt x="18284062" y="6350"/>
                  </a:cubicBezTo>
                  <a:lnTo>
                    <a:pt x="3175" y="6350"/>
                  </a:lnTo>
                  <a:close/>
                </a:path>
              </a:pathLst>
            </a:custGeom>
            <a:solidFill>
              <a:srgbClr val="0058E0"/>
            </a:solidFill>
          </p:spPr>
        </p:sp>
      </p:grpSp>
      <p:grpSp>
        <p:nvGrpSpPr>
          <p:cNvPr id="76" name="组合 75"/>
          <p:cNvGrpSpPr/>
          <p:nvPr/>
        </p:nvGrpSpPr>
        <p:grpSpPr>
          <a:xfrm>
            <a:off x="457200" y="419100"/>
            <a:ext cx="5464175" cy="1480820"/>
            <a:chOff x="960" y="1980"/>
            <a:chExt cx="9080" cy="2720"/>
          </a:xfrm>
        </p:grpSpPr>
        <p:grpSp>
          <p:nvGrpSpPr>
            <p:cNvPr id="75" name="组合 74"/>
            <p:cNvGrpSpPr/>
            <p:nvPr/>
          </p:nvGrpSpPr>
          <p:grpSpPr>
            <a:xfrm>
              <a:off x="960" y="1980"/>
              <a:ext cx="9080" cy="2720"/>
              <a:chOff x="960" y="1980"/>
              <a:chExt cx="9080" cy="2720"/>
            </a:xfrm>
          </p:grpSpPr>
          <p:sp>
            <p:nvSpPr>
              <p:cNvPr id="73" name="椭圆 72"/>
              <p:cNvSpPr/>
              <p:nvPr/>
            </p:nvSpPr>
            <p:spPr>
              <a:xfrm>
                <a:off x="960" y="1980"/>
                <a:ext cx="8760" cy="2400"/>
              </a:xfrm>
              <a:prstGeom prst="ellipse">
                <a:avLst/>
              </a:prstGeom>
              <a:solidFill>
                <a:srgbClr val="93CED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280" y="2300"/>
                <a:ext cx="8760" cy="2400"/>
              </a:xfrm>
              <a:prstGeom prst="ellipse">
                <a:avLst/>
              </a:prstGeom>
              <a:noFill/>
              <a:ln>
                <a:solidFill>
                  <a:srgbClr val="369A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TextBox 65"/>
            <p:cNvSpPr txBox="1"/>
            <p:nvPr/>
          </p:nvSpPr>
          <p:spPr>
            <a:xfrm>
              <a:off x="2176" y="2533"/>
              <a:ext cx="6600" cy="1554"/>
            </a:xfrm>
            <a:prstGeom prst="rect">
              <a:avLst/>
            </a:prstGeom>
          </p:spPr>
          <p:txBody>
            <a:bodyPr wrap="square" lIns="0" tIns="0" rIns="0" bIns="0" rtlCol="0" anchor="t">
              <a:spAutoFit/>
            </a:bodyPr>
            <a:lstStyle/>
            <a:p>
              <a:pPr algn="ctr">
                <a:lnSpc>
                  <a:spcPts val="6600"/>
                </a:lnSpc>
              </a:pPr>
              <a:r>
                <a:rPr lang="zh-CN" altLang="en-US" sz="4800" b="1">
                  <a:solidFill>
                    <a:srgbClr val="0070C0"/>
                  </a:solidFill>
                  <a:latin typeface="微软雅黑" panose="020B0503020204020204" charset="-122"/>
                  <a:ea typeface="微软雅黑" panose="020B0503020204020204" charset="-122"/>
                </a:rPr>
                <a:t>单击添加标题</a:t>
              </a:r>
            </a:p>
          </p:txBody>
        </p:sp>
      </p:grpSp>
      <p:pic>
        <p:nvPicPr>
          <p:cNvPr id="72"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4440000" flipH="1">
            <a:off x="14828520" y="-2236470"/>
            <a:ext cx="4131945" cy="4114800"/>
          </a:xfrm>
          <a:prstGeom prst="rect">
            <a:avLst/>
          </a:prstGeom>
        </p:spPr>
      </p:pic>
      <p:grpSp>
        <p:nvGrpSpPr>
          <p:cNvPr id="84" name="组合 83"/>
          <p:cNvGrpSpPr/>
          <p:nvPr/>
        </p:nvGrpSpPr>
        <p:grpSpPr>
          <a:xfrm>
            <a:off x="1289050" y="3178810"/>
            <a:ext cx="2133600" cy="2133600"/>
            <a:chOff x="2028" y="5006"/>
            <a:chExt cx="3360" cy="3360"/>
          </a:xfrm>
        </p:grpSpPr>
        <p:grpSp>
          <p:nvGrpSpPr>
            <p:cNvPr id="47" name="Group 47"/>
            <p:cNvGrpSpPr/>
            <p:nvPr/>
          </p:nvGrpSpPr>
          <p:grpSpPr>
            <a:xfrm>
              <a:off x="2028" y="5006"/>
              <a:ext cx="3361" cy="3361"/>
              <a:chOff x="0" y="0"/>
              <a:chExt cx="2845334" cy="2845334"/>
            </a:xfrm>
          </p:grpSpPr>
          <p:grpSp>
            <p:nvGrpSpPr>
              <p:cNvPr id="48" name="Group 48"/>
              <p:cNvGrpSpPr>
                <a:grpSpLocks noChangeAspect="1"/>
              </p:cNvGrpSpPr>
              <p:nvPr/>
            </p:nvGrpSpPr>
            <p:grpSpPr>
              <a:xfrm>
                <a:off x="0" y="0"/>
                <a:ext cx="2845334" cy="2845334"/>
                <a:chOff x="0" y="0"/>
                <a:chExt cx="2540000" cy="2540000"/>
              </a:xfrm>
            </p:grpSpPr>
            <p:sp>
              <p:nvSpPr>
                <p:cNvPr id="3" name="Freeform 49"/>
                <p:cNvSpPr/>
                <p:nvPr/>
              </p:nvSpPr>
              <p:spPr>
                <a:xfrm>
                  <a:off x="-119225" y="0"/>
                  <a:ext cx="2765522" cy="2652692"/>
                </a:xfrm>
                <a:custGeom>
                  <a:avLst/>
                  <a:gdLst/>
                  <a:ahLst/>
                  <a:cxnLst/>
                  <a:rect l="l" t="t" r="r" b="b"/>
                  <a:pathLst>
                    <a:path w="2765522" h="2652692">
                      <a:moveTo>
                        <a:pt x="1389225" y="0"/>
                      </a:moveTo>
                      <a:lnTo>
                        <a:pt x="1389225" y="0"/>
                      </a:lnTo>
                      <a:cubicBezTo>
                        <a:pt x="1960051" y="0"/>
                        <a:pt x="2460741" y="380845"/>
                        <a:pt x="2613131" y="930953"/>
                      </a:cubicBezTo>
                      <a:cubicBezTo>
                        <a:pt x="2765523" y="1481061"/>
                        <a:pt x="2532167" y="2065252"/>
                        <a:pt x="2042708" y="2358972"/>
                      </a:cubicBezTo>
                      <a:cubicBezTo>
                        <a:pt x="1553249" y="2652692"/>
                        <a:pt x="927963" y="2583765"/>
                        <a:pt x="514234" y="2190484"/>
                      </a:cubicBezTo>
                      <a:cubicBezTo>
                        <a:pt x="100505" y="1797202"/>
                        <a:pt x="0" y="1176209"/>
                        <a:pt x="268556" y="672504"/>
                      </a:cubicBezTo>
                      <a:lnTo>
                        <a:pt x="828891" y="971252"/>
                      </a:lnTo>
                      <a:cubicBezTo>
                        <a:pt x="694613" y="1223105"/>
                        <a:pt x="744865" y="1533601"/>
                        <a:pt x="951729" y="1730242"/>
                      </a:cubicBezTo>
                      <a:cubicBezTo>
                        <a:pt x="1158594" y="1926883"/>
                        <a:pt x="1471237" y="1961346"/>
                        <a:pt x="1715966" y="1814486"/>
                      </a:cubicBezTo>
                      <a:cubicBezTo>
                        <a:pt x="1960696" y="1667626"/>
                        <a:pt x="2077374" y="1375531"/>
                        <a:pt x="2001178" y="1100477"/>
                      </a:cubicBezTo>
                      <a:cubicBezTo>
                        <a:pt x="1924983" y="825423"/>
                        <a:pt x="1674638" y="635000"/>
                        <a:pt x="1389225" y="635000"/>
                      </a:cubicBezTo>
                      <a:close/>
                    </a:path>
                  </a:pathLst>
                </a:custGeom>
                <a:solidFill>
                  <a:srgbClr val="0070C0"/>
                </a:solidFill>
              </p:spPr>
            </p:sp>
            <p:sp>
              <p:nvSpPr>
                <p:cNvPr id="6" name="Freeform 50"/>
                <p:cNvSpPr/>
                <p:nvPr/>
              </p:nvSpPr>
              <p:spPr>
                <a:xfrm>
                  <a:off x="120870" y="0"/>
                  <a:ext cx="1149067" cy="999630"/>
                </a:xfrm>
                <a:custGeom>
                  <a:avLst/>
                  <a:gdLst/>
                  <a:ahLst/>
                  <a:cxnLst/>
                  <a:rect l="l" t="t" r="r" b="b"/>
                  <a:pathLst>
                    <a:path w="1149067" h="999630">
                      <a:moveTo>
                        <a:pt x="0" y="729260"/>
                      </a:moveTo>
                      <a:cubicBezTo>
                        <a:pt x="209446" y="284164"/>
                        <a:pt x="657090" y="49"/>
                        <a:pt x="1149003" y="0"/>
                      </a:cubicBezTo>
                      <a:lnTo>
                        <a:pt x="1149067" y="635000"/>
                      </a:lnTo>
                      <a:cubicBezTo>
                        <a:pt x="903110" y="635025"/>
                        <a:pt x="679288" y="777082"/>
                        <a:pt x="574565" y="999630"/>
                      </a:cubicBezTo>
                      <a:close/>
                    </a:path>
                  </a:pathLst>
                </a:custGeom>
                <a:solidFill>
                  <a:srgbClr val="D8D8D8"/>
                </a:solidFill>
              </p:spPr>
            </p:sp>
          </p:grpSp>
        </p:grpSp>
        <p:pic>
          <p:nvPicPr>
            <p:cNvPr id="7" name="Picture 7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3382" y="6256"/>
              <a:ext cx="655" cy="864"/>
            </a:xfrm>
            <a:prstGeom prst="rect">
              <a:avLst/>
            </a:prstGeom>
          </p:spPr>
        </p:pic>
      </p:grpSp>
      <p:grpSp>
        <p:nvGrpSpPr>
          <p:cNvPr id="85" name="组合 84"/>
          <p:cNvGrpSpPr/>
          <p:nvPr/>
        </p:nvGrpSpPr>
        <p:grpSpPr>
          <a:xfrm>
            <a:off x="9203055" y="3178810"/>
            <a:ext cx="2133600" cy="2133600"/>
            <a:chOff x="14493" y="4995"/>
            <a:chExt cx="3360" cy="3360"/>
          </a:xfrm>
        </p:grpSpPr>
        <p:grpSp>
          <p:nvGrpSpPr>
            <p:cNvPr id="8" name="Group 58"/>
            <p:cNvGrpSpPr/>
            <p:nvPr/>
          </p:nvGrpSpPr>
          <p:grpSpPr>
            <a:xfrm>
              <a:off x="14493" y="4995"/>
              <a:ext cx="3361" cy="3361"/>
              <a:chOff x="0" y="0"/>
              <a:chExt cx="2845334" cy="2845334"/>
            </a:xfrm>
          </p:grpSpPr>
          <p:grpSp>
            <p:nvGrpSpPr>
              <p:cNvPr id="59" name="Group 59"/>
              <p:cNvGrpSpPr>
                <a:grpSpLocks noChangeAspect="1"/>
              </p:cNvGrpSpPr>
              <p:nvPr/>
            </p:nvGrpSpPr>
            <p:grpSpPr>
              <a:xfrm>
                <a:off x="0" y="0"/>
                <a:ext cx="2845334" cy="2845334"/>
                <a:chOff x="0" y="0"/>
                <a:chExt cx="2540000" cy="2540000"/>
              </a:xfrm>
            </p:grpSpPr>
            <p:sp>
              <p:nvSpPr>
                <p:cNvPr id="60" name="Freeform 60"/>
                <p:cNvSpPr/>
                <p:nvPr/>
              </p:nvSpPr>
              <p:spPr>
                <a:xfrm>
                  <a:off x="-119225" y="0"/>
                  <a:ext cx="2765522" cy="2652692"/>
                </a:xfrm>
                <a:custGeom>
                  <a:avLst/>
                  <a:gdLst/>
                  <a:ahLst/>
                  <a:cxnLst/>
                  <a:rect l="l" t="t" r="r" b="b"/>
                  <a:pathLst>
                    <a:path w="2765522" h="2652692">
                      <a:moveTo>
                        <a:pt x="1389225" y="0"/>
                      </a:moveTo>
                      <a:lnTo>
                        <a:pt x="1389225" y="0"/>
                      </a:lnTo>
                      <a:cubicBezTo>
                        <a:pt x="1960051" y="0"/>
                        <a:pt x="2460741" y="380845"/>
                        <a:pt x="2613131" y="930953"/>
                      </a:cubicBezTo>
                      <a:cubicBezTo>
                        <a:pt x="2765523" y="1481061"/>
                        <a:pt x="2532167" y="2065252"/>
                        <a:pt x="2042708" y="2358972"/>
                      </a:cubicBezTo>
                      <a:cubicBezTo>
                        <a:pt x="1553249" y="2652692"/>
                        <a:pt x="927963" y="2583765"/>
                        <a:pt x="514234" y="2190484"/>
                      </a:cubicBezTo>
                      <a:cubicBezTo>
                        <a:pt x="100505" y="1797202"/>
                        <a:pt x="0" y="1176209"/>
                        <a:pt x="268556" y="672504"/>
                      </a:cubicBezTo>
                      <a:lnTo>
                        <a:pt x="828891" y="971252"/>
                      </a:lnTo>
                      <a:cubicBezTo>
                        <a:pt x="694613" y="1223105"/>
                        <a:pt x="744865" y="1533601"/>
                        <a:pt x="951729" y="1730242"/>
                      </a:cubicBezTo>
                      <a:cubicBezTo>
                        <a:pt x="1158594" y="1926883"/>
                        <a:pt x="1471237" y="1961346"/>
                        <a:pt x="1715966" y="1814486"/>
                      </a:cubicBezTo>
                      <a:cubicBezTo>
                        <a:pt x="1960696" y="1667626"/>
                        <a:pt x="2077374" y="1375531"/>
                        <a:pt x="2001178" y="1100477"/>
                      </a:cubicBezTo>
                      <a:cubicBezTo>
                        <a:pt x="1924983" y="825423"/>
                        <a:pt x="1674638" y="635000"/>
                        <a:pt x="1389225" y="635000"/>
                      </a:cubicBezTo>
                      <a:close/>
                    </a:path>
                  </a:pathLst>
                </a:custGeom>
                <a:solidFill>
                  <a:srgbClr val="0070C0"/>
                </a:solidFill>
              </p:spPr>
            </p:sp>
            <p:sp>
              <p:nvSpPr>
                <p:cNvPr id="61" name="Freeform 61"/>
                <p:cNvSpPr/>
                <p:nvPr/>
              </p:nvSpPr>
              <p:spPr>
                <a:xfrm>
                  <a:off x="120870" y="0"/>
                  <a:ext cx="1149067" cy="999630"/>
                </a:xfrm>
                <a:custGeom>
                  <a:avLst/>
                  <a:gdLst/>
                  <a:ahLst/>
                  <a:cxnLst/>
                  <a:rect l="l" t="t" r="r" b="b"/>
                  <a:pathLst>
                    <a:path w="1149067" h="999630">
                      <a:moveTo>
                        <a:pt x="0" y="729260"/>
                      </a:moveTo>
                      <a:cubicBezTo>
                        <a:pt x="209446" y="284164"/>
                        <a:pt x="657090" y="49"/>
                        <a:pt x="1149003" y="0"/>
                      </a:cubicBezTo>
                      <a:lnTo>
                        <a:pt x="1149067" y="635000"/>
                      </a:lnTo>
                      <a:cubicBezTo>
                        <a:pt x="903110" y="635025"/>
                        <a:pt x="679288" y="777082"/>
                        <a:pt x="574565" y="999630"/>
                      </a:cubicBezTo>
                      <a:close/>
                    </a:path>
                  </a:pathLst>
                </a:custGeom>
                <a:solidFill>
                  <a:srgbClr val="D8D8D8"/>
                </a:solidFill>
              </p:spPr>
            </p:sp>
          </p:grpSp>
        </p:grpSp>
        <p:pic>
          <p:nvPicPr>
            <p:cNvPr id="77" name="Picture 7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15700" y="6202"/>
              <a:ext cx="947" cy="947"/>
            </a:xfrm>
            <a:prstGeom prst="rect">
              <a:avLst/>
            </a:prstGeom>
          </p:spPr>
        </p:pic>
      </p:grpSp>
      <p:grpSp>
        <p:nvGrpSpPr>
          <p:cNvPr id="86" name="组合 85"/>
          <p:cNvGrpSpPr/>
          <p:nvPr/>
        </p:nvGrpSpPr>
        <p:grpSpPr>
          <a:xfrm>
            <a:off x="1289050" y="6438900"/>
            <a:ext cx="2133600" cy="2133600"/>
            <a:chOff x="2028" y="9147"/>
            <a:chExt cx="3360" cy="3360"/>
          </a:xfrm>
        </p:grpSpPr>
        <p:grpSp>
          <p:nvGrpSpPr>
            <p:cNvPr id="54" name="Group 54"/>
            <p:cNvGrpSpPr/>
            <p:nvPr/>
          </p:nvGrpSpPr>
          <p:grpSpPr>
            <a:xfrm>
              <a:off x="2028" y="9147"/>
              <a:ext cx="3361" cy="3361"/>
              <a:chOff x="0" y="0"/>
              <a:chExt cx="2845334" cy="2845334"/>
            </a:xfrm>
          </p:grpSpPr>
          <p:grpSp>
            <p:nvGrpSpPr>
              <p:cNvPr id="55" name="Group 55"/>
              <p:cNvGrpSpPr>
                <a:grpSpLocks noChangeAspect="1"/>
              </p:cNvGrpSpPr>
              <p:nvPr/>
            </p:nvGrpSpPr>
            <p:grpSpPr>
              <a:xfrm>
                <a:off x="0" y="0"/>
                <a:ext cx="2845334" cy="2845334"/>
                <a:chOff x="0" y="0"/>
                <a:chExt cx="2540000" cy="2540000"/>
              </a:xfrm>
            </p:grpSpPr>
            <p:sp>
              <p:nvSpPr>
                <p:cNvPr id="56" name="Freeform 56"/>
                <p:cNvSpPr/>
                <p:nvPr/>
              </p:nvSpPr>
              <p:spPr>
                <a:xfrm>
                  <a:off x="-119225" y="0"/>
                  <a:ext cx="2765522" cy="2652692"/>
                </a:xfrm>
                <a:custGeom>
                  <a:avLst/>
                  <a:gdLst/>
                  <a:ahLst/>
                  <a:cxnLst/>
                  <a:rect l="l" t="t" r="r" b="b"/>
                  <a:pathLst>
                    <a:path w="2765522" h="2652692">
                      <a:moveTo>
                        <a:pt x="1389225" y="0"/>
                      </a:moveTo>
                      <a:lnTo>
                        <a:pt x="1389225" y="0"/>
                      </a:lnTo>
                      <a:cubicBezTo>
                        <a:pt x="1960051" y="0"/>
                        <a:pt x="2460741" y="380845"/>
                        <a:pt x="2613131" y="930953"/>
                      </a:cubicBezTo>
                      <a:cubicBezTo>
                        <a:pt x="2765523" y="1481061"/>
                        <a:pt x="2532167" y="2065252"/>
                        <a:pt x="2042708" y="2358972"/>
                      </a:cubicBezTo>
                      <a:cubicBezTo>
                        <a:pt x="1553249" y="2652692"/>
                        <a:pt x="927963" y="2583765"/>
                        <a:pt x="514234" y="2190484"/>
                      </a:cubicBezTo>
                      <a:cubicBezTo>
                        <a:pt x="100505" y="1797202"/>
                        <a:pt x="0" y="1176209"/>
                        <a:pt x="268556" y="672504"/>
                      </a:cubicBezTo>
                      <a:lnTo>
                        <a:pt x="828891" y="971252"/>
                      </a:lnTo>
                      <a:cubicBezTo>
                        <a:pt x="694613" y="1223105"/>
                        <a:pt x="744865" y="1533601"/>
                        <a:pt x="951729" y="1730242"/>
                      </a:cubicBezTo>
                      <a:cubicBezTo>
                        <a:pt x="1158594" y="1926883"/>
                        <a:pt x="1471237" y="1961346"/>
                        <a:pt x="1715966" y="1814486"/>
                      </a:cubicBezTo>
                      <a:cubicBezTo>
                        <a:pt x="1960696" y="1667626"/>
                        <a:pt x="2077374" y="1375531"/>
                        <a:pt x="2001178" y="1100477"/>
                      </a:cubicBezTo>
                      <a:cubicBezTo>
                        <a:pt x="1924983" y="825423"/>
                        <a:pt x="1674638" y="635000"/>
                        <a:pt x="1389225" y="635000"/>
                      </a:cubicBezTo>
                      <a:close/>
                    </a:path>
                  </a:pathLst>
                </a:custGeom>
                <a:solidFill>
                  <a:srgbClr val="0070C0"/>
                </a:solidFill>
              </p:spPr>
            </p:sp>
            <p:sp>
              <p:nvSpPr>
                <p:cNvPr id="29" name="Freeform 57"/>
                <p:cNvSpPr/>
                <p:nvPr/>
              </p:nvSpPr>
              <p:spPr>
                <a:xfrm>
                  <a:off x="120870" y="0"/>
                  <a:ext cx="1149067" cy="999630"/>
                </a:xfrm>
                <a:custGeom>
                  <a:avLst/>
                  <a:gdLst/>
                  <a:ahLst/>
                  <a:cxnLst/>
                  <a:rect l="l" t="t" r="r" b="b"/>
                  <a:pathLst>
                    <a:path w="1149067" h="999630">
                      <a:moveTo>
                        <a:pt x="0" y="729260"/>
                      </a:moveTo>
                      <a:cubicBezTo>
                        <a:pt x="209446" y="284164"/>
                        <a:pt x="657090" y="49"/>
                        <a:pt x="1149003" y="0"/>
                      </a:cubicBezTo>
                      <a:lnTo>
                        <a:pt x="1149067" y="635000"/>
                      </a:lnTo>
                      <a:cubicBezTo>
                        <a:pt x="903110" y="635025"/>
                        <a:pt x="679288" y="777082"/>
                        <a:pt x="574565" y="999630"/>
                      </a:cubicBezTo>
                      <a:close/>
                    </a:path>
                  </a:pathLst>
                </a:custGeom>
                <a:solidFill>
                  <a:srgbClr val="D8D8D8"/>
                </a:solidFill>
              </p:spPr>
            </p:sp>
          </p:grpSp>
        </p:grpSp>
        <p:pic>
          <p:nvPicPr>
            <p:cNvPr id="78" name="Picture 7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3275" y="10360"/>
              <a:ext cx="868" cy="936"/>
            </a:xfrm>
            <a:prstGeom prst="rect">
              <a:avLst/>
            </a:prstGeom>
          </p:spPr>
        </p:pic>
      </p:grpSp>
      <p:grpSp>
        <p:nvGrpSpPr>
          <p:cNvPr id="87" name="组合 86"/>
          <p:cNvGrpSpPr/>
          <p:nvPr/>
        </p:nvGrpSpPr>
        <p:grpSpPr>
          <a:xfrm>
            <a:off x="9203055" y="6438900"/>
            <a:ext cx="2133600" cy="2133600"/>
            <a:chOff x="14400" y="9147"/>
            <a:chExt cx="3360" cy="3360"/>
          </a:xfrm>
        </p:grpSpPr>
        <p:grpSp>
          <p:nvGrpSpPr>
            <p:cNvPr id="30" name="Group 68"/>
            <p:cNvGrpSpPr/>
            <p:nvPr/>
          </p:nvGrpSpPr>
          <p:grpSpPr>
            <a:xfrm>
              <a:off x="14400" y="9147"/>
              <a:ext cx="3361" cy="3361"/>
              <a:chOff x="0" y="0"/>
              <a:chExt cx="2845334" cy="2845334"/>
            </a:xfrm>
          </p:grpSpPr>
          <p:grpSp>
            <p:nvGrpSpPr>
              <p:cNvPr id="31" name="Group 69"/>
              <p:cNvGrpSpPr>
                <a:grpSpLocks noChangeAspect="1"/>
              </p:cNvGrpSpPr>
              <p:nvPr/>
            </p:nvGrpSpPr>
            <p:grpSpPr>
              <a:xfrm>
                <a:off x="0" y="0"/>
                <a:ext cx="2845334" cy="2845334"/>
                <a:chOff x="0" y="0"/>
                <a:chExt cx="2540000" cy="2540000"/>
              </a:xfrm>
            </p:grpSpPr>
            <p:sp>
              <p:nvSpPr>
                <p:cNvPr id="32" name="Freeform 70"/>
                <p:cNvSpPr/>
                <p:nvPr/>
              </p:nvSpPr>
              <p:spPr>
                <a:xfrm>
                  <a:off x="-119225" y="0"/>
                  <a:ext cx="2765522" cy="2652692"/>
                </a:xfrm>
                <a:custGeom>
                  <a:avLst/>
                  <a:gdLst/>
                  <a:ahLst/>
                  <a:cxnLst/>
                  <a:rect l="l" t="t" r="r" b="b"/>
                  <a:pathLst>
                    <a:path w="2765522" h="2652692">
                      <a:moveTo>
                        <a:pt x="1389225" y="0"/>
                      </a:moveTo>
                      <a:lnTo>
                        <a:pt x="1389225" y="0"/>
                      </a:lnTo>
                      <a:cubicBezTo>
                        <a:pt x="1960051" y="0"/>
                        <a:pt x="2460741" y="380845"/>
                        <a:pt x="2613131" y="930953"/>
                      </a:cubicBezTo>
                      <a:cubicBezTo>
                        <a:pt x="2765523" y="1481061"/>
                        <a:pt x="2532167" y="2065252"/>
                        <a:pt x="2042708" y="2358972"/>
                      </a:cubicBezTo>
                      <a:cubicBezTo>
                        <a:pt x="1553249" y="2652692"/>
                        <a:pt x="927963" y="2583765"/>
                        <a:pt x="514234" y="2190484"/>
                      </a:cubicBezTo>
                      <a:cubicBezTo>
                        <a:pt x="100505" y="1797202"/>
                        <a:pt x="0" y="1176209"/>
                        <a:pt x="268556" y="672504"/>
                      </a:cubicBezTo>
                      <a:lnTo>
                        <a:pt x="828891" y="971252"/>
                      </a:lnTo>
                      <a:cubicBezTo>
                        <a:pt x="694613" y="1223105"/>
                        <a:pt x="744865" y="1533601"/>
                        <a:pt x="951729" y="1730242"/>
                      </a:cubicBezTo>
                      <a:cubicBezTo>
                        <a:pt x="1158594" y="1926883"/>
                        <a:pt x="1471237" y="1961346"/>
                        <a:pt x="1715966" y="1814486"/>
                      </a:cubicBezTo>
                      <a:cubicBezTo>
                        <a:pt x="1960696" y="1667626"/>
                        <a:pt x="2077374" y="1375531"/>
                        <a:pt x="2001178" y="1100477"/>
                      </a:cubicBezTo>
                      <a:cubicBezTo>
                        <a:pt x="1924983" y="825423"/>
                        <a:pt x="1674638" y="635000"/>
                        <a:pt x="1389225" y="635000"/>
                      </a:cubicBezTo>
                      <a:close/>
                    </a:path>
                  </a:pathLst>
                </a:custGeom>
                <a:solidFill>
                  <a:srgbClr val="0070C0"/>
                </a:solidFill>
              </p:spPr>
            </p:sp>
            <p:sp>
              <p:nvSpPr>
                <p:cNvPr id="33" name="Freeform 71"/>
                <p:cNvSpPr/>
                <p:nvPr/>
              </p:nvSpPr>
              <p:spPr>
                <a:xfrm>
                  <a:off x="120870" y="0"/>
                  <a:ext cx="1149067" cy="999630"/>
                </a:xfrm>
                <a:custGeom>
                  <a:avLst/>
                  <a:gdLst/>
                  <a:ahLst/>
                  <a:cxnLst/>
                  <a:rect l="l" t="t" r="r" b="b"/>
                  <a:pathLst>
                    <a:path w="1149067" h="999630">
                      <a:moveTo>
                        <a:pt x="0" y="729260"/>
                      </a:moveTo>
                      <a:cubicBezTo>
                        <a:pt x="209446" y="284164"/>
                        <a:pt x="657090" y="49"/>
                        <a:pt x="1149003" y="0"/>
                      </a:cubicBezTo>
                      <a:lnTo>
                        <a:pt x="1149067" y="635000"/>
                      </a:lnTo>
                      <a:cubicBezTo>
                        <a:pt x="903110" y="635025"/>
                        <a:pt x="679288" y="777082"/>
                        <a:pt x="574565" y="999630"/>
                      </a:cubicBezTo>
                      <a:close/>
                    </a:path>
                  </a:pathLst>
                </a:custGeom>
                <a:solidFill>
                  <a:srgbClr val="D8D8D8"/>
                </a:solidFill>
              </p:spPr>
            </p:sp>
          </p:grpSp>
        </p:grpSp>
        <p:pic>
          <p:nvPicPr>
            <p:cNvPr id="34" name="Picture 7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15624" y="10464"/>
              <a:ext cx="913" cy="727"/>
            </a:xfrm>
            <a:prstGeom prst="rect">
              <a:avLst/>
            </a:prstGeom>
          </p:spPr>
        </p:pic>
      </p:grpSp>
      <p:grpSp>
        <p:nvGrpSpPr>
          <p:cNvPr id="38" name="组合 37"/>
          <p:cNvGrpSpPr/>
          <p:nvPr/>
        </p:nvGrpSpPr>
        <p:grpSpPr>
          <a:xfrm>
            <a:off x="3657600" y="3390900"/>
            <a:ext cx="4234180" cy="1585595"/>
            <a:chOff x="5760" y="5340"/>
            <a:chExt cx="6668" cy="2497"/>
          </a:xfrm>
        </p:grpSpPr>
        <p:sp>
          <p:nvSpPr>
            <p:cNvPr id="36" name="文本框 35"/>
            <p:cNvSpPr txBox="1"/>
            <p:nvPr/>
          </p:nvSpPr>
          <p:spPr>
            <a:xfrm>
              <a:off x="5760" y="5340"/>
              <a:ext cx="5143" cy="1016"/>
            </a:xfrm>
            <a:prstGeom prst="rect">
              <a:avLst/>
            </a:prstGeom>
            <a:noFill/>
          </p:spPr>
          <p:txBody>
            <a:bodyPr wrap="none" rtlCol="0" anchor="t">
              <a:spAutoFit/>
            </a:bodyPr>
            <a:lstStyle/>
            <a:p>
              <a:pPr algn="ctr">
                <a:lnSpc>
                  <a:spcPts val="4320"/>
                </a:lnSpc>
              </a:pPr>
              <a:r>
                <a:rPr lang="en-US" altLang="zh-CN" sz="3200" b="1">
                  <a:solidFill>
                    <a:srgbClr val="0070C0"/>
                  </a:solidFill>
                  <a:latin typeface="微软雅黑" panose="020B0503020204020204" charset="-122"/>
                  <a:ea typeface="微软雅黑" panose="020B0503020204020204" charset="-122"/>
                  <a:sym typeface="+mn-ea"/>
                </a:rPr>
                <a:t>01 </a:t>
              </a:r>
              <a:r>
                <a:rPr lang="zh-CN" altLang="en-US" sz="3200" b="1">
                  <a:solidFill>
                    <a:srgbClr val="0070C0"/>
                  </a:solidFill>
                  <a:latin typeface="微软雅黑" panose="020B0503020204020204" charset="-122"/>
                  <a:ea typeface="微软雅黑" panose="020B0503020204020204" charset="-122"/>
                  <a:sym typeface="+mn-ea"/>
                </a:rPr>
                <a:t>点击添加内容</a:t>
              </a:r>
            </a:p>
          </p:txBody>
        </p:sp>
        <p:sp>
          <p:nvSpPr>
            <p:cNvPr id="37" name="文本框 36"/>
            <p:cNvSpPr txBox="1"/>
            <p:nvPr/>
          </p:nvSpPr>
          <p:spPr>
            <a:xfrm>
              <a:off x="5760" y="6482"/>
              <a:ext cx="6668" cy="1355"/>
            </a:xfrm>
            <a:prstGeom prst="rect">
              <a:avLst/>
            </a:prstGeom>
            <a:noFill/>
          </p:spPr>
          <p:txBody>
            <a:bodyPr wrap="square" rtlCol="0">
              <a:spAutoFit/>
            </a:bodyPr>
            <a:lstStyle/>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p:txBody>
        </p:sp>
      </p:grpSp>
      <p:grpSp>
        <p:nvGrpSpPr>
          <p:cNvPr id="39" name="组合 38"/>
          <p:cNvGrpSpPr/>
          <p:nvPr/>
        </p:nvGrpSpPr>
        <p:grpSpPr>
          <a:xfrm>
            <a:off x="11811000" y="3390900"/>
            <a:ext cx="4234180" cy="1585595"/>
            <a:chOff x="5760" y="5340"/>
            <a:chExt cx="6668" cy="2497"/>
          </a:xfrm>
        </p:grpSpPr>
        <p:sp>
          <p:nvSpPr>
            <p:cNvPr id="40" name="文本框 39"/>
            <p:cNvSpPr txBox="1"/>
            <p:nvPr/>
          </p:nvSpPr>
          <p:spPr>
            <a:xfrm>
              <a:off x="5760" y="5340"/>
              <a:ext cx="5143" cy="1016"/>
            </a:xfrm>
            <a:prstGeom prst="rect">
              <a:avLst/>
            </a:prstGeom>
            <a:noFill/>
          </p:spPr>
          <p:txBody>
            <a:bodyPr wrap="none" rtlCol="0" anchor="t">
              <a:spAutoFit/>
            </a:bodyPr>
            <a:lstStyle/>
            <a:p>
              <a:pPr algn="ctr">
                <a:lnSpc>
                  <a:spcPts val="4320"/>
                </a:lnSpc>
              </a:pPr>
              <a:r>
                <a:rPr lang="en-US" altLang="zh-CN" sz="3200" b="1">
                  <a:solidFill>
                    <a:srgbClr val="0070C0"/>
                  </a:solidFill>
                  <a:latin typeface="微软雅黑" panose="020B0503020204020204" charset="-122"/>
                  <a:ea typeface="微软雅黑" panose="020B0503020204020204" charset="-122"/>
                  <a:sym typeface="+mn-ea"/>
                </a:rPr>
                <a:t>02 </a:t>
              </a:r>
              <a:r>
                <a:rPr lang="zh-CN" altLang="en-US" sz="3200" b="1">
                  <a:solidFill>
                    <a:srgbClr val="0070C0"/>
                  </a:solidFill>
                  <a:latin typeface="微软雅黑" panose="020B0503020204020204" charset="-122"/>
                  <a:ea typeface="微软雅黑" panose="020B0503020204020204" charset="-122"/>
                  <a:sym typeface="+mn-ea"/>
                </a:rPr>
                <a:t>点击添加内容</a:t>
              </a:r>
            </a:p>
          </p:txBody>
        </p:sp>
        <p:sp>
          <p:nvSpPr>
            <p:cNvPr id="41" name="文本框 40"/>
            <p:cNvSpPr txBox="1"/>
            <p:nvPr/>
          </p:nvSpPr>
          <p:spPr>
            <a:xfrm>
              <a:off x="5760" y="6482"/>
              <a:ext cx="6668" cy="1355"/>
            </a:xfrm>
            <a:prstGeom prst="rect">
              <a:avLst/>
            </a:prstGeom>
            <a:noFill/>
          </p:spPr>
          <p:txBody>
            <a:bodyPr wrap="square" rtlCol="0">
              <a:spAutoFit/>
            </a:bodyPr>
            <a:lstStyle/>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p:txBody>
        </p:sp>
      </p:grpSp>
      <p:grpSp>
        <p:nvGrpSpPr>
          <p:cNvPr id="42" name="组合 41"/>
          <p:cNvGrpSpPr/>
          <p:nvPr/>
        </p:nvGrpSpPr>
        <p:grpSpPr>
          <a:xfrm>
            <a:off x="3664585" y="6635750"/>
            <a:ext cx="4234180" cy="1585595"/>
            <a:chOff x="5760" y="5340"/>
            <a:chExt cx="6668" cy="2497"/>
          </a:xfrm>
        </p:grpSpPr>
        <p:sp>
          <p:nvSpPr>
            <p:cNvPr id="46" name="文本框 45"/>
            <p:cNvSpPr txBox="1"/>
            <p:nvPr/>
          </p:nvSpPr>
          <p:spPr>
            <a:xfrm>
              <a:off x="5760" y="5340"/>
              <a:ext cx="5143" cy="1016"/>
            </a:xfrm>
            <a:prstGeom prst="rect">
              <a:avLst/>
            </a:prstGeom>
            <a:noFill/>
          </p:spPr>
          <p:txBody>
            <a:bodyPr wrap="none" rtlCol="0" anchor="t">
              <a:spAutoFit/>
            </a:bodyPr>
            <a:lstStyle/>
            <a:p>
              <a:pPr algn="ctr">
                <a:lnSpc>
                  <a:spcPts val="4320"/>
                </a:lnSpc>
              </a:pPr>
              <a:r>
                <a:rPr lang="en-US" altLang="zh-CN" sz="3200" b="1">
                  <a:solidFill>
                    <a:srgbClr val="0070C0"/>
                  </a:solidFill>
                  <a:latin typeface="微软雅黑" panose="020B0503020204020204" charset="-122"/>
                  <a:ea typeface="微软雅黑" panose="020B0503020204020204" charset="-122"/>
                  <a:sym typeface="+mn-ea"/>
                </a:rPr>
                <a:t>03 </a:t>
              </a:r>
              <a:r>
                <a:rPr lang="zh-CN" altLang="en-US" sz="3200" b="1">
                  <a:solidFill>
                    <a:srgbClr val="0070C0"/>
                  </a:solidFill>
                  <a:latin typeface="微软雅黑" panose="020B0503020204020204" charset="-122"/>
                  <a:ea typeface="微软雅黑" panose="020B0503020204020204" charset="-122"/>
                  <a:sym typeface="+mn-ea"/>
                </a:rPr>
                <a:t>点击添加内容</a:t>
              </a:r>
            </a:p>
          </p:txBody>
        </p:sp>
        <p:sp>
          <p:nvSpPr>
            <p:cNvPr id="53" name="文本框 52"/>
            <p:cNvSpPr txBox="1"/>
            <p:nvPr/>
          </p:nvSpPr>
          <p:spPr>
            <a:xfrm>
              <a:off x="5760" y="6482"/>
              <a:ext cx="6668" cy="1355"/>
            </a:xfrm>
            <a:prstGeom prst="rect">
              <a:avLst/>
            </a:prstGeom>
            <a:noFill/>
          </p:spPr>
          <p:txBody>
            <a:bodyPr wrap="square" rtlCol="0">
              <a:spAutoFit/>
            </a:bodyPr>
            <a:lstStyle/>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p:txBody>
        </p:sp>
      </p:grpSp>
      <p:grpSp>
        <p:nvGrpSpPr>
          <p:cNvPr id="62" name="组合 61"/>
          <p:cNvGrpSpPr/>
          <p:nvPr/>
        </p:nvGrpSpPr>
        <p:grpSpPr>
          <a:xfrm>
            <a:off x="11817985" y="6635750"/>
            <a:ext cx="4234180" cy="1585595"/>
            <a:chOff x="5760" y="5340"/>
            <a:chExt cx="6668" cy="2497"/>
          </a:xfrm>
        </p:grpSpPr>
        <p:sp>
          <p:nvSpPr>
            <p:cNvPr id="63" name="文本框 62"/>
            <p:cNvSpPr txBox="1"/>
            <p:nvPr/>
          </p:nvSpPr>
          <p:spPr>
            <a:xfrm>
              <a:off x="5760" y="5340"/>
              <a:ext cx="5143" cy="1016"/>
            </a:xfrm>
            <a:prstGeom prst="rect">
              <a:avLst/>
            </a:prstGeom>
            <a:noFill/>
          </p:spPr>
          <p:txBody>
            <a:bodyPr wrap="none" rtlCol="0" anchor="t">
              <a:spAutoFit/>
            </a:bodyPr>
            <a:lstStyle/>
            <a:p>
              <a:pPr algn="ctr">
                <a:lnSpc>
                  <a:spcPts val="4320"/>
                </a:lnSpc>
              </a:pPr>
              <a:r>
                <a:rPr lang="en-US" altLang="zh-CN" sz="3200" b="1">
                  <a:solidFill>
                    <a:srgbClr val="0070C0"/>
                  </a:solidFill>
                  <a:latin typeface="微软雅黑" panose="020B0503020204020204" charset="-122"/>
                  <a:ea typeface="微软雅黑" panose="020B0503020204020204" charset="-122"/>
                  <a:sym typeface="+mn-ea"/>
                </a:rPr>
                <a:t>04 </a:t>
              </a:r>
              <a:r>
                <a:rPr lang="zh-CN" altLang="en-US" sz="3200" b="1">
                  <a:solidFill>
                    <a:srgbClr val="0070C0"/>
                  </a:solidFill>
                  <a:latin typeface="微软雅黑" panose="020B0503020204020204" charset="-122"/>
                  <a:ea typeface="微软雅黑" panose="020B0503020204020204" charset="-122"/>
                  <a:sym typeface="+mn-ea"/>
                </a:rPr>
                <a:t>点击添加内容</a:t>
              </a:r>
            </a:p>
          </p:txBody>
        </p:sp>
        <p:sp>
          <p:nvSpPr>
            <p:cNvPr id="64" name="文本框 63"/>
            <p:cNvSpPr txBox="1"/>
            <p:nvPr/>
          </p:nvSpPr>
          <p:spPr>
            <a:xfrm>
              <a:off x="5760" y="6482"/>
              <a:ext cx="6668" cy="1355"/>
            </a:xfrm>
            <a:prstGeom prst="rect">
              <a:avLst/>
            </a:prstGeom>
            <a:noFill/>
          </p:spPr>
          <p:txBody>
            <a:bodyPr wrap="square" rtlCol="0">
              <a:spAutoFit/>
            </a:bodyPr>
            <a:lstStyle/>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p:txBody>
        </p:sp>
      </p:grpSp>
      <p:pic>
        <p:nvPicPr>
          <p:cNvPr id="66" name="图片 65" descr="logo蓝色"/>
          <p:cNvPicPr>
            <a:picLocks noChangeAspect="1"/>
          </p:cNvPicPr>
          <p:nvPr/>
        </p:nvPicPr>
        <p:blipFill>
          <a:blip r:embed="rId12"/>
          <a:stretch>
            <a:fillRect/>
          </a:stretch>
        </p:blipFill>
        <p:spPr>
          <a:xfrm>
            <a:off x="15163800" y="9258300"/>
            <a:ext cx="2601430" cy="72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21060000" flipV="1">
            <a:off x="9021445" y="739076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4253208" y="3446003"/>
            <a:ext cx="11773908" cy="3449787"/>
            <a:chOff x="0" y="0"/>
            <a:chExt cx="15698544" cy="4599716"/>
          </a:xfrm>
        </p:grpSpPr>
        <p:sp>
          <p:nvSpPr>
            <p:cNvPr id="44" name="Freeform 44"/>
            <p:cNvSpPr/>
            <p:nvPr/>
          </p:nvSpPr>
          <p:spPr>
            <a:xfrm>
              <a:off x="0" y="0"/>
              <a:ext cx="15698471" cy="4599686"/>
            </a:xfrm>
            <a:custGeom>
              <a:avLst/>
              <a:gdLst/>
              <a:ahLst/>
              <a:cxnLst/>
              <a:rect l="l" t="t" r="r" b="b"/>
              <a:pathLst>
                <a:path w="15698471" h="4599686">
                  <a:moveTo>
                    <a:pt x="0" y="400812"/>
                  </a:moveTo>
                  <a:cubicBezTo>
                    <a:pt x="0" y="179451"/>
                    <a:pt x="179451" y="0"/>
                    <a:pt x="400812" y="0"/>
                  </a:cubicBezTo>
                  <a:lnTo>
                    <a:pt x="15297658" y="0"/>
                  </a:lnTo>
                  <a:cubicBezTo>
                    <a:pt x="15519020" y="0"/>
                    <a:pt x="15698471" y="179451"/>
                    <a:pt x="15698471" y="400812"/>
                  </a:cubicBezTo>
                  <a:lnTo>
                    <a:pt x="15698471" y="4198874"/>
                  </a:lnTo>
                  <a:cubicBezTo>
                    <a:pt x="15698471" y="4420235"/>
                    <a:pt x="15519020" y="4599686"/>
                    <a:pt x="15297658" y="4599686"/>
                  </a:cubicBezTo>
                  <a:lnTo>
                    <a:pt x="400812" y="4599686"/>
                  </a:lnTo>
                  <a:cubicBezTo>
                    <a:pt x="179451" y="4599686"/>
                    <a:pt x="0" y="4420235"/>
                    <a:pt x="0" y="4198874"/>
                  </a:cubicBezTo>
                  <a:close/>
                </a:path>
              </a:pathLst>
            </a:custGeom>
            <a:solidFill>
              <a:srgbClr val="F8F8F8"/>
            </a:solidFill>
          </p:spPr>
        </p:sp>
      </p:grpSp>
      <p:grpSp>
        <p:nvGrpSpPr>
          <p:cNvPr id="49" name="Group 49"/>
          <p:cNvGrpSpPr/>
          <p:nvPr/>
        </p:nvGrpSpPr>
        <p:grpSpPr>
          <a:xfrm rot="2627273">
            <a:off x="15087900" y="4212036"/>
            <a:ext cx="1878429" cy="1878429"/>
            <a:chOff x="0" y="0"/>
            <a:chExt cx="2504572" cy="2504572"/>
          </a:xfrm>
          <a:solidFill>
            <a:srgbClr val="369ACC"/>
          </a:solidFill>
        </p:grpSpPr>
        <p:sp>
          <p:nvSpPr>
            <p:cNvPr id="50" name="Freeform 50"/>
            <p:cNvSpPr/>
            <p:nvPr/>
          </p:nvSpPr>
          <p:spPr>
            <a:xfrm>
              <a:off x="0" y="0"/>
              <a:ext cx="2504567" cy="2504567"/>
            </a:xfrm>
            <a:custGeom>
              <a:avLst/>
              <a:gdLst/>
              <a:ahLst/>
              <a:cxnLst/>
              <a:rect l="l" t="t" r="r" b="b"/>
              <a:pathLst>
                <a:path w="2504567" h="2504567">
                  <a:moveTo>
                    <a:pt x="0" y="417449"/>
                  </a:moveTo>
                  <a:cubicBezTo>
                    <a:pt x="0" y="186944"/>
                    <a:pt x="186944" y="0"/>
                    <a:pt x="417449" y="0"/>
                  </a:cubicBezTo>
                  <a:lnTo>
                    <a:pt x="2087118" y="0"/>
                  </a:lnTo>
                  <a:cubicBezTo>
                    <a:pt x="2317623" y="0"/>
                    <a:pt x="2504567" y="186944"/>
                    <a:pt x="2504567" y="417449"/>
                  </a:cubicBezTo>
                  <a:lnTo>
                    <a:pt x="2504567" y="2087118"/>
                  </a:lnTo>
                  <a:cubicBezTo>
                    <a:pt x="2504567" y="2317623"/>
                    <a:pt x="2317623" y="2504567"/>
                    <a:pt x="2087118" y="2504567"/>
                  </a:cubicBezTo>
                  <a:lnTo>
                    <a:pt x="417449" y="2504567"/>
                  </a:lnTo>
                  <a:cubicBezTo>
                    <a:pt x="186944" y="2504567"/>
                    <a:pt x="0" y="2317623"/>
                    <a:pt x="0" y="2087118"/>
                  </a:cubicBezTo>
                  <a:close/>
                </a:path>
              </a:pathLst>
            </a:custGeom>
            <a:grpFill/>
          </p:spPr>
        </p:sp>
      </p:grpSp>
      <p:sp>
        <p:nvSpPr>
          <p:cNvPr id="55" name="TextBox 55"/>
          <p:cNvSpPr txBox="1"/>
          <p:nvPr/>
        </p:nvSpPr>
        <p:spPr>
          <a:xfrm>
            <a:off x="14870148" y="4609878"/>
            <a:ext cx="2341253" cy="1107440"/>
          </a:xfrm>
          <a:prstGeom prst="rect">
            <a:avLst/>
          </a:prstGeom>
        </p:spPr>
        <p:txBody>
          <a:bodyPr lIns="0" tIns="0" rIns="0" bIns="0" rtlCol="0" anchor="t">
            <a:spAutoFit/>
          </a:bodyPr>
          <a:lstStyle/>
          <a:p>
            <a:pPr algn="ctr">
              <a:lnSpc>
                <a:spcPts val="8640"/>
              </a:lnSpc>
            </a:pPr>
            <a:r>
              <a:rPr lang="en-US" sz="8000">
                <a:solidFill>
                  <a:srgbClr val="FFFFFF"/>
                </a:solidFill>
                <a:latin typeface="字由点字典黑 65J" panose="02010600030101010101" charset="-122"/>
              </a:rPr>
              <a:t>04</a:t>
            </a:r>
          </a:p>
        </p:txBody>
      </p:sp>
      <p:sp>
        <p:nvSpPr>
          <p:cNvPr id="56" name="TextBox 56"/>
          <p:cNvSpPr txBox="1"/>
          <p:nvPr/>
        </p:nvSpPr>
        <p:spPr>
          <a:xfrm>
            <a:off x="7391340" y="4032885"/>
            <a:ext cx="6407150" cy="1107440"/>
          </a:xfrm>
          <a:prstGeom prst="rect">
            <a:avLst/>
          </a:prstGeom>
        </p:spPr>
        <p:txBody>
          <a:bodyPr wrap="square" lIns="0" tIns="0" rIns="0" bIns="0" rtlCol="0" anchor="t">
            <a:spAutoFit/>
          </a:bodyPr>
          <a:lstStyle/>
          <a:p>
            <a:pPr algn="l">
              <a:lnSpc>
                <a:spcPts val="8640"/>
              </a:lnSpc>
            </a:pPr>
            <a:r>
              <a:rPr lang="zh-CN" altLang="en-US" sz="8000" b="1">
                <a:solidFill>
                  <a:srgbClr val="369ACC"/>
                </a:solidFill>
                <a:latin typeface="微软雅黑" panose="020B0503020204020204" charset="-122"/>
                <a:ea typeface="微软雅黑" panose="020B0503020204020204" charset="-122"/>
              </a:rPr>
              <a:t>单击添加标题</a:t>
            </a:r>
          </a:p>
        </p:txBody>
      </p:sp>
      <p:sp>
        <p:nvSpPr>
          <p:cNvPr id="57" name="TextBox 57"/>
          <p:cNvSpPr txBox="1"/>
          <p:nvPr/>
        </p:nvSpPr>
        <p:spPr>
          <a:xfrm>
            <a:off x="7391340" y="5447990"/>
            <a:ext cx="5539980" cy="708279"/>
          </a:xfrm>
          <a:prstGeom prst="rect">
            <a:avLst/>
          </a:prstGeom>
        </p:spPr>
        <p:txBody>
          <a:bodyPr lIns="0" tIns="0" rIns="0" bIns="0" rtlCol="0" anchor="t">
            <a:spAutoFit/>
          </a:bodyPr>
          <a:lstStyle/>
          <a:p>
            <a:pPr algn="l">
              <a:lnSpc>
                <a:spcPts val="2805"/>
              </a:lnSpc>
            </a:pPr>
            <a:r>
              <a:rPr lang="en-US" sz="1800">
                <a:solidFill>
                  <a:srgbClr val="3B424B"/>
                </a:solidFill>
                <a:ea typeface="字由点字典黑 45J"/>
              </a:rPr>
              <a:t>单击此处输入你的正文，文字是您思想的提炼，为了最终演示发布的良好效果，请尽量言简意赅的阐述观点</a:t>
            </a:r>
          </a:p>
        </p:txBody>
      </p:sp>
      <p:sp>
        <p:nvSpPr>
          <p:cNvPr id="58" name="TextBox 58"/>
          <p:cNvSpPr txBox="1"/>
          <p:nvPr/>
        </p:nvSpPr>
        <p:spPr>
          <a:xfrm>
            <a:off x="7391400" y="2245995"/>
            <a:ext cx="6407150" cy="1200150"/>
          </a:xfrm>
          <a:prstGeom prst="rect">
            <a:avLst/>
          </a:prstGeom>
        </p:spPr>
        <p:txBody>
          <a:bodyPr wrap="square" lIns="0" tIns="0" rIns="0" bIns="0" rtlCol="0" anchor="t">
            <a:spAutoFit/>
          </a:bodyPr>
          <a:lstStyle/>
          <a:p>
            <a:pPr algn="ctr">
              <a:lnSpc>
                <a:spcPts val="9360"/>
              </a:lnSpc>
            </a:pPr>
            <a:r>
              <a:rPr lang="en-US" sz="7800" b="1">
                <a:solidFill>
                  <a:srgbClr val="369ACC"/>
                </a:solidFill>
                <a:latin typeface="Arimo" panose="020B0604020202020204"/>
              </a:rPr>
              <a:t>PART FOUR</a:t>
            </a:r>
          </a:p>
        </p:txBody>
      </p:sp>
      <p:pic>
        <p:nvPicPr>
          <p:cNvPr id="87" name="图片 86" descr="logo蓝色"/>
          <p:cNvPicPr>
            <a:picLocks noChangeAspect="1"/>
          </p:cNvPicPr>
          <p:nvPr/>
        </p:nvPicPr>
        <p:blipFill>
          <a:blip r:embed="rId2"/>
          <a:stretch>
            <a:fillRect/>
          </a:stretch>
        </p:blipFill>
        <p:spPr>
          <a:xfrm>
            <a:off x="15011400" y="419100"/>
            <a:ext cx="2601430" cy="720000"/>
          </a:xfrm>
          <a:prstGeom prst="rect">
            <a:avLst/>
          </a:prstGeom>
        </p:spPr>
      </p:pic>
      <p:grpSp>
        <p:nvGrpSpPr>
          <p:cNvPr id="2" name="组合 1"/>
          <p:cNvGrpSpPr/>
          <p:nvPr/>
        </p:nvGrpSpPr>
        <p:grpSpPr>
          <a:xfrm>
            <a:off x="964793" y="0"/>
            <a:ext cx="5552333" cy="9834277"/>
            <a:chOff x="1523997" y="1"/>
            <a:chExt cx="5552333" cy="9834277"/>
          </a:xfrm>
        </p:grpSpPr>
        <p:sp>
          <p:nvSpPr>
            <p:cNvPr id="46" name="Freeform 46"/>
            <p:cNvSpPr/>
            <p:nvPr/>
          </p:nvSpPr>
          <p:spPr>
            <a:xfrm rot="5400000">
              <a:off x="-588400" y="2140972"/>
              <a:ext cx="9777127" cy="5552333"/>
            </a:xfrm>
            <a:custGeom>
              <a:avLst/>
              <a:gdLst/>
              <a:ahLst/>
              <a:cxnLst/>
              <a:rect l="l" t="t" r="r" b="b"/>
              <a:pathLst>
                <a:path w="13036169" h="7511161">
                  <a:moveTo>
                    <a:pt x="0" y="0"/>
                  </a:moveTo>
                  <a:lnTo>
                    <a:pt x="9280525" y="0"/>
                  </a:lnTo>
                  <a:cubicBezTo>
                    <a:pt x="11354689" y="0"/>
                    <a:pt x="13036169" y="1681480"/>
                    <a:pt x="13036169" y="3755644"/>
                  </a:cubicBezTo>
                  <a:cubicBezTo>
                    <a:pt x="13036169" y="5829808"/>
                    <a:pt x="11354689" y="7511161"/>
                    <a:pt x="9280525" y="7511161"/>
                  </a:cubicBezTo>
                  <a:lnTo>
                    <a:pt x="0" y="7511161"/>
                  </a:lnTo>
                  <a:close/>
                </a:path>
              </a:pathLst>
            </a:custGeom>
            <a:blipFill rotWithShape="0">
              <a:blip r:embed="rId3"/>
              <a:stretch>
                <a:fillRect l="-26917" t="-10817" r="-8769" b="-4923"/>
              </a:stretch>
            </a:blipFill>
            <a:ln>
              <a:solidFill>
                <a:srgbClr val="62BBDB"/>
              </a:solidFill>
            </a:ln>
          </p:spPr>
          <p:txBody>
            <a:bodyPr/>
            <a:lstStyle/>
            <a:p>
              <a:r>
                <a:rPr lang="zh-CN" altLang="en-US" u="sng" dirty="0"/>
                <a:t>z</a:t>
              </a:r>
              <a:endParaRPr lang="zh-CN" altLang="en-US" dirty="0"/>
            </a:p>
          </p:txBody>
        </p:sp>
        <p:sp>
          <p:nvSpPr>
            <p:cNvPr id="47" name="Freeform 47"/>
            <p:cNvSpPr/>
            <p:nvPr/>
          </p:nvSpPr>
          <p:spPr>
            <a:xfrm rot="5400000">
              <a:off x="-616975" y="2140973"/>
              <a:ext cx="9834277" cy="5552333"/>
            </a:xfrm>
            <a:custGeom>
              <a:avLst/>
              <a:gdLst/>
              <a:ahLst/>
              <a:cxnLst/>
              <a:rect l="l" t="t" r="r" b="b"/>
              <a:pathLst>
                <a:path w="13112369" h="7587488">
                  <a:moveTo>
                    <a:pt x="38100" y="0"/>
                  </a:moveTo>
                  <a:lnTo>
                    <a:pt x="9318625" y="0"/>
                  </a:lnTo>
                  <a:lnTo>
                    <a:pt x="9318625" y="38100"/>
                  </a:lnTo>
                  <a:lnTo>
                    <a:pt x="9318625" y="0"/>
                  </a:lnTo>
                  <a:cubicBezTo>
                    <a:pt x="11413871" y="0"/>
                    <a:pt x="13112369" y="1698498"/>
                    <a:pt x="13112369" y="3793744"/>
                  </a:cubicBezTo>
                  <a:lnTo>
                    <a:pt x="13074269" y="3793744"/>
                  </a:lnTo>
                  <a:lnTo>
                    <a:pt x="13112369" y="3793744"/>
                  </a:lnTo>
                  <a:cubicBezTo>
                    <a:pt x="13112369" y="5888990"/>
                    <a:pt x="11413871" y="7587488"/>
                    <a:pt x="9318625" y="7587488"/>
                  </a:cubicBezTo>
                  <a:lnTo>
                    <a:pt x="9318625" y="7549388"/>
                  </a:lnTo>
                  <a:lnTo>
                    <a:pt x="9318625" y="7587488"/>
                  </a:lnTo>
                  <a:lnTo>
                    <a:pt x="38100" y="7587488"/>
                  </a:lnTo>
                  <a:cubicBezTo>
                    <a:pt x="17018" y="7587488"/>
                    <a:pt x="0" y="7570470"/>
                    <a:pt x="0" y="7549388"/>
                  </a:cubicBezTo>
                  <a:lnTo>
                    <a:pt x="0" y="38100"/>
                  </a:lnTo>
                  <a:cubicBezTo>
                    <a:pt x="0" y="17018"/>
                    <a:pt x="17018" y="0"/>
                    <a:pt x="38100" y="0"/>
                  </a:cubicBezTo>
                  <a:moveTo>
                    <a:pt x="38100" y="76200"/>
                  </a:moveTo>
                  <a:lnTo>
                    <a:pt x="38100" y="38100"/>
                  </a:lnTo>
                  <a:lnTo>
                    <a:pt x="76200" y="38100"/>
                  </a:lnTo>
                  <a:lnTo>
                    <a:pt x="76200" y="7549261"/>
                  </a:lnTo>
                  <a:lnTo>
                    <a:pt x="38100" y="7549261"/>
                  </a:lnTo>
                  <a:lnTo>
                    <a:pt x="38100" y="7511161"/>
                  </a:lnTo>
                  <a:lnTo>
                    <a:pt x="9318625" y="7511161"/>
                  </a:lnTo>
                  <a:cubicBezTo>
                    <a:pt x="11371707" y="7511161"/>
                    <a:pt x="13036169" y="5846826"/>
                    <a:pt x="13036169" y="3793617"/>
                  </a:cubicBezTo>
                  <a:cubicBezTo>
                    <a:pt x="13036169" y="1740408"/>
                    <a:pt x="11371707" y="76200"/>
                    <a:pt x="9318625" y="76200"/>
                  </a:cubicBezTo>
                  <a:lnTo>
                    <a:pt x="38100" y="76200"/>
                  </a:lnTo>
                  <a:close/>
                </a:path>
              </a:pathLst>
            </a:custGeom>
            <a:solidFill>
              <a:srgbClr val="369ACC"/>
            </a:solid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840000">
            <a:off x="13344525" y="-927671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0" y="2440305"/>
            <a:ext cx="17782540" cy="6837680"/>
            <a:chOff x="0" y="0"/>
            <a:chExt cx="23709632" cy="10851242"/>
          </a:xfrm>
        </p:grpSpPr>
        <p:sp>
          <p:nvSpPr>
            <p:cNvPr id="44" name="Freeform 44"/>
            <p:cNvSpPr/>
            <p:nvPr/>
          </p:nvSpPr>
          <p:spPr>
            <a:xfrm>
              <a:off x="3175" y="3175"/>
              <a:ext cx="23703279" cy="10844911"/>
            </a:xfrm>
            <a:custGeom>
              <a:avLst/>
              <a:gdLst/>
              <a:ahLst/>
              <a:cxnLst/>
              <a:rect l="l" t="t" r="r" b="b"/>
              <a:pathLst>
                <a:path w="23703279" h="10844911">
                  <a:moveTo>
                    <a:pt x="0" y="0"/>
                  </a:moveTo>
                  <a:lnTo>
                    <a:pt x="18280887" y="0"/>
                  </a:lnTo>
                  <a:cubicBezTo>
                    <a:pt x="21275675" y="0"/>
                    <a:pt x="23703279" y="2427732"/>
                    <a:pt x="23703279" y="5422392"/>
                  </a:cubicBezTo>
                  <a:lnTo>
                    <a:pt x="23703279" y="5422392"/>
                  </a:lnTo>
                  <a:cubicBezTo>
                    <a:pt x="23703279" y="8417179"/>
                    <a:pt x="21275548" y="10844784"/>
                    <a:pt x="18280887" y="10844784"/>
                  </a:cubicBezTo>
                  <a:lnTo>
                    <a:pt x="0" y="10844911"/>
                  </a:lnTo>
                  <a:close/>
                </a:path>
              </a:pathLst>
            </a:custGeom>
            <a:solidFill>
              <a:srgbClr val="FFFFFF"/>
            </a:solidFill>
          </p:spPr>
        </p:sp>
        <p:sp>
          <p:nvSpPr>
            <p:cNvPr id="45" name="Freeform 45"/>
            <p:cNvSpPr/>
            <p:nvPr/>
          </p:nvSpPr>
          <p:spPr>
            <a:xfrm>
              <a:off x="0" y="0"/>
              <a:ext cx="23709629" cy="10851261"/>
            </a:xfrm>
            <a:custGeom>
              <a:avLst/>
              <a:gdLst/>
              <a:ahLst/>
              <a:cxnLst/>
              <a:rect l="l" t="t" r="r" b="b"/>
              <a:pathLst>
                <a:path w="23709629" h="10851261">
                  <a:moveTo>
                    <a:pt x="3175" y="0"/>
                  </a:moveTo>
                  <a:lnTo>
                    <a:pt x="18284062" y="0"/>
                  </a:lnTo>
                  <a:lnTo>
                    <a:pt x="18284062" y="3175"/>
                  </a:lnTo>
                  <a:lnTo>
                    <a:pt x="18284062" y="0"/>
                  </a:lnTo>
                  <a:cubicBezTo>
                    <a:pt x="21280501" y="0"/>
                    <a:pt x="23709629" y="2429129"/>
                    <a:pt x="23709629" y="5425567"/>
                  </a:cubicBezTo>
                  <a:cubicBezTo>
                    <a:pt x="23709629" y="5427345"/>
                    <a:pt x="23708232" y="5428742"/>
                    <a:pt x="23706454" y="5428742"/>
                  </a:cubicBezTo>
                  <a:lnTo>
                    <a:pt x="23706454" y="5428742"/>
                  </a:lnTo>
                  <a:lnTo>
                    <a:pt x="23706454" y="5425567"/>
                  </a:lnTo>
                  <a:lnTo>
                    <a:pt x="23709629" y="5425567"/>
                  </a:lnTo>
                  <a:cubicBezTo>
                    <a:pt x="23709629" y="8422005"/>
                    <a:pt x="21280500" y="10851134"/>
                    <a:pt x="18284062" y="10851134"/>
                  </a:cubicBezTo>
                  <a:lnTo>
                    <a:pt x="18284062" y="10851134"/>
                  </a:lnTo>
                  <a:lnTo>
                    <a:pt x="3175" y="10851261"/>
                  </a:lnTo>
                  <a:cubicBezTo>
                    <a:pt x="1397" y="10851261"/>
                    <a:pt x="0" y="10849864"/>
                    <a:pt x="0" y="10848086"/>
                  </a:cubicBezTo>
                  <a:lnTo>
                    <a:pt x="0" y="3175"/>
                  </a:lnTo>
                  <a:cubicBezTo>
                    <a:pt x="0" y="1397"/>
                    <a:pt x="1397" y="0"/>
                    <a:pt x="3175" y="0"/>
                  </a:cubicBezTo>
                  <a:moveTo>
                    <a:pt x="3175" y="6350"/>
                  </a:moveTo>
                  <a:lnTo>
                    <a:pt x="3175" y="3175"/>
                  </a:lnTo>
                  <a:lnTo>
                    <a:pt x="6350" y="3175"/>
                  </a:lnTo>
                  <a:lnTo>
                    <a:pt x="6350" y="10848086"/>
                  </a:lnTo>
                  <a:lnTo>
                    <a:pt x="3175" y="10848086"/>
                  </a:lnTo>
                  <a:lnTo>
                    <a:pt x="3175" y="10844911"/>
                  </a:lnTo>
                  <a:lnTo>
                    <a:pt x="18284062" y="10844911"/>
                  </a:lnTo>
                  <a:lnTo>
                    <a:pt x="18284062" y="10848086"/>
                  </a:lnTo>
                  <a:lnTo>
                    <a:pt x="18284062" y="10844911"/>
                  </a:lnTo>
                  <a:cubicBezTo>
                    <a:pt x="21277072" y="10844911"/>
                    <a:pt x="23703279" y="8418576"/>
                    <a:pt x="23703279" y="5425694"/>
                  </a:cubicBezTo>
                  <a:cubicBezTo>
                    <a:pt x="23703279" y="5423916"/>
                    <a:pt x="23704676" y="5422519"/>
                    <a:pt x="23706454" y="5422519"/>
                  </a:cubicBezTo>
                  <a:lnTo>
                    <a:pt x="23706454" y="5422519"/>
                  </a:lnTo>
                  <a:lnTo>
                    <a:pt x="23706454" y="5425694"/>
                  </a:lnTo>
                  <a:lnTo>
                    <a:pt x="23703279" y="5425694"/>
                  </a:lnTo>
                  <a:cubicBezTo>
                    <a:pt x="23703280" y="2432685"/>
                    <a:pt x="21276945" y="6350"/>
                    <a:pt x="18284062" y="6350"/>
                  </a:cubicBezTo>
                  <a:lnTo>
                    <a:pt x="3175" y="6350"/>
                  </a:lnTo>
                  <a:close/>
                </a:path>
              </a:pathLst>
            </a:custGeom>
            <a:solidFill>
              <a:srgbClr val="0058E0"/>
            </a:solidFill>
          </p:spPr>
        </p:sp>
      </p:grpSp>
      <p:grpSp>
        <p:nvGrpSpPr>
          <p:cNvPr id="76" name="组合 75"/>
          <p:cNvGrpSpPr/>
          <p:nvPr/>
        </p:nvGrpSpPr>
        <p:grpSpPr>
          <a:xfrm>
            <a:off x="457200" y="419100"/>
            <a:ext cx="5464175" cy="1480820"/>
            <a:chOff x="960" y="1980"/>
            <a:chExt cx="9080" cy="2720"/>
          </a:xfrm>
        </p:grpSpPr>
        <p:grpSp>
          <p:nvGrpSpPr>
            <p:cNvPr id="75" name="组合 74"/>
            <p:cNvGrpSpPr/>
            <p:nvPr/>
          </p:nvGrpSpPr>
          <p:grpSpPr>
            <a:xfrm>
              <a:off x="960" y="1980"/>
              <a:ext cx="9080" cy="2720"/>
              <a:chOff x="960" y="1980"/>
              <a:chExt cx="9080" cy="2720"/>
            </a:xfrm>
          </p:grpSpPr>
          <p:sp>
            <p:nvSpPr>
              <p:cNvPr id="73" name="椭圆 72"/>
              <p:cNvSpPr/>
              <p:nvPr/>
            </p:nvSpPr>
            <p:spPr>
              <a:xfrm>
                <a:off x="960" y="1980"/>
                <a:ext cx="8760" cy="2400"/>
              </a:xfrm>
              <a:prstGeom prst="ellipse">
                <a:avLst/>
              </a:prstGeom>
              <a:solidFill>
                <a:srgbClr val="93CED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280" y="2300"/>
                <a:ext cx="8760" cy="2400"/>
              </a:xfrm>
              <a:prstGeom prst="ellipse">
                <a:avLst/>
              </a:prstGeom>
              <a:noFill/>
              <a:ln>
                <a:solidFill>
                  <a:srgbClr val="369A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TextBox 65"/>
            <p:cNvSpPr txBox="1"/>
            <p:nvPr/>
          </p:nvSpPr>
          <p:spPr>
            <a:xfrm>
              <a:off x="2176" y="2533"/>
              <a:ext cx="6600" cy="1554"/>
            </a:xfrm>
            <a:prstGeom prst="rect">
              <a:avLst/>
            </a:prstGeom>
          </p:spPr>
          <p:txBody>
            <a:bodyPr wrap="square" lIns="0" tIns="0" rIns="0" bIns="0" rtlCol="0" anchor="t">
              <a:spAutoFit/>
            </a:bodyPr>
            <a:lstStyle/>
            <a:p>
              <a:pPr algn="ctr">
                <a:lnSpc>
                  <a:spcPts val="6600"/>
                </a:lnSpc>
              </a:pPr>
              <a:r>
                <a:rPr lang="zh-CN" altLang="en-US" sz="4800" b="1">
                  <a:solidFill>
                    <a:srgbClr val="0070C0"/>
                  </a:solidFill>
                  <a:latin typeface="微软雅黑" panose="020B0503020204020204" charset="-122"/>
                  <a:ea typeface="微软雅黑" panose="020B0503020204020204" charset="-122"/>
                </a:rPr>
                <a:t>单击添加标题</a:t>
              </a:r>
            </a:p>
          </p:txBody>
        </p:sp>
      </p:grpSp>
      <p:pic>
        <p:nvPicPr>
          <p:cNvPr id="72"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4440000" flipH="1">
            <a:off x="14828520" y="-2236470"/>
            <a:ext cx="4131945" cy="4114800"/>
          </a:xfrm>
          <a:prstGeom prst="rect">
            <a:avLst/>
          </a:prstGeom>
        </p:spPr>
      </p:pic>
      <p:grpSp>
        <p:nvGrpSpPr>
          <p:cNvPr id="2" name="组合 1"/>
          <p:cNvGrpSpPr/>
          <p:nvPr/>
        </p:nvGrpSpPr>
        <p:grpSpPr>
          <a:xfrm>
            <a:off x="5181600" y="3258185"/>
            <a:ext cx="11024205" cy="5116837"/>
            <a:chOff x="960" y="4656"/>
            <a:chExt cx="21712" cy="2674"/>
          </a:xfrm>
        </p:grpSpPr>
        <p:grpSp>
          <p:nvGrpSpPr>
            <p:cNvPr id="50" name="Group 50"/>
            <p:cNvGrpSpPr/>
            <p:nvPr/>
          </p:nvGrpSpPr>
          <p:grpSpPr>
            <a:xfrm>
              <a:off x="960" y="4656"/>
              <a:ext cx="21712" cy="2674"/>
              <a:chOff x="0" y="8465"/>
              <a:chExt cx="18382996" cy="4263390"/>
            </a:xfrm>
          </p:grpSpPr>
          <p:sp>
            <p:nvSpPr>
              <p:cNvPr id="51" name="Freeform 51"/>
              <p:cNvSpPr/>
              <p:nvPr/>
            </p:nvSpPr>
            <p:spPr>
              <a:xfrm>
                <a:off x="0" y="8465"/>
                <a:ext cx="18382996" cy="4263390"/>
              </a:xfrm>
              <a:custGeom>
                <a:avLst/>
                <a:gdLst/>
                <a:ahLst/>
                <a:cxnLst/>
                <a:rect l="l" t="t" r="r" b="b"/>
                <a:pathLst>
                  <a:path w="18382996" h="4263390">
                    <a:moveTo>
                      <a:pt x="0" y="558546"/>
                    </a:moveTo>
                    <a:cubicBezTo>
                      <a:pt x="0" y="250063"/>
                      <a:pt x="250063" y="0"/>
                      <a:pt x="558546" y="0"/>
                    </a:cubicBezTo>
                    <a:lnTo>
                      <a:pt x="17824450" y="0"/>
                    </a:lnTo>
                    <a:cubicBezTo>
                      <a:pt x="18132933" y="0"/>
                      <a:pt x="18382996" y="250063"/>
                      <a:pt x="18382996" y="558546"/>
                    </a:cubicBezTo>
                    <a:lnTo>
                      <a:pt x="18382996" y="3704844"/>
                    </a:lnTo>
                    <a:cubicBezTo>
                      <a:pt x="18382996" y="4013327"/>
                      <a:pt x="18132933" y="4263390"/>
                      <a:pt x="17824450" y="4263390"/>
                    </a:cubicBezTo>
                    <a:lnTo>
                      <a:pt x="558546" y="4263390"/>
                    </a:lnTo>
                    <a:cubicBezTo>
                      <a:pt x="250063" y="4263390"/>
                      <a:pt x="0" y="4013327"/>
                      <a:pt x="0" y="3704844"/>
                    </a:cubicBezTo>
                    <a:close/>
                  </a:path>
                </a:pathLst>
              </a:custGeom>
              <a:solidFill>
                <a:srgbClr val="F8F8F8"/>
              </a:solidFill>
            </p:spPr>
          </p:sp>
        </p:grpSp>
        <p:grpSp>
          <p:nvGrpSpPr>
            <p:cNvPr id="62" name="组合 61"/>
            <p:cNvGrpSpPr/>
            <p:nvPr/>
          </p:nvGrpSpPr>
          <p:grpSpPr>
            <a:xfrm>
              <a:off x="1560" y="5567"/>
              <a:ext cx="17452" cy="852"/>
              <a:chOff x="5760" y="5395"/>
              <a:chExt cx="17452" cy="852"/>
            </a:xfrm>
          </p:grpSpPr>
          <p:sp>
            <p:nvSpPr>
              <p:cNvPr id="63" name="文本框 62"/>
              <p:cNvSpPr txBox="1"/>
              <p:nvPr/>
            </p:nvSpPr>
            <p:spPr>
              <a:xfrm>
                <a:off x="5760" y="5629"/>
                <a:ext cx="6045" cy="234"/>
              </a:xfrm>
              <a:prstGeom prst="rect">
                <a:avLst/>
              </a:prstGeom>
              <a:noFill/>
            </p:spPr>
            <p:txBody>
              <a:bodyPr wrap="square" rtlCol="0" anchor="t">
                <a:spAutoFit/>
              </a:bodyPr>
              <a:lstStyle/>
              <a:p>
                <a:pPr algn="ctr">
                  <a:lnSpc>
                    <a:spcPts val="4320"/>
                  </a:lnSpc>
                </a:pPr>
                <a:r>
                  <a:rPr lang="zh-CN" altLang="en-US" sz="3200" b="1">
                    <a:solidFill>
                      <a:srgbClr val="0070C0"/>
                    </a:solidFill>
                    <a:latin typeface="微软雅黑" panose="020B0503020204020204" charset="-122"/>
                    <a:ea typeface="微软雅黑" panose="020B0503020204020204" charset="-122"/>
                    <a:sym typeface="+mn-ea"/>
                  </a:rPr>
                  <a:t>点击添加内容</a:t>
                </a:r>
              </a:p>
            </p:txBody>
          </p:sp>
          <p:sp>
            <p:nvSpPr>
              <p:cNvPr id="64" name="文本框 63"/>
              <p:cNvSpPr txBox="1"/>
              <p:nvPr/>
            </p:nvSpPr>
            <p:spPr>
              <a:xfrm>
                <a:off x="12828" y="5395"/>
                <a:ext cx="10384" cy="852"/>
              </a:xfrm>
              <a:prstGeom prst="rect">
                <a:avLst/>
              </a:prstGeom>
              <a:noFill/>
            </p:spPr>
            <p:txBody>
              <a:bodyPr wrap="square" rtlCol="0">
                <a:spAutoFit/>
              </a:bodyPr>
              <a:lstStyle/>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请输入内容请输入内容请输入内容</a:t>
                </a: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请输入内容请输入内容请输入内容</a:t>
                </a:r>
              </a:p>
            </p:txBody>
          </p:sp>
        </p:grpSp>
      </p:grpSp>
      <p:pic>
        <p:nvPicPr>
          <p:cNvPr id="25" name="图片 24" descr="logo蓝色"/>
          <p:cNvPicPr>
            <a:picLocks noChangeAspect="1"/>
          </p:cNvPicPr>
          <p:nvPr/>
        </p:nvPicPr>
        <p:blipFill>
          <a:blip r:embed="rId4"/>
          <a:stretch>
            <a:fillRect/>
          </a:stretch>
        </p:blipFill>
        <p:spPr>
          <a:xfrm>
            <a:off x="15163800" y="9258300"/>
            <a:ext cx="2601430" cy="720000"/>
          </a:xfrm>
          <a:prstGeom prst="rect">
            <a:avLst/>
          </a:prstGeom>
        </p:spPr>
      </p:pic>
      <p:pic>
        <p:nvPicPr>
          <p:cNvPr id="6" name="图片 5" descr="WechatIMG2186"/>
          <p:cNvPicPr>
            <a:picLocks noChangeAspect="1"/>
          </p:cNvPicPr>
          <p:nvPr/>
        </p:nvPicPr>
        <p:blipFill>
          <a:blip r:embed="rId5"/>
          <a:srcRect l="4848" r="6513"/>
          <a:stretch>
            <a:fillRect/>
          </a:stretch>
        </p:blipFill>
        <p:spPr>
          <a:xfrm>
            <a:off x="-4572000" y="2476500"/>
            <a:ext cx="9042400" cy="6799580"/>
          </a:xfrm>
          <a:prstGeom prst="ellipse">
            <a:avLst/>
          </a:prstGeom>
          <a:ln w="38100">
            <a:solidFill>
              <a:srgbClr val="0070C0"/>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840000">
            <a:off x="13344525" y="-927671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0" y="2440305"/>
            <a:ext cx="17782540" cy="6837680"/>
            <a:chOff x="0" y="0"/>
            <a:chExt cx="23709632" cy="10851242"/>
          </a:xfrm>
        </p:grpSpPr>
        <p:sp>
          <p:nvSpPr>
            <p:cNvPr id="44" name="Freeform 44"/>
            <p:cNvSpPr/>
            <p:nvPr/>
          </p:nvSpPr>
          <p:spPr>
            <a:xfrm>
              <a:off x="3175" y="3175"/>
              <a:ext cx="23703279" cy="10844911"/>
            </a:xfrm>
            <a:custGeom>
              <a:avLst/>
              <a:gdLst/>
              <a:ahLst/>
              <a:cxnLst/>
              <a:rect l="l" t="t" r="r" b="b"/>
              <a:pathLst>
                <a:path w="23703279" h="10844911">
                  <a:moveTo>
                    <a:pt x="0" y="0"/>
                  </a:moveTo>
                  <a:lnTo>
                    <a:pt x="18280887" y="0"/>
                  </a:lnTo>
                  <a:cubicBezTo>
                    <a:pt x="21275675" y="0"/>
                    <a:pt x="23703279" y="2427732"/>
                    <a:pt x="23703279" y="5422392"/>
                  </a:cubicBezTo>
                  <a:lnTo>
                    <a:pt x="23703279" y="5422392"/>
                  </a:lnTo>
                  <a:cubicBezTo>
                    <a:pt x="23703279" y="8417179"/>
                    <a:pt x="21275548" y="10844784"/>
                    <a:pt x="18280887" y="10844784"/>
                  </a:cubicBezTo>
                  <a:lnTo>
                    <a:pt x="0" y="10844911"/>
                  </a:lnTo>
                  <a:close/>
                </a:path>
              </a:pathLst>
            </a:custGeom>
            <a:solidFill>
              <a:srgbClr val="FFFFFF"/>
            </a:solidFill>
          </p:spPr>
        </p:sp>
        <p:sp>
          <p:nvSpPr>
            <p:cNvPr id="45" name="Freeform 45"/>
            <p:cNvSpPr/>
            <p:nvPr/>
          </p:nvSpPr>
          <p:spPr>
            <a:xfrm>
              <a:off x="0" y="0"/>
              <a:ext cx="23709629" cy="10851261"/>
            </a:xfrm>
            <a:custGeom>
              <a:avLst/>
              <a:gdLst/>
              <a:ahLst/>
              <a:cxnLst/>
              <a:rect l="l" t="t" r="r" b="b"/>
              <a:pathLst>
                <a:path w="23709629" h="10851261">
                  <a:moveTo>
                    <a:pt x="3175" y="0"/>
                  </a:moveTo>
                  <a:lnTo>
                    <a:pt x="18284062" y="0"/>
                  </a:lnTo>
                  <a:lnTo>
                    <a:pt x="18284062" y="3175"/>
                  </a:lnTo>
                  <a:lnTo>
                    <a:pt x="18284062" y="0"/>
                  </a:lnTo>
                  <a:cubicBezTo>
                    <a:pt x="21280501" y="0"/>
                    <a:pt x="23709629" y="2429129"/>
                    <a:pt x="23709629" y="5425567"/>
                  </a:cubicBezTo>
                  <a:cubicBezTo>
                    <a:pt x="23709629" y="5427345"/>
                    <a:pt x="23708232" y="5428742"/>
                    <a:pt x="23706454" y="5428742"/>
                  </a:cubicBezTo>
                  <a:lnTo>
                    <a:pt x="23706454" y="5428742"/>
                  </a:lnTo>
                  <a:lnTo>
                    <a:pt x="23706454" y="5425567"/>
                  </a:lnTo>
                  <a:lnTo>
                    <a:pt x="23709629" y="5425567"/>
                  </a:lnTo>
                  <a:cubicBezTo>
                    <a:pt x="23709629" y="8422005"/>
                    <a:pt x="21280500" y="10851134"/>
                    <a:pt x="18284062" y="10851134"/>
                  </a:cubicBezTo>
                  <a:lnTo>
                    <a:pt x="18284062" y="10851134"/>
                  </a:lnTo>
                  <a:lnTo>
                    <a:pt x="3175" y="10851261"/>
                  </a:lnTo>
                  <a:cubicBezTo>
                    <a:pt x="1397" y="10851261"/>
                    <a:pt x="0" y="10849864"/>
                    <a:pt x="0" y="10848086"/>
                  </a:cubicBezTo>
                  <a:lnTo>
                    <a:pt x="0" y="3175"/>
                  </a:lnTo>
                  <a:cubicBezTo>
                    <a:pt x="0" y="1397"/>
                    <a:pt x="1397" y="0"/>
                    <a:pt x="3175" y="0"/>
                  </a:cubicBezTo>
                  <a:moveTo>
                    <a:pt x="3175" y="6350"/>
                  </a:moveTo>
                  <a:lnTo>
                    <a:pt x="3175" y="3175"/>
                  </a:lnTo>
                  <a:lnTo>
                    <a:pt x="6350" y="3175"/>
                  </a:lnTo>
                  <a:lnTo>
                    <a:pt x="6350" y="10848086"/>
                  </a:lnTo>
                  <a:lnTo>
                    <a:pt x="3175" y="10848086"/>
                  </a:lnTo>
                  <a:lnTo>
                    <a:pt x="3175" y="10844911"/>
                  </a:lnTo>
                  <a:lnTo>
                    <a:pt x="18284062" y="10844911"/>
                  </a:lnTo>
                  <a:lnTo>
                    <a:pt x="18284062" y="10848086"/>
                  </a:lnTo>
                  <a:lnTo>
                    <a:pt x="18284062" y="10844911"/>
                  </a:lnTo>
                  <a:cubicBezTo>
                    <a:pt x="21277072" y="10844911"/>
                    <a:pt x="23703279" y="8418576"/>
                    <a:pt x="23703279" y="5425694"/>
                  </a:cubicBezTo>
                  <a:cubicBezTo>
                    <a:pt x="23703279" y="5423916"/>
                    <a:pt x="23704676" y="5422519"/>
                    <a:pt x="23706454" y="5422519"/>
                  </a:cubicBezTo>
                  <a:lnTo>
                    <a:pt x="23706454" y="5422519"/>
                  </a:lnTo>
                  <a:lnTo>
                    <a:pt x="23706454" y="5425694"/>
                  </a:lnTo>
                  <a:lnTo>
                    <a:pt x="23703279" y="5425694"/>
                  </a:lnTo>
                  <a:cubicBezTo>
                    <a:pt x="23703280" y="2432685"/>
                    <a:pt x="21276945" y="6350"/>
                    <a:pt x="18284062" y="6350"/>
                  </a:cubicBezTo>
                  <a:lnTo>
                    <a:pt x="3175" y="6350"/>
                  </a:lnTo>
                  <a:close/>
                </a:path>
              </a:pathLst>
            </a:custGeom>
            <a:solidFill>
              <a:srgbClr val="0058E0"/>
            </a:solidFill>
          </p:spPr>
        </p:sp>
      </p:grpSp>
      <p:grpSp>
        <p:nvGrpSpPr>
          <p:cNvPr id="76" name="组合 75"/>
          <p:cNvGrpSpPr/>
          <p:nvPr/>
        </p:nvGrpSpPr>
        <p:grpSpPr>
          <a:xfrm>
            <a:off x="457200" y="419100"/>
            <a:ext cx="5464175" cy="1480820"/>
            <a:chOff x="960" y="1980"/>
            <a:chExt cx="9080" cy="2720"/>
          </a:xfrm>
        </p:grpSpPr>
        <p:grpSp>
          <p:nvGrpSpPr>
            <p:cNvPr id="75" name="组合 74"/>
            <p:cNvGrpSpPr/>
            <p:nvPr/>
          </p:nvGrpSpPr>
          <p:grpSpPr>
            <a:xfrm>
              <a:off x="960" y="1980"/>
              <a:ext cx="9080" cy="2720"/>
              <a:chOff x="960" y="1980"/>
              <a:chExt cx="9080" cy="2720"/>
            </a:xfrm>
          </p:grpSpPr>
          <p:sp>
            <p:nvSpPr>
              <p:cNvPr id="73" name="椭圆 72"/>
              <p:cNvSpPr/>
              <p:nvPr/>
            </p:nvSpPr>
            <p:spPr>
              <a:xfrm>
                <a:off x="960" y="1980"/>
                <a:ext cx="8760" cy="2400"/>
              </a:xfrm>
              <a:prstGeom prst="ellipse">
                <a:avLst/>
              </a:prstGeom>
              <a:solidFill>
                <a:srgbClr val="93CED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280" y="2300"/>
                <a:ext cx="8760" cy="2400"/>
              </a:xfrm>
              <a:prstGeom prst="ellipse">
                <a:avLst/>
              </a:prstGeom>
              <a:noFill/>
              <a:ln>
                <a:solidFill>
                  <a:srgbClr val="369A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TextBox 65"/>
            <p:cNvSpPr txBox="1"/>
            <p:nvPr/>
          </p:nvSpPr>
          <p:spPr>
            <a:xfrm>
              <a:off x="2176" y="2533"/>
              <a:ext cx="6600" cy="1554"/>
            </a:xfrm>
            <a:prstGeom prst="rect">
              <a:avLst/>
            </a:prstGeom>
          </p:spPr>
          <p:txBody>
            <a:bodyPr wrap="square" lIns="0" tIns="0" rIns="0" bIns="0" rtlCol="0" anchor="t">
              <a:spAutoFit/>
            </a:bodyPr>
            <a:lstStyle/>
            <a:p>
              <a:pPr algn="ctr">
                <a:lnSpc>
                  <a:spcPts val="6600"/>
                </a:lnSpc>
              </a:pPr>
              <a:r>
                <a:rPr lang="zh-CN" altLang="en-US" sz="4800" b="1">
                  <a:solidFill>
                    <a:srgbClr val="0070C0"/>
                  </a:solidFill>
                  <a:latin typeface="微软雅黑" panose="020B0503020204020204" charset="-122"/>
                  <a:ea typeface="微软雅黑" panose="020B0503020204020204" charset="-122"/>
                </a:rPr>
                <a:t>单击添加标题</a:t>
              </a:r>
            </a:p>
          </p:txBody>
        </p:sp>
      </p:grpSp>
      <p:pic>
        <p:nvPicPr>
          <p:cNvPr id="72"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4440000" flipH="1">
            <a:off x="14828520" y="-2236470"/>
            <a:ext cx="4131945" cy="4114800"/>
          </a:xfrm>
          <a:prstGeom prst="rect">
            <a:avLst/>
          </a:prstGeom>
        </p:spPr>
      </p:pic>
      <p:pic>
        <p:nvPicPr>
          <p:cNvPr id="25" name="图片 24" descr="logo蓝色"/>
          <p:cNvPicPr>
            <a:picLocks noChangeAspect="1"/>
          </p:cNvPicPr>
          <p:nvPr/>
        </p:nvPicPr>
        <p:blipFill>
          <a:blip r:embed="rId4"/>
          <a:stretch>
            <a:fillRect/>
          </a:stretch>
        </p:blipFill>
        <p:spPr>
          <a:xfrm>
            <a:off x="15163800" y="9258300"/>
            <a:ext cx="2601430" cy="720000"/>
          </a:xfrm>
          <a:prstGeom prst="rect">
            <a:avLst/>
          </a:prstGeom>
        </p:spPr>
      </p:pic>
      <p:grpSp>
        <p:nvGrpSpPr>
          <p:cNvPr id="12" name="组合 11"/>
          <p:cNvGrpSpPr/>
          <p:nvPr/>
        </p:nvGrpSpPr>
        <p:grpSpPr>
          <a:xfrm>
            <a:off x="32897" y="2473325"/>
            <a:ext cx="14836920" cy="6816090"/>
            <a:chOff x="2802" y="2430"/>
            <a:chExt cx="12933" cy="5941"/>
          </a:xfrm>
        </p:grpSpPr>
        <p:sp>
          <p:nvSpPr>
            <p:cNvPr id="3" name="任意多边形 2"/>
            <p:cNvSpPr/>
            <p:nvPr/>
          </p:nvSpPr>
          <p:spPr>
            <a:xfrm rot="16200000">
              <a:off x="1316" y="3915"/>
              <a:ext cx="5941" cy="2970"/>
            </a:xfrm>
            <a:custGeom>
              <a:avLst/>
              <a:gdLst>
                <a:gd name="connsiteX0" fmla="*/ 5103 w 5103"/>
                <a:gd name="connsiteY0" fmla="*/ 0 h 2551"/>
                <a:gd name="connsiteX1" fmla="*/ 2552 w 5103"/>
                <a:gd name="connsiteY1" fmla="*/ 2551 h 2551"/>
                <a:gd name="connsiteX2" fmla="*/ 0 w 5103"/>
                <a:gd name="connsiteY2" fmla="*/ 0 h 2551"/>
              </a:gdLst>
              <a:ahLst/>
              <a:cxnLst>
                <a:cxn ang="0">
                  <a:pos x="connsiteX0" y="connsiteY0"/>
                </a:cxn>
                <a:cxn ang="0">
                  <a:pos x="connsiteX1" y="connsiteY1"/>
                </a:cxn>
                <a:cxn ang="0">
                  <a:pos x="connsiteX2" y="connsiteY2"/>
                </a:cxn>
              </a:cxnLst>
              <a:rect l="l" t="t" r="r" b="b"/>
              <a:pathLst>
                <a:path w="5103" h="2551">
                  <a:moveTo>
                    <a:pt x="5103" y="0"/>
                  </a:moveTo>
                  <a:cubicBezTo>
                    <a:pt x="5103" y="1409"/>
                    <a:pt x="3961" y="2551"/>
                    <a:pt x="2552" y="2551"/>
                  </a:cubicBezTo>
                  <a:cubicBezTo>
                    <a:pt x="1142" y="2551"/>
                    <a:pt x="0" y="1409"/>
                    <a:pt x="0" y="0"/>
                  </a:cubicBezTo>
                </a:path>
              </a:pathLst>
            </a:custGeom>
            <a:noFill/>
            <a:ln w="31750">
              <a:solidFill>
                <a:srgbClr val="0070C0"/>
              </a:solidFill>
            </a:ln>
            <a:extLst>
              <a:ext uri="{909E8E84-426E-40DD-AFC4-6F175D3DCCD1}">
                <a14:hiddenFill xmlns:a14="http://schemas.microsoft.com/office/drawing/2010/main">
                  <a:solidFill>
                    <a:schemeClr val="accent2">
                      <a:lumMod val="40000"/>
                      <a:lumOff val="6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endParaRPr>
            </a:p>
          </p:txBody>
        </p:sp>
        <p:sp>
          <p:nvSpPr>
            <p:cNvPr id="4" name="椭圆 3"/>
            <p:cNvSpPr/>
            <p:nvPr/>
          </p:nvSpPr>
          <p:spPr>
            <a:xfrm>
              <a:off x="4112" y="2430"/>
              <a:ext cx="1360" cy="1360"/>
            </a:xfrm>
            <a:prstGeom prst="ellipse">
              <a:avLst/>
            </a:prstGeom>
            <a:solidFill>
              <a:srgbClr val="93CE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endParaRPr>
            </a:p>
          </p:txBody>
        </p:sp>
        <p:sp>
          <p:nvSpPr>
            <p:cNvPr id="5" name="椭圆 4"/>
            <p:cNvSpPr/>
            <p:nvPr/>
          </p:nvSpPr>
          <p:spPr>
            <a:xfrm>
              <a:off x="5093" y="4721"/>
              <a:ext cx="1360" cy="1360"/>
            </a:xfrm>
            <a:prstGeom prst="ellipse">
              <a:avLst/>
            </a:prstGeom>
            <a:solidFill>
              <a:srgbClr val="62B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endParaRPr>
            </a:p>
          </p:txBody>
        </p:sp>
        <p:sp>
          <p:nvSpPr>
            <p:cNvPr id="7" name="椭圆 6"/>
            <p:cNvSpPr/>
            <p:nvPr/>
          </p:nvSpPr>
          <p:spPr>
            <a:xfrm>
              <a:off x="4112" y="7011"/>
              <a:ext cx="1360" cy="1360"/>
            </a:xfrm>
            <a:prstGeom prst="ellipse">
              <a:avLst/>
            </a:prstGeom>
            <a:solidFill>
              <a:srgbClr val="369A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Regular" panose="020B0500000000000000" charset="-122"/>
                <a:ea typeface="思源黑体 CN Regular" panose="020B0500000000000000" charset="-122"/>
              </a:endParaRPr>
            </a:p>
          </p:txBody>
        </p:sp>
        <p:sp>
          <p:nvSpPr>
            <p:cNvPr id="11" name="文本框 10"/>
            <p:cNvSpPr txBox="1"/>
            <p:nvPr/>
          </p:nvSpPr>
          <p:spPr>
            <a:xfrm>
              <a:off x="5839" y="2527"/>
              <a:ext cx="9017" cy="1582"/>
            </a:xfrm>
            <a:prstGeom prst="rect">
              <a:avLst/>
            </a:prstGeom>
            <a:noFill/>
          </p:spPr>
          <p:txBody>
            <a:bodyPr wrap="square" rtlCol="0">
              <a:spAutoFit/>
            </a:bodyPr>
            <a:lstStyle/>
            <a:p>
              <a:pPr defTabSz="1217930" eaLnBrk="1" hangingPunct="1">
                <a:lnSpc>
                  <a:spcPct val="150000"/>
                </a:lnSpc>
                <a:spcBef>
                  <a:spcPct val="20000"/>
                </a:spcBef>
              </a:pPr>
              <a:r>
                <a:rPr lang="zh-CN" sz="3200" b="1" dirty="0">
                  <a:latin typeface="微软雅黑" panose="020B0503020204020204" charset="-122"/>
                  <a:ea typeface="微软雅黑" panose="020B0503020204020204" charset="-122"/>
                  <a:sym typeface="+mn-ea"/>
                </a:rPr>
                <a:t>请输入标题</a:t>
              </a:r>
            </a:p>
            <a:p>
              <a:pPr defTabSz="1217930" eaLnBrk="1" hangingPunct="1">
                <a:lnSpc>
                  <a:spcPct val="150000"/>
                </a:lnSpc>
                <a:spcBef>
                  <a:spcPct val="20000"/>
                </a:spcBef>
              </a:pPr>
              <a:r>
                <a:rPr lang="zh-CN" sz="2000" dirty="0">
                  <a:latin typeface="微软雅黑" panose="020B0503020204020204" charset="-122"/>
                  <a:ea typeface="微软雅黑" panose="020B0503020204020204" charset="-122"/>
                  <a:sym typeface="+mn-ea"/>
                </a:rPr>
                <a:t>请输入内容请输入内容请输入内容请输入内容请输入内容请输入内容请输入内容请输入内容请输入内容请输入内容请输入内容请输入内容请输入内容请输入内容请输入内容</a:t>
              </a:r>
              <a:endParaRPr lang="zh-CN" altLang="en-US" sz="2000" dirty="0">
                <a:solidFill>
                  <a:schemeClr val="tx1"/>
                </a:solidFill>
                <a:latin typeface="微软雅黑" panose="020B0503020204020204" charset="-122"/>
                <a:ea typeface="微软雅黑" panose="020B0503020204020204" charset="-122"/>
                <a:cs typeface="Calibri Light" panose="020F0302020204030204" charset="0"/>
                <a:sym typeface="+mn-ea"/>
              </a:endParaRPr>
            </a:p>
          </p:txBody>
        </p:sp>
        <p:sp>
          <p:nvSpPr>
            <p:cNvPr id="8" name="文本框 7"/>
            <p:cNvSpPr txBox="1"/>
            <p:nvPr/>
          </p:nvSpPr>
          <p:spPr>
            <a:xfrm>
              <a:off x="6718" y="4679"/>
              <a:ext cx="9017" cy="1582"/>
            </a:xfrm>
            <a:prstGeom prst="rect">
              <a:avLst/>
            </a:prstGeom>
            <a:noFill/>
          </p:spPr>
          <p:txBody>
            <a:bodyPr wrap="square" rtlCol="0">
              <a:spAutoFit/>
            </a:bodyPr>
            <a:lstStyle/>
            <a:p>
              <a:pPr defTabSz="1217930" eaLnBrk="1" hangingPunct="1">
                <a:lnSpc>
                  <a:spcPct val="150000"/>
                </a:lnSpc>
                <a:spcBef>
                  <a:spcPct val="20000"/>
                </a:spcBef>
              </a:pPr>
              <a:r>
                <a:rPr lang="zh-CN" sz="3200" b="1" dirty="0">
                  <a:latin typeface="微软雅黑" panose="020B0503020204020204" charset="-122"/>
                  <a:ea typeface="微软雅黑" panose="020B0503020204020204" charset="-122"/>
                  <a:sym typeface="+mn-ea"/>
                </a:rPr>
                <a:t>请输入标题</a:t>
              </a:r>
              <a:endParaRPr lang="zh-CN" sz="3200" dirty="0">
                <a:latin typeface="微软雅黑" panose="020B0503020204020204" charset="-122"/>
                <a:ea typeface="微软雅黑" panose="020B0503020204020204" charset="-122"/>
                <a:sym typeface="+mn-ea"/>
              </a:endParaRPr>
            </a:p>
            <a:p>
              <a:pPr defTabSz="1217930" eaLnBrk="1" hangingPunct="1">
                <a:lnSpc>
                  <a:spcPct val="150000"/>
                </a:lnSpc>
                <a:spcBef>
                  <a:spcPct val="20000"/>
                </a:spcBef>
              </a:pPr>
              <a:r>
                <a:rPr lang="zh-CN" sz="2000" dirty="0">
                  <a:latin typeface="微软雅黑" panose="020B0503020204020204" charset="-122"/>
                  <a:ea typeface="微软雅黑" panose="020B0503020204020204" charset="-122"/>
                  <a:sym typeface="+mn-ea"/>
                </a:rPr>
                <a:t>请输入内容请输入内容请输入内容请输入内容请输入内容请输入内容请输入内容请输入内容请输入内容请输入内容请输入内容请输入内容请输入内容请输入内容请输入内容</a:t>
              </a:r>
              <a:endParaRPr lang="zh-CN" altLang="en-US" sz="2000" dirty="0">
                <a:solidFill>
                  <a:schemeClr val="tx1"/>
                </a:solidFill>
                <a:latin typeface="微软雅黑" panose="020B0503020204020204" charset="-122"/>
                <a:ea typeface="微软雅黑" panose="020B0503020204020204" charset="-122"/>
                <a:cs typeface="Calibri Light" panose="020F0302020204030204" charset="0"/>
                <a:sym typeface="+mn-ea"/>
              </a:endParaRPr>
            </a:p>
          </p:txBody>
        </p:sp>
        <p:pic>
          <p:nvPicPr>
            <p:cNvPr id="10" name="图片 9" descr="20288679"/>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54" y="7353"/>
              <a:ext cx="676" cy="676"/>
            </a:xfrm>
            <a:prstGeom prst="rect">
              <a:avLst/>
            </a:prstGeom>
          </p:spPr>
        </p:pic>
        <p:pic>
          <p:nvPicPr>
            <p:cNvPr id="13" name="图片 12" descr="20288687"/>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72" y="5051"/>
              <a:ext cx="697" cy="697"/>
            </a:xfrm>
            <a:prstGeom prst="rect">
              <a:avLst/>
            </a:prstGeom>
          </p:spPr>
        </p:pic>
        <p:pic>
          <p:nvPicPr>
            <p:cNvPr id="14" name="图片 13" descr="20288703"/>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85" y="2676"/>
              <a:ext cx="814" cy="814"/>
            </a:xfrm>
            <a:prstGeom prst="rect">
              <a:avLst/>
            </a:prstGeom>
          </p:spPr>
        </p:pic>
      </p:grpSp>
      <p:sp>
        <p:nvSpPr>
          <p:cNvPr id="17" name="文本框 16"/>
          <p:cNvSpPr txBox="1"/>
          <p:nvPr/>
        </p:nvSpPr>
        <p:spPr>
          <a:xfrm>
            <a:off x="3504921" y="7522373"/>
            <a:ext cx="10344429" cy="1815023"/>
          </a:xfrm>
          <a:prstGeom prst="rect">
            <a:avLst/>
          </a:prstGeom>
          <a:noFill/>
        </p:spPr>
        <p:txBody>
          <a:bodyPr wrap="square" rtlCol="0">
            <a:spAutoFit/>
          </a:bodyPr>
          <a:lstStyle/>
          <a:p>
            <a:pPr defTabSz="1217930" eaLnBrk="1" hangingPunct="1">
              <a:lnSpc>
                <a:spcPct val="150000"/>
              </a:lnSpc>
              <a:spcBef>
                <a:spcPct val="20000"/>
              </a:spcBef>
            </a:pPr>
            <a:r>
              <a:rPr lang="zh-CN" sz="3200" b="1" dirty="0">
                <a:latin typeface="微软雅黑" panose="020B0503020204020204" charset="-122"/>
                <a:ea typeface="微软雅黑" panose="020B0503020204020204" charset="-122"/>
                <a:sym typeface="+mn-ea"/>
              </a:rPr>
              <a:t>请输入标题</a:t>
            </a:r>
          </a:p>
          <a:p>
            <a:pPr defTabSz="1217930" eaLnBrk="1" hangingPunct="1">
              <a:lnSpc>
                <a:spcPct val="150000"/>
              </a:lnSpc>
              <a:spcBef>
                <a:spcPct val="20000"/>
              </a:spcBef>
            </a:pPr>
            <a:r>
              <a:rPr lang="zh-CN" sz="2000" dirty="0">
                <a:latin typeface="微软雅黑" panose="020B0503020204020204" charset="-122"/>
                <a:ea typeface="微软雅黑" panose="020B0503020204020204" charset="-122"/>
                <a:sym typeface="+mn-ea"/>
              </a:rPr>
              <a:t>请输入内容请输入内容请输入内容请输入内容请输入内容请输入内容请输入内容请输入内容请输入内容请输入内容请输入内容请输入内容请输入内容请输入内容请输入内容</a:t>
            </a:r>
            <a:endParaRPr lang="zh-CN" altLang="en-US" sz="2000" dirty="0">
              <a:solidFill>
                <a:schemeClr val="tx1"/>
              </a:solidFill>
              <a:latin typeface="微软雅黑" panose="020B0503020204020204" charset="-122"/>
              <a:ea typeface="微软雅黑" panose="020B0503020204020204" charset="-122"/>
              <a:cs typeface="Calibri Light" panose="020F030202020403020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rot="840000">
            <a:off x="13344525" y="-9276715"/>
            <a:ext cx="14848840" cy="8211185"/>
            <a:chOff x="6352" y="-9238"/>
            <a:chExt cx="23384" cy="12931"/>
          </a:xfrm>
        </p:grpSpPr>
        <p:grpSp>
          <p:nvGrpSpPr>
            <p:cNvPr id="67" name="Group 5"/>
            <p:cNvGrpSpPr/>
            <p:nvPr/>
          </p:nvGrpSpPr>
          <p:grpSpPr>
            <a:xfrm rot="-5400000">
              <a:off x="12459" y="-13584"/>
              <a:ext cx="11898" cy="22657"/>
              <a:chOff x="0" y="0"/>
              <a:chExt cx="6350000" cy="6350000"/>
            </a:xfrm>
            <a:solidFill>
              <a:srgbClr val="AB96DB"/>
            </a:solidFill>
          </p:grpSpPr>
          <p:sp>
            <p:nvSpPr>
              <p:cNvPr id="68" name="Freeform 6"/>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69ACC"/>
              </a:solidFill>
            </p:spPr>
          </p:sp>
        </p:grpSp>
        <p:grpSp>
          <p:nvGrpSpPr>
            <p:cNvPr id="69" name="Group 9"/>
            <p:cNvGrpSpPr/>
            <p:nvPr/>
          </p:nvGrpSpPr>
          <p:grpSpPr>
            <a:xfrm rot="-5400000">
              <a:off x="11635" y="-14521"/>
              <a:ext cx="12090" cy="22657"/>
              <a:chOff x="0" y="0"/>
              <a:chExt cx="6350000" cy="6350000"/>
            </a:xfrm>
            <a:solidFill>
              <a:srgbClr val="EEDDF2"/>
            </a:solidFill>
          </p:grpSpPr>
          <p:sp>
            <p:nvSpPr>
              <p:cNvPr id="7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93CEDD"/>
              </a:solidFill>
            </p:spPr>
          </p:sp>
        </p:grpSp>
      </p:grpSp>
      <p:grpSp>
        <p:nvGrpSpPr>
          <p:cNvPr id="43" name="Group 43"/>
          <p:cNvGrpSpPr/>
          <p:nvPr/>
        </p:nvGrpSpPr>
        <p:grpSpPr>
          <a:xfrm>
            <a:off x="0" y="2440305"/>
            <a:ext cx="17782540" cy="6837680"/>
            <a:chOff x="0" y="0"/>
            <a:chExt cx="23709632" cy="10851242"/>
          </a:xfrm>
        </p:grpSpPr>
        <p:sp>
          <p:nvSpPr>
            <p:cNvPr id="44" name="Freeform 44"/>
            <p:cNvSpPr/>
            <p:nvPr/>
          </p:nvSpPr>
          <p:spPr>
            <a:xfrm>
              <a:off x="3175" y="3175"/>
              <a:ext cx="23703279" cy="10844911"/>
            </a:xfrm>
            <a:custGeom>
              <a:avLst/>
              <a:gdLst/>
              <a:ahLst/>
              <a:cxnLst/>
              <a:rect l="l" t="t" r="r" b="b"/>
              <a:pathLst>
                <a:path w="23703279" h="10844911">
                  <a:moveTo>
                    <a:pt x="0" y="0"/>
                  </a:moveTo>
                  <a:lnTo>
                    <a:pt x="18280887" y="0"/>
                  </a:lnTo>
                  <a:cubicBezTo>
                    <a:pt x="21275675" y="0"/>
                    <a:pt x="23703279" y="2427732"/>
                    <a:pt x="23703279" y="5422392"/>
                  </a:cubicBezTo>
                  <a:lnTo>
                    <a:pt x="23703279" y="5422392"/>
                  </a:lnTo>
                  <a:cubicBezTo>
                    <a:pt x="23703279" y="8417179"/>
                    <a:pt x="21275548" y="10844784"/>
                    <a:pt x="18280887" y="10844784"/>
                  </a:cubicBezTo>
                  <a:lnTo>
                    <a:pt x="0" y="10844911"/>
                  </a:lnTo>
                  <a:close/>
                </a:path>
              </a:pathLst>
            </a:custGeom>
            <a:solidFill>
              <a:srgbClr val="FFFFFF"/>
            </a:solidFill>
          </p:spPr>
        </p:sp>
        <p:sp>
          <p:nvSpPr>
            <p:cNvPr id="45" name="Freeform 45"/>
            <p:cNvSpPr/>
            <p:nvPr/>
          </p:nvSpPr>
          <p:spPr>
            <a:xfrm>
              <a:off x="0" y="0"/>
              <a:ext cx="23709629" cy="10851261"/>
            </a:xfrm>
            <a:custGeom>
              <a:avLst/>
              <a:gdLst/>
              <a:ahLst/>
              <a:cxnLst/>
              <a:rect l="l" t="t" r="r" b="b"/>
              <a:pathLst>
                <a:path w="23709629" h="10851261">
                  <a:moveTo>
                    <a:pt x="3175" y="0"/>
                  </a:moveTo>
                  <a:lnTo>
                    <a:pt x="18284062" y="0"/>
                  </a:lnTo>
                  <a:lnTo>
                    <a:pt x="18284062" y="3175"/>
                  </a:lnTo>
                  <a:lnTo>
                    <a:pt x="18284062" y="0"/>
                  </a:lnTo>
                  <a:cubicBezTo>
                    <a:pt x="21280501" y="0"/>
                    <a:pt x="23709629" y="2429129"/>
                    <a:pt x="23709629" y="5425567"/>
                  </a:cubicBezTo>
                  <a:cubicBezTo>
                    <a:pt x="23709629" y="5427345"/>
                    <a:pt x="23708232" y="5428742"/>
                    <a:pt x="23706454" y="5428742"/>
                  </a:cubicBezTo>
                  <a:lnTo>
                    <a:pt x="23706454" y="5428742"/>
                  </a:lnTo>
                  <a:lnTo>
                    <a:pt x="23706454" y="5425567"/>
                  </a:lnTo>
                  <a:lnTo>
                    <a:pt x="23709629" y="5425567"/>
                  </a:lnTo>
                  <a:cubicBezTo>
                    <a:pt x="23709629" y="8422005"/>
                    <a:pt x="21280500" y="10851134"/>
                    <a:pt x="18284062" y="10851134"/>
                  </a:cubicBezTo>
                  <a:lnTo>
                    <a:pt x="18284062" y="10851134"/>
                  </a:lnTo>
                  <a:lnTo>
                    <a:pt x="3175" y="10851261"/>
                  </a:lnTo>
                  <a:cubicBezTo>
                    <a:pt x="1397" y="10851261"/>
                    <a:pt x="0" y="10849864"/>
                    <a:pt x="0" y="10848086"/>
                  </a:cubicBezTo>
                  <a:lnTo>
                    <a:pt x="0" y="3175"/>
                  </a:lnTo>
                  <a:cubicBezTo>
                    <a:pt x="0" y="1397"/>
                    <a:pt x="1397" y="0"/>
                    <a:pt x="3175" y="0"/>
                  </a:cubicBezTo>
                  <a:moveTo>
                    <a:pt x="3175" y="6350"/>
                  </a:moveTo>
                  <a:lnTo>
                    <a:pt x="3175" y="3175"/>
                  </a:lnTo>
                  <a:lnTo>
                    <a:pt x="6350" y="3175"/>
                  </a:lnTo>
                  <a:lnTo>
                    <a:pt x="6350" y="10848086"/>
                  </a:lnTo>
                  <a:lnTo>
                    <a:pt x="3175" y="10848086"/>
                  </a:lnTo>
                  <a:lnTo>
                    <a:pt x="3175" y="10844911"/>
                  </a:lnTo>
                  <a:lnTo>
                    <a:pt x="18284062" y="10844911"/>
                  </a:lnTo>
                  <a:lnTo>
                    <a:pt x="18284062" y="10848086"/>
                  </a:lnTo>
                  <a:lnTo>
                    <a:pt x="18284062" y="10844911"/>
                  </a:lnTo>
                  <a:cubicBezTo>
                    <a:pt x="21277072" y="10844911"/>
                    <a:pt x="23703279" y="8418576"/>
                    <a:pt x="23703279" y="5425694"/>
                  </a:cubicBezTo>
                  <a:cubicBezTo>
                    <a:pt x="23703279" y="5423916"/>
                    <a:pt x="23704676" y="5422519"/>
                    <a:pt x="23706454" y="5422519"/>
                  </a:cubicBezTo>
                  <a:lnTo>
                    <a:pt x="23706454" y="5422519"/>
                  </a:lnTo>
                  <a:lnTo>
                    <a:pt x="23706454" y="5425694"/>
                  </a:lnTo>
                  <a:lnTo>
                    <a:pt x="23703279" y="5425694"/>
                  </a:lnTo>
                  <a:cubicBezTo>
                    <a:pt x="23703280" y="2432685"/>
                    <a:pt x="21276945" y="6350"/>
                    <a:pt x="18284062" y="6350"/>
                  </a:cubicBezTo>
                  <a:lnTo>
                    <a:pt x="3175" y="6350"/>
                  </a:lnTo>
                  <a:close/>
                </a:path>
              </a:pathLst>
            </a:custGeom>
            <a:solidFill>
              <a:srgbClr val="0058E0"/>
            </a:solidFill>
          </p:spPr>
        </p:sp>
      </p:grpSp>
      <p:grpSp>
        <p:nvGrpSpPr>
          <p:cNvPr id="76" name="组合 75"/>
          <p:cNvGrpSpPr/>
          <p:nvPr/>
        </p:nvGrpSpPr>
        <p:grpSpPr>
          <a:xfrm>
            <a:off x="457200" y="419100"/>
            <a:ext cx="5464175" cy="1480820"/>
            <a:chOff x="960" y="1980"/>
            <a:chExt cx="9080" cy="2720"/>
          </a:xfrm>
        </p:grpSpPr>
        <p:grpSp>
          <p:nvGrpSpPr>
            <p:cNvPr id="75" name="组合 74"/>
            <p:cNvGrpSpPr/>
            <p:nvPr/>
          </p:nvGrpSpPr>
          <p:grpSpPr>
            <a:xfrm>
              <a:off x="960" y="1980"/>
              <a:ext cx="9080" cy="2720"/>
              <a:chOff x="960" y="1980"/>
              <a:chExt cx="9080" cy="2720"/>
            </a:xfrm>
          </p:grpSpPr>
          <p:sp>
            <p:nvSpPr>
              <p:cNvPr id="73" name="椭圆 72"/>
              <p:cNvSpPr/>
              <p:nvPr/>
            </p:nvSpPr>
            <p:spPr>
              <a:xfrm>
                <a:off x="960" y="1980"/>
                <a:ext cx="8760" cy="2400"/>
              </a:xfrm>
              <a:prstGeom prst="ellipse">
                <a:avLst/>
              </a:prstGeom>
              <a:solidFill>
                <a:srgbClr val="93CEDD">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280" y="2300"/>
                <a:ext cx="8760" cy="2400"/>
              </a:xfrm>
              <a:prstGeom prst="ellipse">
                <a:avLst/>
              </a:prstGeom>
              <a:noFill/>
              <a:ln>
                <a:solidFill>
                  <a:srgbClr val="369A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TextBox 65"/>
            <p:cNvSpPr txBox="1"/>
            <p:nvPr/>
          </p:nvSpPr>
          <p:spPr>
            <a:xfrm>
              <a:off x="2176" y="2533"/>
              <a:ext cx="6600" cy="1554"/>
            </a:xfrm>
            <a:prstGeom prst="rect">
              <a:avLst/>
            </a:prstGeom>
          </p:spPr>
          <p:txBody>
            <a:bodyPr wrap="square" lIns="0" tIns="0" rIns="0" bIns="0" rtlCol="0" anchor="t">
              <a:spAutoFit/>
            </a:bodyPr>
            <a:lstStyle/>
            <a:p>
              <a:pPr algn="ctr">
                <a:lnSpc>
                  <a:spcPts val="6600"/>
                </a:lnSpc>
              </a:pPr>
              <a:r>
                <a:rPr lang="zh-CN" altLang="en-US" sz="4800" b="1">
                  <a:solidFill>
                    <a:srgbClr val="0070C0"/>
                  </a:solidFill>
                  <a:latin typeface="微软雅黑" panose="020B0503020204020204" charset="-122"/>
                  <a:ea typeface="微软雅黑" panose="020B0503020204020204" charset="-122"/>
                </a:rPr>
                <a:t>单击添加标题</a:t>
              </a:r>
            </a:p>
          </p:txBody>
        </p:sp>
      </p:grpSp>
      <p:pic>
        <p:nvPicPr>
          <p:cNvPr id="72"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4440000" flipH="1">
            <a:off x="14828520" y="-2236470"/>
            <a:ext cx="4131945" cy="4114800"/>
          </a:xfrm>
          <a:prstGeom prst="rect">
            <a:avLst/>
          </a:prstGeom>
        </p:spPr>
      </p:pic>
      <p:grpSp>
        <p:nvGrpSpPr>
          <p:cNvPr id="52" name="Group 52"/>
          <p:cNvGrpSpPr/>
          <p:nvPr/>
        </p:nvGrpSpPr>
        <p:grpSpPr>
          <a:xfrm>
            <a:off x="609600" y="5524500"/>
            <a:ext cx="14324330" cy="2888363"/>
            <a:chOff x="0" y="0"/>
            <a:chExt cx="16788831" cy="3743579"/>
          </a:xfrm>
        </p:grpSpPr>
        <p:grpSp>
          <p:nvGrpSpPr>
            <p:cNvPr id="4" name="Group 53"/>
            <p:cNvGrpSpPr>
              <a:grpSpLocks noChangeAspect="1"/>
            </p:cNvGrpSpPr>
            <p:nvPr/>
          </p:nvGrpSpPr>
          <p:grpSpPr>
            <a:xfrm>
              <a:off x="734020" y="0"/>
              <a:ext cx="15998256" cy="3401076"/>
              <a:chOff x="0" y="0"/>
              <a:chExt cx="15998256" cy="3401076"/>
            </a:xfrm>
          </p:grpSpPr>
          <p:sp>
            <p:nvSpPr>
              <p:cNvPr id="5" name="Freeform 54"/>
              <p:cNvSpPr/>
              <p:nvPr/>
            </p:nvSpPr>
            <p:spPr>
              <a:xfrm>
                <a:off x="-6350" y="0"/>
                <a:ext cx="16010956" cy="3401076"/>
              </a:xfrm>
              <a:custGeom>
                <a:avLst/>
                <a:gdLst/>
                <a:ahLst/>
                <a:cxnLst/>
                <a:rect l="l" t="t" r="r" b="b"/>
                <a:pathLst>
                  <a:path w="16010956" h="3401076">
                    <a:moveTo>
                      <a:pt x="0" y="0"/>
                    </a:moveTo>
                    <a:lnTo>
                      <a:pt x="12700" y="0"/>
                    </a:lnTo>
                    <a:lnTo>
                      <a:pt x="12700" y="3401076"/>
                    </a:lnTo>
                    <a:lnTo>
                      <a:pt x="0" y="3401076"/>
                    </a:lnTo>
                    <a:close/>
                    <a:moveTo>
                      <a:pt x="3199651" y="0"/>
                    </a:moveTo>
                    <a:lnTo>
                      <a:pt x="3212351" y="0"/>
                    </a:lnTo>
                    <a:lnTo>
                      <a:pt x="3212351" y="3401076"/>
                    </a:lnTo>
                    <a:lnTo>
                      <a:pt x="3199651" y="3401076"/>
                    </a:lnTo>
                    <a:close/>
                    <a:moveTo>
                      <a:pt x="6399302" y="0"/>
                    </a:moveTo>
                    <a:lnTo>
                      <a:pt x="6412002" y="0"/>
                    </a:lnTo>
                    <a:lnTo>
                      <a:pt x="6412002" y="3401076"/>
                    </a:lnTo>
                    <a:lnTo>
                      <a:pt x="6399302" y="3401076"/>
                    </a:lnTo>
                    <a:close/>
                    <a:moveTo>
                      <a:pt x="9598954" y="0"/>
                    </a:moveTo>
                    <a:lnTo>
                      <a:pt x="9611654" y="0"/>
                    </a:lnTo>
                    <a:lnTo>
                      <a:pt x="9611654" y="3401076"/>
                    </a:lnTo>
                    <a:lnTo>
                      <a:pt x="9598954" y="3401076"/>
                    </a:lnTo>
                    <a:close/>
                    <a:moveTo>
                      <a:pt x="12798605" y="0"/>
                    </a:moveTo>
                    <a:lnTo>
                      <a:pt x="12811305" y="0"/>
                    </a:lnTo>
                    <a:lnTo>
                      <a:pt x="12811305" y="3401076"/>
                    </a:lnTo>
                    <a:lnTo>
                      <a:pt x="12798605" y="3401076"/>
                    </a:lnTo>
                    <a:close/>
                    <a:moveTo>
                      <a:pt x="15998256" y="0"/>
                    </a:moveTo>
                    <a:lnTo>
                      <a:pt x="16010956" y="0"/>
                    </a:lnTo>
                    <a:lnTo>
                      <a:pt x="16010956" y="3401076"/>
                    </a:lnTo>
                    <a:lnTo>
                      <a:pt x="15998256" y="3401076"/>
                    </a:lnTo>
                    <a:close/>
                  </a:path>
                </a:pathLst>
              </a:custGeom>
              <a:solidFill>
                <a:srgbClr val="222222">
                  <a:alpha val="24706"/>
                </a:srgbClr>
              </a:solidFill>
            </p:spPr>
          </p:sp>
        </p:grpSp>
        <p:sp>
          <p:nvSpPr>
            <p:cNvPr id="9" name="TextBox 55"/>
            <p:cNvSpPr txBox="1"/>
            <p:nvPr/>
          </p:nvSpPr>
          <p:spPr>
            <a:xfrm>
              <a:off x="677466" y="3464576"/>
              <a:ext cx="113109" cy="279003"/>
            </a:xfrm>
            <a:prstGeom prst="rect">
              <a:avLst/>
            </a:prstGeom>
          </p:spPr>
          <p:txBody>
            <a:bodyPr lIns="0" tIns="0" rIns="0" bIns="0" rtlCol="0" anchor="t">
              <a:spAutoFit/>
            </a:bodyPr>
            <a:lstStyle/>
            <a:p>
              <a:pPr algn="ctr">
                <a:lnSpc>
                  <a:spcPts val="1680"/>
                </a:lnSpc>
              </a:pPr>
              <a:r>
                <a:rPr lang="en-US" sz="1200">
                  <a:solidFill>
                    <a:srgbClr val="000000"/>
                  </a:solidFill>
                  <a:latin typeface="Arimo" panose="020B0604020202020204"/>
                </a:rPr>
                <a:t>0</a:t>
              </a:r>
            </a:p>
          </p:txBody>
        </p:sp>
        <p:sp>
          <p:nvSpPr>
            <p:cNvPr id="10" name="TextBox 56"/>
            <p:cNvSpPr txBox="1"/>
            <p:nvPr/>
          </p:nvSpPr>
          <p:spPr>
            <a:xfrm>
              <a:off x="3877117" y="3464576"/>
              <a:ext cx="113109" cy="279003"/>
            </a:xfrm>
            <a:prstGeom prst="rect">
              <a:avLst/>
            </a:prstGeom>
          </p:spPr>
          <p:txBody>
            <a:bodyPr lIns="0" tIns="0" rIns="0" bIns="0" rtlCol="0" anchor="t">
              <a:spAutoFit/>
            </a:bodyPr>
            <a:lstStyle/>
            <a:p>
              <a:pPr algn="ctr">
                <a:lnSpc>
                  <a:spcPts val="1680"/>
                </a:lnSpc>
              </a:pPr>
              <a:r>
                <a:rPr lang="en-US" sz="1200">
                  <a:solidFill>
                    <a:srgbClr val="000000"/>
                  </a:solidFill>
                  <a:latin typeface="Arimo" panose="020B0604020202020204"/>
                </a:rPr>
                <a:t>1</a:t>
              </a:r>
            </a:p>
          </p:txBody>
        </p:sp>
        <p:sp>
          <p:nvSpPr>
            <p:cNvPr id="57" name="TextBox 57"/>
            <p:cNvSpPr txBox="1"/>
            <p:nvPr/>
          </p:nvSpPr>
          <p:spPr>
            <a:xfrm>
              <a:off x="7076768" y="3464576"/>
              <a:ext cx="113109" cy="279003"/>
            </a:xfrm>
            <a:prstGeom prst="rect">
              <a:avLst/>
            </a:prstGeom>
          </p:spPr>
          <p:txBody>
            <a:bodyPr lIns="0" tIns="0" rIns="0" bIns="0" rtlCol="0" anchor="t">
              <a:spAutoFit/>
            </a:bodyPr>
            <a:lstStyle/>
            <a:p>
              <a:pPr algn="ctr">
                <a:lnSpc>
                  <a:spcPts val="1680"/>
                </a:lnSpc>
              </a:pPr>
              <a:r>
                <a:rPr lang="en-US" sz="1200">
                  <a:solidFill>
                    <a:srgbClr val="000000"/>
                  </a:solidFill>
                  <a:latin typeface="Arimo" panose="020B0604020202020204"/>
                </a:rPr>
                <a:t>2</a:t>
              </a:r>
            </a:p>
          </p:txBody>
        </p:sp>
        <p:sp>
          <p:nvSpPr>
            <p:cNvPr id="58" name="TextBox 58"/>
            <p:cNvSpPr txBox="1"/>
            <p:nvPr/>
          </p:nvSpPr>
          <p:spPr>
            <a:xfrm>
              <a:off x="10276419" y="3464576"/>
              <a:ext cx="113109" cy="279003"/>
            </a:xfrm>
            <a:prstGeom prst="rect">
              <a:avLst/>
            </a:prstGeom>
          </p:spPr>
          <p:txBody>
            <a:bodyPr lIns="0" tIns="0" rIns="0" bIns="0" rtlCol="0" anchor="t">
              <a:spAutoFit/>
            </a:bodyPr>
            <a:lstStyle/>
            <a:p>
              <a:pPr algn="ctr">
                <a:lnSpc>
                  <a:spcPts val="1680"/>
                </a:lnSpc>
              </a:pPr>
              <a:r>
                <a:rPr lang="en-US" sz="1200">
                  <a:solidFill>
                    <a:srgbClr val="000000"/>
                  </a:solidFill>
                  <a:latin typeface="Arimo" panose="020B0604020202020204"/>
                </a:rPr>
                <a:t>3</a:t>
              </a:r>
            </a:p>
          </p:txBody>
        </p:sp>
        <p:sp>
          <p:nvSpPr>
            <p:cNvPr id="11" name="TextBox 59"/>
            <p:cNvSpPr txBox="1"/>
            <p:nvPr/>
          </p:nvSpPr>
          <p:spPr>
            <a:xfrm>
              <a:off x="13476070" y="3464576"/>
              <a:ext cx="113109" cy="279003"/>
            </a:xfrm>
            <a:prstGeom prst="rect">
              <a:avLst/>
            </a:prstGeom>
          </p:spPr>
          <p:txBody>
            <a:bodyPr lIns="0" tIns="0" rIns="0" bIns="0" rtlCol="0" anchor="t">
              <a:spAutoFit/>
            </a:bodyPr>
            <a:lstStyle/>
            <a:p>
              <a:pPr algn="ctr">
                <a:lnSpc>
                  <a:spcPts val="1680"/>
                </a:lnSpc>
              </a:pPr>
              <a:r>
                <a:rPr lang="en-US" sz="1200">
                  <a:solidFill>
                    <a:srgbClr val="000000"/>
                  </a:solidFill>
                  <a:latin typeface="Arimo" panose="020B0604020202020204"/>
                </a:rPr>
                <a:t>4</a:t>
              </a:r>
            </a:p>
          </p:txBody>
        </p:sp>
        <p:sp>
          <p:nvSpPr>
            <p:cNvPr id="12" name="TextBox 60"/>
            <p:cNvSpPr txBox="1"/>
            <p:nvPr/>
          </p:nvSpPr>
          <p:spPr>
            <a:xfrm>
              <a:off x="16675722" y="3464576"/>
              <a:ext cx="113109" cy="279003"/>
            </a:xfrm>
            <a:prstGeom prst="rect">
              <a:avLst/>
            </a:prstGeom>
          </p:spPr>
          <p:txBody>
            <a:bodyPr lIns="0" tIns="0" rIns="0" bIns="0" rtlCol="0" anchor="t">
              <a:spAutoFit/>
            </a:bodyPr>
            <a:lstStyle/>
            <a:p>
              <a:pPr algn="ctr">
                <a:lnSpc>
                  <a:spcPts val="1680"/>
                </a:lnSpc>
              </a:pPr>
              <a:r>
                <a:rPr lang="en-US" sz="1200">
                  <a:solidFill>
                    <a:srgbClr val="000000"/>
                  </a:solidFill>
                  <a:latin typeface="Arimo" panose="020B0604020202020204"/>
                </a:rPr>
                <a:t>5</a:t>
              </a:r>
            </a:p>
          </p:txBody>
        </p:sp>
        <p:sp>
          <p:nvSpPr>
            <p:cNvPr id="13" name="TextBox 61"/>
            <p:cNvSpPr txBox="1"/>
            <p:nvPr/>
          </p:nvSpPr>
          <p:spPr>
            <a:xfrm>
              <a:off x="0" y="100352"/>
              <a:ext cx="632420" cy="279003"/>
            </a:xfrm>
            <a:prstGeom prst="rect">
              <a:avLst/>
            </a:prstGeom>
          </p:spPr>
          <p:txBody>
            <a:bodyPr lIns="0" tIns="0" rIns="0" bIns="0" rtlCol="0" anchor="t">
              <a:spAutoFit/>
            </a:bodyPr>
            <a:lstStyle/>
            <a:p>
              <a:pPr algn="r">
                <a:lnSpc>
                  <a:spcPts val="1680"/>
                </a:lnSpc>
              </a:pPr>
              <a:r>
                <a:rPr lang="en-US" sz="1200">
                  <a:solidFill>
                    <a:srgbClr val="000000"/>
                  </a:solidFill>
                  <a:ea typeface="Arimo" panose="020B0604020202020204"/>
                </a:rPr>
                <a:t>类别 4 </a:t>
              </a:r>
            </a:p>
          </p:txBody>
        </p:sp>
        <p:sp>
          <p:nvSpPr>
            <p:cNvPr id="14" name="TextBox 62"/>
            <p:cNvSpPr txBox="1"/>
            <p:nvPr/>
          </p:nvSpPr>
          <p:spPr>
            <a:xfrm>
              <a:off x="0" y="1062156"/>
              <a:ext cx="632420" cy="279003"/>
            </a:xfrm>
            <a:prstGeom prst="rect">
              <a:avLst/>
            </a:prstGeom>
          </p:spPr>
          <p:txBody>
            <a:bodyPr lIns="0" tIns="0" rIns="0" bIns="0" rtlCol="0" anchor="t">
              <a:spAutoFit/>
            </a:bodyPr>
            <a:lstStyle/>
            <a:p>
              <a:pPr algn="r">
                <a:lnSpc>
                  <a:spcPts val="1680"/>
                </a:lnSpc>
              </a:pPr>
              <a:r>
                <a:rPr lang="en-US" sz="1200">
                  <a:solidFill>
                    <a:srgbClr val="000000"/>
                  </a:solidFill>
                  <a:ea typeface="Arimo" panose="020B0604020202020204"/>
                </a:rPr>
                <a:t>类别 3 </a:t>
              </a:r>
            </a:p>
          </p:txBody>
        </p:sp>
        <p:sp>
          <p:nvSpPr>
            <p:cNvPr id="15" name="TextBox 63"/>
            <p:cNvSpPr txBox="1"/>
            <p:nvPr/>
          </p:nvSpPr>
          <p:spPr>
            <a:xfrm>
              <a:off x="0" y="2023960"/>
              <a:ext cx="632420" cy="279003"/>
            </a:xfrm>
            <a:prstGeom prst="rect">
              <a:avLst/>
            </a:prstGeom>
          </p:spPr>
          <p:txBody>
            <a:bodyPr lIns="0" tIns="0" rIns="0" bIns="0" rtlCol="0" anchor="t">
              <a:spAutoFit/>
            </a:bodyPr>
            <a:lstStyle/>
            <a:p>
              <a:pPr algn="r">
                <a:lnSpc>
                  <a:spcPts val="1680"/>
                </a:lnSpc>
              </a:pPr>
              <a:r>
                <a:rPr lang="en-US" sz="1200">
                  <a:solidFill>
                    <a:srgbClr val="000000"/>
                  </a:solidFill>
                  <a:ea typeface="Arimo" panose="020B0604020202020204"/>
                </a:rPr>
                <a:t>类别 2 </a:t>
              </a:r>
            </a:p>
          </p:txBody>
        </p:sp>
        <p:sp>
          <p:nvSpPr>
            <p:cNvPr id="16" name="TextBox 64"/>
            <p:cNvSpPr txBox="1"/>
            <p:nvPr/>
          </p:nvSpPr>
          <p:spPr>
            <a:xfrm>
              <a:off x="0" y="2985764"/>
              <a:ext cx="632420" cy="279003"/>
            </a:xfrm>
            <a:prstGeom prst="rect">
              <a:avLst/>
            </a:prstGeom>
          </p:spPr>
          <p:txBody>
            <a:bodyPr lIns="0" tIns="0" rIns="0" bIns="0" rtlCol="0" anchor="t">
              <a:spAutoFit/>
            </a:bodyPr>
            <a:lstStyle/>
            <a:p>
              <a:pPr algn="r">
                <a:lnSpc>
                  <a:spcPts val="1680"/>
                </a:lnSpc>
              </a:pPr>
              <a:r>
                <a:rPr lang="en-US" sz="1200">
                  <a:solidFill>
                    <a:srgbClr val="000000"/>
                  </a:solidFill>
                  <a:ea typeface="Arimo" panose="020B0604020202020204"/>
                </a:rPr>
                <a:t>类别 1 </a:t>
              </a:r>
            </a:p>
          </p:txBody>
        </p:sp>
        <p:grpSp>
          <p:nvGrpSpPr>
            <p:cNvPr id="17" name="Group 65"/>
            <p:cNvGrpSpPr>
              <a:grpSpLocks noChangeAspect="1"/>
            </p:cNvGrpSpPr>
            <p:nvPr/>
          </p:nvGrpSpPr>
          <p:grpSpPr>
            <a:xfrm>
              <a:off x="734020" y="0"/>
              <a:ext cx="14404780" cy="3401076"/>
              <a:chOff x="0" y="0"/>
              <a:chExt cx="14404780" cy="3401076"/>
            </a:xfrm>
          </p:grpSpPr>
          <p:sp>
            <p:nvSpPr>
              <p:cNvPr id="66" name="Freeform 66"/>
              <p:cNvSpPr/>
              <p:nvPr/>
            </p:nvSpPr>
            <p:spPr>
              <a:xfrm>
                <a:off x="0" y="0"/>
                <a:ext cx="8962975" cy="245132"/>
              </a:xfrm>
              <a:custGeom>
                <a:avLst/>
                <a:gdLst/>
                <a:ahLst/>
                <a:cxnLst/>
                <a:rect l="l" t="t" r="r" b="b"/>
                <a:pathLst>
                  <a:path w="8962975" h="245132">
                    <a:moveTo>
                      <a:pt x="0" y="0"/>
                    </a:moveTo>
                    <a:lnTo>
                      <a:pt x="8943364" y="0"/>
                    </a:lnTo>
                    <a:cubicBezTo>
                      <a:pt x="8954195" y="0"/>
                      <a:pt x="8962975" y="8780"/>
                      <a:pt x="8962975" y="19611"/>
                    </a:cubicBezTo>
                    <a:lnTo>
                      <a:pt x="8962975" y="225521"/>
                    </a:lnTo>
                    <a:cubicBezTo>
                      <a:pt x="8962975" y="236352"/>
                      <a:pt x="8954195" y="245132"/>
                      <a:pt x="8943364" y="245132"/>
                    </a:cubicBezTo>
                    <a:lnTo>
                      <a:pt x="0" y="245132"/>
                    </a:lnTo>
                    <a:close/>
                  </a:path>
                </a:pathLst>
              </a:custGeom>
              <a:solidFill>
                <a:srgbClr val="93CEDD"/>
              </a:solidFill>
            </p:spPr>
          </p:sp>
          <p:sp>
            <p:nvSpPr>
              <p:cNvPr id="18" name="Freeform 67"/>
              <p:cNvSpPr/>
              <p:nvPr/>
            </p:nvSpPr>
            <p:spPr>
              <a:xfrm>
                <a:off x="0" y="1063404"/>
                <a:ext cx="5762638" cy="245132"/>
              </a:xfrm>
              <a:custGeom>
                <a:avLst/>
                <a:gdLst/>
                <a:ahLst/>
                <a:cxnLst/>
                <a:rect l="l" t="t" r="r" b="b"/>
                <a:pathLst>
                  <a:path w="5762638" h="245132">
                    <a:moveTo>
                      <a:pt x="0" y="0"/>
                    </a:moveTo>
                    <a:lnTo>
                      <a:pt x="5743027" y="0"/>
                    </a:lnTo>
                    <a:cubicBezTo>
                      <a:pt x="5753858" y="0"/>
                      <a:pt x="5762638" y="8780"/>
                      <a:pt x="5762638" y="19611"/>
                    </a:cubicBezTo>
                    <a:lnTo>
                      <a:pt x="5762638" y="225521"/>
                    </a:lnTo>
                    <a:cubicBezTo>
                      <a:pt x="5762638" y="236352"/>
                      <a:pt x="5753858" y="245132"/>
                      <a:pt x="5743027" y="245132"/>
                    </a:cubicBezTo>
                    <a:lnTo>
                      <a:pt x="0" y="245132"/>
                    </a:lnTo>
                    <a:close/>
                  </a:path>
                </a:pathLst>
              </a:custGeom>
              <a:solidFill>
                <a:srgbClr val="93CEDD"/>
              </a:solidFill>
            </p:spPr>
          </p:sp>
          <p:sp>
            <p:nvSpPr>
              <p:cNvPr id="19" name="Freeform 68"/>
              <p:cNvSpPr/>
              <p:nvPr/>
            </p:nvSpPr>
            <p:spPr>
              <a:xfrm>
                <a:off x="0" y="1923608"/>
                <a:ext cx="14084815" cy="245132"/>
              </a:xfrm>
              <a:custGeom>
                <a:avLst/>
                <a:gdLst/>
                <a:ahLst/>
                <a:cxnLst/>
                <a:rect l="l" t="t" r="r" b="b"/>
                <a:pathLst>
                  <a:path w="14084815" h="245132">
                    <a:moveTo>
                      <a:pt x="0" y="0"/>
                    </a:moveTo>
                    <a:lnTo>
                      <a:pt x="14065205" y="0"/>
                    </a:lnTo>
                    <a:cubicBezTo>
                      <a:pt x="14076035" y="1"/>
                      <a:pt x="14084815" y="8780"/>
                      <a:pt x="14084815" y="19611"/>
                    </a:cubicBezTo>
                    <a:lnTo>
                      <a:pt x="14084815" y="225521"/>
                    </a:lnTo>
                    <a:cubicBezTo>
                      <a:pt x="14084815" y="236352"/>
                      <a:pt x="14076035" y="245132"/>
                      <a:pt x="14065205" y="245132"/>
                    </a:cubicBezTo>
                    <a:lnTo>
                      <a:pt x="0" y="245132"/>
                    </a:lnTo>
                    <a:close/>
                  </a:path>
                </a:pathLst>
              </a:custGeom>
              <a:solidFill>
                <a:srgbClr val="93CEDD"/>
              </a:solidFill>
            </p:spPr>
          </p:sp>
          <p:sp>
            <p:nvSpPr>
              <p:cNvPr id="20" name="Freeform 69"/>
              <p:cNvSpPr/>
              <p:nvPr/>
            </p:nvSpPr>
            <p:spPr>
              <a:xfrm>
                <a:off x="0" y="2987012"/>
                <a:ext cx="7682707" cy="245132"/>
              </a:xfrm>
              <a:custGeom>
                <a:avLst/>
                <a:gdLst/>
                <a:ahLst/>
                <a:cxnLst/>
                <a:rect l="l" t="t" r="r" b="b"/>
                <a:pathLst>
                  <a:path w="7682707" h="245132">
                    <a:moveTo>
                      <a:pt x="0" y="0"/>
                    </a:moveTo>
                    <a:lnTo>
                      <a:pt x="7663097" y="0"/>
                    </a:lnTo>
                    <a:cubicBezTo>
                      <a:pt x="7673927" y="0"/>
                      <a:pt x="7682707" y="8780"/>
                      <a:pt x="7682707" y="19611"/>
                    </a:cubicBezTo>
                    <a:lnTo>
                      <a:pt x="7682707" y="225522"/>
                    </a:lnTo>
                    <a:cubicBezTo>
                      <a:pt x="7682707" y="236352"/>
                      <a:pt x="7673927" y="245132"/>
                      <a:pt x="7663097" y="245132"/>
                    </a:cubicBezTo>
                    <a:lnTo>
                      <a:pt x="0" y="245132"/>
                    </a:lnTo>
                    <a:close/>
                  </a:path>
                </a:pathLst>
              </a:custGeom>
              <a:solidFill>
                <a:srgbClr val="93CEDD"/>
              </a:solidFill>
            </p:spPr>
          </p:sp>
          <p:sp>
            <p:nvSpPr>
              <p:cNvPr id="21" name="Freeform 70"/>
              <p:cNvSpPr/>
              <p:nvPr/>
            </p:nvSpPr>
            <p:spPr>
              <a:xfrm>
                <a:off x="0" y="270532"/>
                <a:ext cx="14404780" cy="245132"/>
              </a:xfrm>
              <a:custGeom>
                <a:avLst/>
                <a:gdLst/>
                <a:ahLst/>
                <a:cxnLst/>
                <a:rect l="l" t="t" r="r" b="b"/>
                <a:pathLst>
                  <a:path w="14404780" h="245132">
                    <a:moveTo>
                      <a:pt x="0" y="0"/>
                    </a:moveTo>
                    <a:lnTo>
                      <a:pt x="14385170" y="0"/>
                    </a:lnTo>
                    <a:cubicBezTo>
                      <a:pt x="14396000" y="0"/>
                      <a:pt x="14404780" y="8780"/>
                      <a:pt x="14404780" y="19610"/>
                    </a:cubicBezTo>
                    <a:lnTo>
                      <a:pt x="14404780" y="225521"/>
                    </a:lnTo>
                    <a:cubicBezTo>
                      <a:pt x="14404780" y="236352"/>
                      <a:pt x="14396000" y="245131"/>
                      <a:pt x="14385170" y="245132"/>
                    </a:cubicBezTo>
                    <a:lnTo>
                      <a:pt x="0" y="245132"/>
                    </a:lnTo>
                    <a:close/>
                  </a:path>
                </a:pathLst>
              </a:custGeom>
              <a:solidFill>
                <a:srgbClr val="0070C0"/>
              </a:solidFill>
            </p:spPr>
          </p:sp>
          <p:sp>
            <p:nvSpPr>
              <p:cNvPr id="22" name="Freeform 71"/>
              <p:cNvSpPr/>
              <p:nvPr/>
            </p:nvSpPr>
            <p:spPr>
              <a:xfrm>
                <a:off x="0" y="1232336"/>
                <a:ext cx="11205129" cy="245132"/>
              </a:xfrm>
              <a:custGeom>
                <a:avLst/>
                <a:gdLst/>
                <a:ahLst/>
                <a:cxnLst/>
                <a:rect l="l" t="t" r="r" b="b"/>
                <a:pathLst>
                  <a:path w="11205129" h="245132">
                    <a:moveTo>
                      <a:pt x="0" y="0"/>
                    </a:moveTo>
                    <a:lnTo>
                      <a:pt x="11185519" y="0"/>
                    </a:lnTo>
                    <a:cubicBezTo>
                      <a:pt x="11196349" y="0"/>
                      <a:pt x="11205129" y="8780"/>
                      <a:pt x="11205129" y="19611"/>
                    </a:cubicBezTo>
                    <a:lnTo>
                      <a:pt x="11205129" y="225521"/>
                    </a:lnTo>
                    <a:cubicBezTo>
                      <a:pt x="11205129" y="236352"/>
                      <a:pt x="11196349" y="245132"/>
                      <a:pt x="11185519" y="245132"/>
                    </a:cubicBezTo>
                    <a:lnTo>
                      <a:pt x="0" y="245132"/>
                    </a:lnTo>
                    <a:close/>
                  </a:path>
                </a:pathLst>
              </a:custGeom>
              <a:solidFill>
                <a:srgbClr val="0070C0"/>
              </a:solidFill>
            </p:spPr>
          </p:sp>
          <p:sp>
            <p:nvSpPr>
              <p:cNvPr id="23" name="Freeform 72"/>
              <p:cNvSpPr/>
              <p:nvPr/>
            </p:nvSpPr>
            <p:spPr>
              <a:xfrm>
                <a:off x="0" y="2194140"/>
                <a:ext cx="8002736" cy="245132"/>
              </a:xfrm>
              <a:custGeom>
                <a:avLst/>
                <a:gdLst/>
                <a:ahLst/>
                <a:cxnLst/>
                <a:rect l="l" t="t" r="r" b="b"/>
                <a:pathLst>
                  <a:path w="8002736" h="245132">
                    <a:moveTo>
                      <a:pt x="0" y="0"/>
                    </a:moveTo>
                    <a:lnTo>
                      <a:pt x="7983125" y="0"/>
                    </a:lnTo>
                    <a:cubicBezTo>
                      <a:pt x="7988326" y="0"/>
                      <a:pt x="7993314" y="2066"/>
                      <a:pt x="7996992" y="5744"/>
                    </a:cubicBezTo>
                    <a:cubicBezTo>
                      <a:pt x="8000670" y="9421"/>
                      <a:pt x="8002736" y="14409"/>
                      <a:pt x="8002736" y="19611"/>
                    </a:cubicBezTo>
                    <a:lnTo>
                      <a:pt x="8002736" y="225521"/>
                    </a:lnTo>
                    <a:cubicBezTo>
                      <a:pt x="8002736" y="230723"/>
                      <a:pt x="8000670" y="235711"/>
                      <a:pt x="7996992" y="239388"/>
                    </a:cubicBezTo>
                    <a:cubicBezTo>
                      <a:pt x="7993314" y="243066"/>
                      <a:pt x="7988326" y="245132"/>
                      <a:pt x="7983125" y="245132"/>
                    </a:cubicBezTo>
                    <a:lnTo>
                      <a:pt x="0" y="245132"/>
                    </a:lnTo>
                    <a:close/>
                  </a:path>
                </a:pathLst>
              </a:custGeom>
              <a:solidFill>
                <a:srgbClr val="0070C0"/>
              </a:solidFill>
            </p:spPr>
          </p:sp>
          <p:sp>
            <p:nvSpPr>
              <p:cNvPr id="24" name="Freeform 73"/>
              <p:cNvSpPr/>
              <p:nvPr/>
            </p:nvSpPr>
            <p:spPr>
              <a:xfrm>
                <a:off x="0" y="3155944"/>
                <a:ext cx="13764850" cy="245132"/>
              </a:xfrm>
              <a:custGeom>
                <a:avLst/>
                <a:gdLst/>
                <a:ahLst/>
                <a:cxnLst/>
                <a:rect l="l" t="t" r="r" b="b"/>
                <a:pathLst>
                  <a:path w="13764850" h="245132">
                    <a:moveTo>
                      <a:pt x="0" y="0"/>
                    </a:moveTo>
                    <a:lnTo>
                      <a:pt x="13745240" y="0"/>
                    </a:lnTo>
                    <a:cubicBezTo>
                      <a:pt x="13756070" y="1"/>
                      <a:pt x="13764850" y="8780"/>
                      <a:pt x="13764850" y="19611"/>
                    </a:cubicBezTo>
                    <a:lnTo>
                      <a:pt x="13764850" y="225521"/>
                    </a:lnTo>
                    <a:cubicBezTo>
                      <a:pt x="13764850" y="236352"/>
                      <a:pt x="13756070" y="245132"/>
                      <a:pt x="13745240" y="245132"/>
                    </a:cubicBezTo>
                    <a:lnTo>
                      <a:pt x="0" y="245132"/>
                    </a:lnTo>
                    <a:close/>
                  </a:path>
                </a:pathLst>
              </a:custGeom>
              <a:solidFill>
                <a:srgbClr val="0070C0"/>
              </a:solidFill>
            </p:spPr>
          </p:sp>
        </p:grpSp>
      </p:grpSp>
      <p:grpSp>
        <p:nvGrpSpPr>
          <p:cNvPr id="50" name="Group 50"/>
          <p:cNvGrpSpPr/>
          <p:nvPr/>
        </p:nvGrpSpPr>
        <p:grpSpPr>
          <a:xfrm>
            <a:off x="609600" y="2953385"/>
            <a:ext cx="13787120" cy="1697990"/>
            <a:chOff x="0" y="0"/>
            <a:chExt cx="18383046" cy="4263384"/>
          </a:xfrm>
        </p:grpSpPr>
        <p:sp>
          <p:nvSpPr>
            <p:cNvPr id="51" name="Freeform 51"/>
            <p:cNvSpPr/>
            <p:nvPr/>
          </p:nvSpPr>
          <p:spPr>
            <a:xfrm>
              <a:off x="0" y="0"/>
              <a:ext cx="18382996" cy="4263390"/>
            </a:xfrm>
            <a:custGeom>
              <a:avLst/>
              <a:gdLst/>
              <a:ahLst/>
              <a:cxnLst/>
              <a:rect l="l" t="t" r="r" b="b"/>
              <a:pathLst>
                <a:path w="18382996" h="4263390">
                  <a:moveTo>
                    <a:pt x="0" y="558546"/>
                  </a:moveTo>
                  <a:cubicBezTo>
                    <a:pt x="0" y="250063"/>
                    <a:pt x="250063" y="0"/>
                    <a:pt x="558546" y="0"/>
                  </a:cubicBezTo>
                  <a:lnTo>
                    <a:pt x="17824450" y="0"/>
                  </a:lnTo>
                  <a:cubicBezTo>
                    <a:pt x="18132933" y="0"/>
                    <a:pt x="18382996" y="250063"/>
                    <a:pt x="18382996" y="558546"/>
                  </a:cubicBezTo>
                  <a:lnTo>
                    <a:pt x="18382996" y="3704844"/>
                  </a:lnTo>
                  <a:cubicBezTo>
                    <a:pt x="18382996" y="4013327"/>
                    <a:pt x="18132933" y="4263390"/>
                    <a:pt x="17824450" y="4263390"/>
                  </a:cubicBezTo>
                  <a:lnTo>
                    <a:pt x="558546" y="4263390"/>
                  </a:lnTo>
                  <a:cubicBezTo>
                    <a:pt x="250063" y="4263390"/>
                    <a:pt x="0" y="4013327"/>
                    <a:pt x="0" y="3704844"/>
                  </a:cubicBezTo>
                  <a:close/>
                </a:path>
              </a:pathLst>
            </a:custGeom>
            <a:solidFill>
              <a:srgbClr val="F8F8F8"/>
            </a:solidFill>
          </p:spPr>
        </p:sp>
      </p:grpSp>
      <p:grpSp>
        <p:nvGrpSpPr>
          <p:cNvPr id="62" name="组合 61"/>
          <p:cNvGrpSpPr/>
          <p:nvPr/>
        </p:nvGrpSpPr>
        <p:grpSpPr>
          <a:xfrm>
            <a:off x="1295400" y="3341053"/>
            <a:ext cx="7418705" cy="860425"/>
            <a:chOff x="6240" y="4921"/>
            <a:chExt cx="11683" cy="1355"/>
          </a:xfrm>
        </p:grpSpPr>
        <p:sp>
          <p:nvSpPr>
            <p:cNvPr id="63" name="文本框 62"/>
            <p:cNvSpPr txBox="1"/>
            <p:nvPr/>
          </p:nvSpPr>
          <p:spPr>
            <a:xfrm>
              <a:off x="6240" y="5091"/>
              <a:ext cx="4134" cy="1016"/>
            </a:xfrm>
            <a:prstGeom prst="rect">
              <a:avLst/>
            </a:prstGeom>
            <a:noFill/>
          </p:spPr>
          <p:txBody>
            <a:bodyPr wrap="none" rtlCol="0" anchor="t">
              <a:spAutoFit/>
            </a:bodyPr>
            <a:lstStyle/>
            <a:p>
              <a:pPr algn="ctr">
                <a:lnSpc>
                  <a:spcPts val="4320"/>
                </a:lnSpc>
              </a:pPr>
              <a:r>
                <a:rPr lang="zh-CN" altLang="en-US" sz="3200" b="1">
                  <a:solidFill>
                    <a:srgbClr val="0070C0"/>
                  </a:solidFill>
                  <a:latin typeface="微软雅黑" panose="020B0503020204020204" charset="-122"/>
                  <a:ea typeface="微软雅黑" panose="020B0503020204020204" charset="-122"/>
                  <a:sym typeface="+mn-ea"/>
                </a:rPr>
                <a:t>点击添加内容</a:t>
              </a:r>
            </a:p>
          </p:txBody>
        </p:sp>
        <p:sp>
          <p:nvSpPr>
            <p:cNvPr id="64" name="文本框 63"/>
            <p:cNvSpPr txBox="1"/>
            <p:nvPr/>
          </p:nvSpPr>
          <p:spPr>
            <a:xfrm>
              <a:off x="11255" y="4921"/>
              <a:ext cx="6668" cy="1355"/>
            </a:xfrm>
            <a:prstGeom prst="rect">
              <a:avLst/>
            </a:prstGeom>
            <a:noFill/>
          </p:spPr>
          <p:txBody>
            <a:bodyPr wrap="square" rtlCol="0">
              <a:spAutoFit/>
            </a:bodyPr>
            <a:lstStyle/>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rPr>
                <a:t>请输入内容</a:t>
              </a:r>
              <a:r>
                <a:rPr lang="zh-CN" altLang="en-US" sz="2000">
                  <a:latin typeface="微软雅黑" panose="020B0503020204020204" charset="-122"/>
                  <a:ea typeface="微软雅黑" panose="020B0503020204020204" charset="-122"/>
                  <a:cs typeface="微软雅黑" panose="020B0503020204020204" charset="-122"/>
                  <a:sym typeface="+mn-ea"/>
                </a:rPr>
                <a:t>请输入内容</a:t>
              </a:r>
              <a:endParaRPr lang="zh-CN" altLang="en-US" sz="2000">
                <a:latin typeface="微软雅黑" panose="020B0503020204020204" charset="-122"/>
                <a:ea typeface="微软雅黑" panose="020B0503020204020204" charset="-122"/>
                <a:cs typeface="微软雅黑" panose="020B0503020204020204" charset="-122"/>
              </a:endParaRPr>
            </a:p>
            <a:p>
              <a:pPr algn="l" fontAlgn="auto">
                <a:lnSpc>
                  <a:spcPct val="125000"/>
                </a:lnSpc>
              </a:pPr>
              <a:r>
                <a:rPr lang="zh-CN" altLang="en-US" sz="2000">
                  <a:latin typeface="微软雅黑" panose="020B0503020204020204" charset="-122"/>
                  <a:ea typeface="微软雅黑" panose="020B0503020204020204" charset="-122"/>
                  <a:cs typeface="微软雅黑" panose="020B0503020204020204" charset="-122"/>
                  <a:sym typeface="+mn-ea"/>
                </a:rPr>
                <a:t>请输入内容请输入内容</a:t>
              </a:r>
            </a:p>
          </p:txBody>
        </p:sp>
      </p:grpSp>
      <p:pic>
        <p:nvPicPr>
          <p:cNvPr id="25" name="图片 24" descr="logo蓝色"/>
          <p:cNvPicPr>
            <a:picLocks noChangeAspect="1"/>
          </p:cNvPicPr>
          <p:nvPr/>
        </p:nvPicPr>
        <p:blipFill>
          <a:blip r:embed="rId4"/>
          <a:stretch>
            <a:fillRect/>
          </a:stretch>
        </p:blipFill>
        <p:spPr>
          <a:xfrm>
            <a:off x="15163800" y="9258300"/>
            <a:ext cx="2601430" cy="72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descr="/Users/yuanxin/Desktop/WechatIMG2189.jpegWechatIMG2189"/>
          <p:cNvPicPr>
            <a:picLocks noChangeAspect="1"/>
          </p:cNvPicPr>
          <p:nvPr/>
        </p:nvPicPr>
        <p:blipFill rotWithShape="1">
          <a:blip r:embed="rId2"/>
          <a:srcRect t="6099" b="6299"/>
          <a:stretch>
            <a:fillRect/>
          </a:stretch>
        </p:blipFill>
        <p:spPr>
          <a:xfrm>
            <a:off x="-40655" y="0"/>
            <a:ext cx="18328655" cy="10287000"/>
          </a:xfrm>
          <a:prstGeom prst="rect">
            <a:avLst/>
          </a:prstGeom>
          <a:ln>
            <a:solidFill>
              <a:schemeClr val="accent1"/>
            </a:solidFill>
          </a:ln>
        </p:spPr>
      </p:pic>
      <p:grpSp>
        <p:nvGrpSpPr>
          <p:cNvPr id="4" name="Group 4"/>
          <p:cNvGrpSpPr/>
          <p:nvPr/>
        </p:nvGrpSpPr>
        <p:grpSpPr>
          <a:xfrm>
            <a:off x="5791155" y="7044850"/>
            <a:ext cx="3462582" cy="617681"/>
            <a:chOff x="0" y="0"/>
            <a:chExt cx="3929290" cy="700936"/>
          </a:xfrm>
        </p:grpSpPr>
        <p:sp>
          <p:nvSpPr>
            <p:cNvPr id="5" name="Freeform 5"/>
            <p:cNvSpPr/>
            <p:nvPr/>
          </p:nvSpPr>
          <p:spPr>
            <a:xfrm>
              <a:off x="0" y="0"/>
              <a:ext cx="3929380" cy="701040"/>
            </a:xfrm>
            <a:custGeom>
              <a:avLst/>
              <a:gdLst/>
              <a:ahLst/>
              <a:cxnLst/>
              <a:rect l="l" t="t" r="r" b="b"/>
              <a:pathLst>
                <a:path w="3929380" h="701040">
                  <a:moveTo>
                    <a:pt x="0" y="350520"/>
                  </a:moveTo>
                  <a:cubicBezTo>
                    <a:pt x="0" y="156972"/>
                    <a:pt x="156972" y="0"/>
                    <a:pt x="350520" y="0"/>
                  </a:cubicBezTo>
                  <a:lnTo>
                    <a:pt x="3578860" y="0"/>
                  </a:lnTo>
                  <a:cubicBezTo>
                    <a:pt x="3772408" y="0"/>
                    <a:pt x="3929380" y="156972"/>
                    <a:pt x="3929380" y="350520"/>
                  </a:cubicBezTo>
                  <a:cubicBezTo>
                    <a:pt x="3929380" y="544068"/>
                    <a:pt x="3772408" y="701040"/>
                    <a:pt x="3578860" y="701040"/>
                  </a:cubicBezTo>
                  <a:lnTo>
                    <a:pt x="350520" y="701040"/>
                  </a:lnTo>
                  <a:cubicBezTo>
                    <a:pt x="156972" y="700913"/>
                    <a:pt x="0" y="544068"/>
                    <a:pt x="0" y="350520"/>
                  </a:cubicBezTo>
                  <a:close/>
                </a:path>
              </a:pathLst>
            </a:custGeom>
            <a:solidFill>
              <a:srgbClr val="26A1E6"/>
            </a:solidFill>
          </p:spPr>
        </p:sp>
        <p:sp>
          <p:nvSpPr>
            <p:cNvPr id="6" name="TextBox 6"/>
            <p:cNvSpPr txBox="1"/>
            <p:nvPr/>
          </p:nvSpPr>
          <p:spPr>
            <a:xfrm>
              <a:off x="0" y="-9525"/>
              <a:ext cx="3929290" cy="710461"/>
            </a:xfrm>
            <a:prstGeom prst="rect">
              <a:avLst/>
            </a:prstGeom>
          </p:spPr>
          <p:txBody>
            <a:bodyPr lIns="50800" tIns="50800" rIns="50800" bIns="50800" rtlCol="0" anchor="ctr"/>
            <a:lstStyle/>
            <a:p>
              <a:pPr algn="ctr">
                <a:lnSpc>
                  <a:spcPts val="2880"/>
                </a:lnSpc>
              </a:pPr>
              <a:r>
                <a:rPr lang="en-US" sz="2400">
                  <a:solidFill>
                    <a:srgbClr val="FFFFFF"/>
                  </a:solidFill>
                  <a:ea typeface="字由点字典黑 45J"/>
                </a:rPr>
                <a:t>汇报人：XXX</a:t>
              </a:r>
            </a:p>
          </p:txBody>
        </p:sp>
      </p:grpSp>
      <p:grpSp>
        <p:nvGrpSpPr>
          <p:cNvPr id="7" name="Group 7"/>
          <p:cNvGrpSpPr/>
          <p:nvPr/>
        </p:nvGrpSpPr>
        <p:grpSpPr>
          <a:xfrm>
            <a:off x="9982273" y="7056915"/>
            <a:ext cx="3462582" cy="617681"/>
            <a:chOff x="0" y="0"/>
            <a:chExt cx="3929290" cy="700936"/>
          </a:xfrm>
        </p:grpSpPr>
        <p:sp>
          <p:nvSpPr>
            <p:cNvPr id="8" name="Freeform 8"/>
            <p:cNvSpPr/>
            <p:nvPr/>
          </p:nvSpPr>
          <p:spPr>
            <a:xfrm>
              <a:off x="0" y="0"/>
              <a:ext cx="3929380" cy="701040"/>
            </a:xfrm>
            <a:custGeom>
              <a:avLst/>
              <a:gdLst/>
              <a:ahLst/>
              <a:cxnLst/>
              <a:rect l="l" t="t" r="r" b="b"/>
              <a:pathLst>
                <a:path w="3929380" h="701040">
                  <a:moveTo>
                    <a:pt x="0" y="350520"/>
                  </a:moveTo>
                  <a:cubicBezTo>
                    <a:pt x="0" y="156972"/>
                    <a:pt x="156972" y="0"/>
                    <a:pt x="350520" y="0"/>
                  </a:cubicBezTo>
                  <a:lnTo>
                    <a:pt x="3578860" y="0"/>
                  </a:lnTo>
                  <a:cubicBezTo>
                    <a:pt x="3772408" y="0"/>
                    <a:pt x="3929380" y="156972"/>
                    <a:pt x="3929380" y="350520"/>
                  </a:cubicBezTo>
                  <a:cubicBezTo>
                    <a:pt x="3929380" y="544068"/>
                    <a:pt x="3772408" y="701040"/>
                    <a:pt x="3578860" y="701040"/>
                  </a:cubicBezTo>
                  <a:lnTo>
                    <a:pt x="350520" y="701040"/>
                  </a:lnTo>
                  <a:cubicBezTo>
                    <a:pt x="156972" y="700913"/>
                    <a:pt x="0" y="544068"/>
                    <a:pt x="0" y="350520"/>
                  </a:cubicBezTo>
                  <a:close/>
                </a:path>
              </a:pathLst>
            </a:custGeom>
            <a:solidFill>
              <a:srgbClr val="26A1E6"/>
            </a:solidFill>
          </p:spPr>
        </p:sp>
        <p:sp>
          <p:nvSpPr>
            <p:cNvPr id="9" name="TextBox 9"/>
            <p:cNvSpPr txBox="1"/>
            <p:nvPr/>
          </p:nvSpPr>
          <p:spPr>
            <a:xfrm>
              <a:off x="0" y="-9525"/>
              <a:ext cx="3929290" cy="710461"/>
            </a:xfrm>
            <a:prstGeom prst="rect">
              <a:avLst/>
            </a:prstGeom>
          </p:spPr>
          <p:txBody>
            <a:bodyPr lIns="50800" tIns="50800" rIns="50800" bIns="50800" rtlCol="0" anchor="ctr"/>
            <a:lstStyle/>
            <a:p>
              <a:pPr algn="ctr">
                <a:lnSpc>
                  <a:spcPts val="2880"/>
                </a:lnSpc>
              </a:pPr>
              <a:r>
                <a:rPr lang="en-US" sz="2400">
                  <a:solidFill>
                    <a:srgbClr val="FFFFFF"/>
                  </a:solidFill>
                  <a:ea typeface="字由点字典黑 45J"/>
                </a:rPr>
                <a:t>时间：</a:t>
              </a:r>
              <a:r>
                <a:rPr lang="en-US" sz="2400">
                  <a:solidFill>
                    <a:srgbClr val="FFFFFF"/>
                  </a:solidFill>
                  <a:latin typeface="字由点字典黑 45J Light"/>
                </a:rPr>
                <a:t>20XX.XX.XX</a:t>
              </a:r>
            </a:p>
          </p:txBody>
        </p:sp>
      </p:grpSp>
      <p:grpSp>
        <p:nvGrpSpPr>
          <p:cNvPr id="2" name="组合 1"/>
          <p:cNvGrpSpPr/>
          <p:nvPr/>
        </p:nvGrpSpPr>
        <p:grpSpPr>
          <a:xfrm>
            <a:off x="4419600" y="3745230"/>
            <a:ext cx="9862820" cy="2796540"/>
            <a:chOff x="11947" y="6540"/>
            <a:chExt cx="15532" cy="4404"/>
          </a:xfrm>
        </p:grpSpPr>
        <p:grpSp>
          <p:nvGrpSpPr>
            <p:cNvPr id="43" name="Group 43"/>
            <p:cNvGrpSpPr/>
            <p:nvPr/>
          </p:nvGrpSpPr>
          <p:grpSpPr>
            <a:xfrm>
              <a:off x="11947" y="6540"/>
              <a:ext cx="15533" cy="4405"/>
              <a:chOff x="0" y="0"/>
              <a:chExt cx="15698544" cy="4599716"/>
            </a:xfrm>
          </p:grpSpPr>
          <p:sp>
            <p:nvSpPr>
              <p:cNvPr id="44" name="Freeform 44"/>
              <p:cNvSpPr/>
              <p:nvPr/>
            </p:nvSpPr>
            <p:spPr>
              <a:xfrm>
                <a:off x="0" y="0"/>
                <a:ext cx="15698471" cy="4599686"/>
              </a:xfrm>
              <a:custGeom>
                <a:avLst/>
                <a:gdLst/>
                <a:ahLst/>
                <a:cxnLst/>
                <a:rect l="l" t="t" r="r" b="b"/>
                <a:pathLst>
                  <a:path w="15698471" h="4599686">
                    <a:moveTo>
                      <a:pt x="0" y="400812"/>
                    </a:moveTo>
                    <a:cubicBezTo>
                      <a:pt x="0" y="179451"/>
                      <a:pt x="179451" y="0"/>
                      <a:pt x="400812" y="0"/>
                    </a:cubicBezTo>
                    <a:lnTo>
                      <a:pt x="15297658" y="0"/>
                    </a:lnTo>
                    <a:cubicBezTo>
                      <a:pt x="15519020" y="0"/>
                      <a:pt x="15698471" y="179451"/>
                      <a:pt x="15698471" y="400812"/>
                    </a:cubicBezTo>
                    <a:lnTo>
                      <a:pt x="15698471" y="4198874"/>
                    </a:lnTo>
                    <a:cubicBezTo>
                      <a:pt x="15698471" y="4420235"/>
                      <a:pt x="15519020" y="4599686"/>
                      <a:pt x="15297658" y="4599686"/>
                    </a:cubicBezTo>
                    <a:lnTo>
                      <a:pt x="400812" y="4599686"/>
                    </a:lnTo>
                    <a:cubicBezTo>
                      <a:pt x="179451" y="4599686"/>
                      <a:pt x="0" y="4420235"/>
                      <a:pt x="0" y="4198874"/>
                    </a:cubicBezTo>
                    <a:close/>
                  </a:path>
                </a:pathLst>
              </a:custGeom>
              <a:solidFill>
                <a:srgbClr val="F8F8F8">
                  <a:alpha val="82000"/>
                </a:srgbClr>
              </a:solidFill>
            </p:spPr>
          </p:sp>
        </p:grpSp>
        <p:sp>
          <p:nvSpPr>
            <p:cNvPr id="15" name="TextBox 15"/>
            <p:cNvSpPr txBox="1"/>
            <p:nvPr/>
          </p:nvSpPr>
          <p:spPr>
            <a:xfrm>
              <a:off x="13320" y="7620"/>
              <a:ext cx="13291" cy="2617"/>
            </a:xfrm>
            <a:prstGeom prst="rect">
              <a:avLst/>
            </a:prstGeom>
          </p:spPr>
          <p:txBody>
            <a:bodyPr lIns="0" tIns="0" rIns="0" bIns="0" rtlCol="0" anchor="t">
              <a:spAutoFit/>
            </a:bodyPr>
            <a:lstStyle/>
            <a:p>
              <a:pPr algn="l">
                <a:lnSpc>
                  <a:spcPts val="12960"/>
                </a:lnSpc>
              </a:pPr>
              <a:r>
                <a:rPr lang="zh-CN" altLang="en-US" sz="10800" b="1">
                  <a:solidFill>
                    <a:srgbClr val="26A1E6"/>
                  </a:solidFill>
                  <a:latin typeface="微软雅黑" panose="020B0503020204020204" charset="-122"/>
                  <a:ea typeface="微软雅黑" panose="020B0503020204020204" charset="-122"/>
                  <a:cs typeface="微软雅黑" panose="020B0503020204020204" charset="-122"/>
                </a:rPr>
                <a:t>感谢您的观看</a:t>
              </a:r>
            </a:p>
          </p:txBody>
        </p:sp>
      </p:grpSp>
      <p:pic>
        <p:nvPicPr>
          <p:cNvPr id="16" name="图片 15" descr="logo蓝色"/>
          <p:cNvPicPr>
            <a:picLocks noChangeAspect="1"/>
          </p:cNvPicPr>
          <p:nvPr/>
        </p:nvPicPr>
        <p:blipFill>
          <a:blip r:embed="rId3"/>
          <a:stretch>
            <a:fillRect/>
          </a:stretch>
        </p:blipFill>
        <p:spPr>
          <a:xfrm>
            <a:off x="15011400" y="419100"/>
            <a:ext cx="2601430" cy="7200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21da97f-b054-4834-afe7-4f939e7fed5f"/>
  <p:tag name="COMMONDATA" val="eyJoZGlkIjoiNjYyOWQ1NTMzZGUwZmE0YTg1M2IzZjNkZWIzNTA5ZGM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791</Words>
  <Application>Microsoft Office PowerPoint</Application>
  <PresentationFormat>自定义</PresentationFormat>
  <Paragraphs>138</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Calibri Light</vt:lpstr>
      <vt:lpstr>Arial</vt:lpstr>
      <vt:lpstr>字由点字典黑 45J</vt:lpstr>
      <vt:lpstr>微软雅黑</vt:lpstr>
      <vt:lpstr>宋体</vt:lpstr>
      <vt:lpstr>Arimo</vt:lpstr>
      <vt:lpstr>字由点字典黑 45J Light</vt:lpstr>
      <vt:lpstr>字由点字典黑 65J</vt:lpstr>
      <vt:lpstr>思源黑体 CN Regular</vt:lpstr>
      <vt:lpstr>Calibri</vt:lpstr>
      <vt:lpstr>Gill Sans</vt:lpstr>
      <vt:lpstr>Arimo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白蓝色商务年终汇报会议演示文稿PPT模板</dc:title>
  <dc:creator>hp</dc:creator>
  <cp:lastModifiedBy>励 妤佳</cp:lastModifiedBy>
  <cp:revision>13</cp:revision>
  <dcterms:created xsi:type="dcterms:W3CDTF">2022-12-16T07:59:00Z</dcterms:created>
  <dcterms:modified xsi:type="dcterms:W3CDTF">2023-05-09T14:24:09Z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A5E7006C4B8CE5837F259C633ED7A3AC</vt:lpwstr>
  </property>
  <property fmtid="{D5CDD505-2E9C-101B-9397-08002B2CF9AE}" pid="3" name="KSOProductBuildVer">
    <vt:lpwstr>2052-11.1.0.14036</vt:lpwstr>
  </property>
</Properties>
</file>