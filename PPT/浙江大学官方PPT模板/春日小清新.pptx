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9.svg" ContentType="image/svg+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68" r:id="rId6"/>
    <p:sldId id="260" r:id="rId7"/>
    <p:sldId id="261" r:id="rId8"/>
    <p:sldId id="265" r:id="rId9"/>
    <p:sldId id="270" r:id="rId10"/>
    <p:sldId id="264" r:id="rId11"/>
    <p:sldId id="262" r:id="rId12"/>
    <p:sldId id="266" r:id="rId13"/>
    <p:sldId id="267" r:id="rId14"/>
    <p:sldId id="259" r:id="rId15"/>
    <p:sldId id="269" r:id="rId16"/>
    <p:sldId id="263" r:id="rId17"/>
    <p:sldId id="271" r:id="rId18"/>
    <p:sldId id="272" r:id="rId19"/>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5"/>
    <a:srgbClr val="C8D7D0"/>
    <a:srgbClr val="F9C9B2"/>
    <a:srgbClr val="F6EAAC"/>
    <a:srgbClr val="6E7D75"/>
    <a:srgbClr val="98B86A"/>
    <a:srgbClr val="FCE6AF"/>
    <a:srgbClr val="DD8F8D"/>
    <a:srgbClr val="FBE4D5"/>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p:scale>
          <a:sx n="66" d="100"/>
          <a:sy n="66" d="100"/>
        </p:scale>
        <p:origin x="18" y="1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gs" Target="tags/tag54.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F73149-283C-4B36-85A2-1417DF8699F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59CBBA-A649-4C0C-82BD-0D91A90F197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759CBBA-A649-4C0C-82BD-0D91A90F197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759CBBA-A649-4C0C-82BD-0D91A90F197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759CBBA-A649-4C0C-82BD-0D91A90F197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759CBBA-A649-4C0C-82BD-0D91A90F197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759CBBA-A649-4C0C-82BD-0D91A90F197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759CBBA-A649-4C0C-82BD-0D91A90F197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759CBBA-A649-4C0C-82BD-0D91A90F197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759CBBA-A649-4C0C-82BD-0D91A90F197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759CBBA-A649-4C0C-82BD-0D91A90F197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759CBBA-A649-4C0C-82BD-0D91A90F197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759CBBA-A649-4C0C-82BD-0D91A90F197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759CBBA-A649-4C0C-82BD-0D91A90F197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759CBBA-A649-4C0C-82BD-0D91A90F197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759CBBA-A649-4C0C-82BD-0D91A90F197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759CBBA-A649-4C0C-82BD-0D91A90F197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759CBBA-A649-4C0C-82BD-0D91A90F197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DC798F4-00F3-4F82-A70E-F73EC362EA0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F1D2D4B-99FA-4AD3-8267-DE76BB3D5235}"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DC798F4-00F3-4F82-A70E-F73EC362EA0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F1D2D4B-99FA-4AD3-8267-DE76BB3D5235}"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DC798F4-00F3-4F82-A70E-F73EC362EA0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F1D2D4B-99FA-4AD3-8267-DE76BB3D5235}"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DC798F4-00F3-4F82-A70E-F73EC362EA0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F1D2D4B-99FA-4AD3-8267-DE76BB3D523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8DC798F4-00F3-4F82-A70E-F73EC362EA0F}"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F1D2D4B-99FA-4AD3-8267-DE76BB3D523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DC798F4-00F3-4F82-A70E-F73EC362EA0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F1D2D4B-99FA-4AD3-8267-DE76BB3D5235}"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DC798F4-00F3-4F82-A70E-F73EC362EA0F}"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F1D2D4B-99FA-4AD3-8267-DE76BB3D5235}"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DC798F4-00F3-4F82-A70E-F73EC362EA0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F1D2D4B-99FA-4AD3-8267-DE76BB3D5235}"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DC798F4-00F3-4F82-A70E-F73EC362EA0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F1D2D4B-99FA-4AD3-8267-DE76BB3D5235}"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DC798F4-00F3-4F82-A70E-F73EC362EA0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F1D2D4B-99FA-4AD3-8267-DE76BB3D5235}"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DC798F4-00F3-4F82-A70E-F73EC362EA0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F1D2D4B-99FA-4AD3-8267-DE76BB3D5235}"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C798F4-00F3-4F82-A70E-F73EC362EA0F}"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1D2D4B-99FA-4AD3-8267-DE76BB3D523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7.xml"/><Relationship Id="rId4" Type="http://schemas.openxmlformats.org/officeDocument/2006/relationships/image" Target="../media/image6.jpeg"/><Relationship Id="rId3" Type="http://schemas.openxmlformats.org/officeDocument/2006/relationships/image" Target="../media/image3.svg"/><Relationship Id="rId2" Type="http://schemas.openxmlformats.org/officeDocument/2006/relationships/image" Target="../media/image5.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image" Target="../media/image7.jpeg"/><Relationship Id="rId2" Type="http://schemas.openxmlformats.org/officeDocument/2006/relationships/image" Target="../media/image3.sv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3.svg"/><Relationship Id="rId12" Type="http://schemas.openxmlformats.org/officeDocument/2006/relationships/notesSlide" Target="../notesSlides/notesSlide4.xml"/><Relationship Id="rId11" Type="http://schemas.openxmlformats.org/officeDocument/2006/relationships/slideLayout" Target="../slideLayouts/slideLayout7.xml"/><Relationship Id="rId10" Type="http://schemas.openxmlformats.org/officeDocument/2006/relationships/tags" Target="../tags/tag7.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image" Target="../media/image3.svg"/><Relationship Id="rId13" Type="http://schemas.openxmlformats.org/officeDocument/2006/relationships/notesSlide" Target="../notesSlides/notesSlide5.xml"/><Relationship Id="rId12" Type="http://schemas.openxmlformats.org/officeDocument/2006/relationships/slideLayout" Target="../slideLayouts/slideLayout7.xml"/><Relationship Id="rId11" Type="http://schemas.openxmlformats.org/officeDocument/2006/relationships/tags" Target="../tags/tag16.xml"/><Relationship Id="rId10" Type="http://schemas.openxmlformats.org/officeDocument/2006/relationships/tags" Target="../tags/tag15.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5.png"/><Relationship Id="rId1" Type="http://schemas.openxmlformats.org/officeDocument/2006/relationships/image" Target="../media/image9.jpeg"/></Relationships>
</file>

<file path=ppt/slides/_rels/slide7.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image" Target="../media/image3.svg"/><Relationship Id="rId11" Type="http://schemas.openxmlformats.org/officeDocument/2006/relationships/notesSlide" Target="../notesSlides/notesSlide7.xml"/><Relationship Id="rId10" Type="http://schemas.openxmlformats.org/officeDocument/2006/relationships/slideLayout" Target="../slideLayouts/slideLayout7.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image" Target="../media/image4.png"/><Relationship Id="rId2" Type="http://schemas.openxmlformats.org/officeDocument/2006/relationships/image" Target="../media/image3.svg"/><Relationship Id="rId16" Type="http://schemas.openxmlformats.org/officeDocument/2006/relationships/notesSlide" Target="../notesSlides/notesSlide8.xml"/><Relationship Id="rId15" Type="http://schemas.openxmlformats.org/officeDocument/2006/relationships/slideLayout" Target="../slideLayouts/slideLayout7.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7.xml"/><Relationship Id="rId3" Type="http://schemas.openxmlformats.org/officeDocument/2006/relationships/image" Target="../media/image10.jpeg"/><Relationship Id="rId2" Type="http://schemas.openxmlformats.org/officeDocument/2006/relationships/image" Target="../media/image3.sv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7.xml"/><Relationship Id="rId4" Type="http://schemas.openxmlformats.org/officeDocument/2006/relationships/tags" Target="../tags/tag35.xml"/><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7.xml"/><Relationship Id="rId4" Type="http://schemas.openxmlformats.org/officeDocument/2006/relationships/tags" Target="../tags/tag36.xml"/><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image" Target="../media/image3.svg"/><Relationship Id="rId2" Type="http://schemas.openxmlformats.org/officeDocument/2006/relationships/image" Target="../media/image12.png"/><Relationship Id="rId1" Type="http://schemas.openxmlformats.org/officeDocument/2006/relationships/image" Target="../media/image11.jpeg"/></Relationships>
</file>

<file path=ppt/slides/_rels/slide13.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image" Target="../media/image4.png"/><Relationship Id="rId3" Type="http://schemas.openxmlformats.org/officeDocument/2006/relationships/tags" Target="../tags/tag37.xml"/><Relationship Id="rId2" Type="http://schemas.openxmlformats.org/officeDocument/2006/relationships/image" Target="../media/image3.svg"/><Relationship Id="rId14" Type="http://schemas.openxmlformats.org/officeDocument/2006/relationships/notesSlide" Target="../notesSlides/notesSlide13.xml"/><Relationship Id="rId13" Type="http://schemas.openxmlformats.org/officeDocument/2006/relationships/slideLayout" Target="../slideLayouts/slideLayout7.xml"/><Relationship Id="rId12" Type="http://schemas.openxmlformats.org/officeDocument/2006/relationships/tags" Target="../tags/tag45.xml"/><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image" Target="../media/image3.svg"/><Relationship Id="rId14" Type="http://schemas.openxmlformats.org/officeDocument/2006/relationships/notesSlide" Target="../notesSlides/notesSlide14.xml"/><Relationship Id="rId13" Type="http://schemas.openxmlformats.org/officeDocument/2006/relationships/slideLayout" Target="../slideLayouts/slideLayout7.xml"/><Relationship Id="rId12" Type="http://schemas.openxmlformats.org/officeDocument/2006/relationships/image" Target="../media/image15.jpeg"/><Relationship Id="rId11" Type="http://schemas.openxmlformats.org/officeDocument/2006/relationships/image" Target="../media/image14.jpeg"/><Relationship Id="rId10" Type="http://schemas.openxmlformats.org/officeDocument/2006/relationships/image" Target="../media/image13.jpe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7.xml"/><Relationship Id="rId4" Type="http://schemas.openxmlformats.org/officeDocument/2006/relationships/tags" Target="../tags/tag53.xml"/><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7.xml"/><Relationship Id="rId4" Type="http://schemas.openxmlformats.org/officeDocument/2006/relationships/image" Target="../media/image19.svg"/><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EF5"/>
        </a:solidFill>
        <a:effectLst/>
      </p:bgPr>
    </p:bg>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cstate="print">
            <a:extLst>
              <a:ext uri="{28A0092B-C50C-407E-A947-70E740481C1C}">
                <a14:useLocalDpi xmlns:a14="http://schemas.microsoft.com/office/drawing/2010/main" val="0"/>
              </a:ext>
            </a:extLst>
          </a:blip>
          <a:srcRect l="23616" t="509" r="9703" b="-509"/>
          <a:stretch>
            <a:fillRect/>
          </a:stretch>
        </p:blipFill>
        <p:spPr>
          <a:xfrm>
            <a:off x="-33178" y="-10282"/>
            <a:ext cx="6927731" cy="6926225"/>
          </a:xfrm>
          <a:prstGeom prst="homePlate">
            <a:avLst>
              <a:gd name="adj" fmla="val 17752"/>
            </a:avLst>
          </a:prstGeom>
          <a:ln w="28575">
            <a:solidFill>
              <a:srgbClr val="C8D7D0"/>
            </a:solidFill>
            <a:prstDash val="sysDash"/>
          </a:ln>
        </p:spPr>
      </p:pic>
      <p:pic>
        <p:nvPicPr>
          <p:cNvPr id="7" name="图形 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160017" y="86523"/>
            <a:ext cx="1880748" cy="521613"/>
          </a:xfrm>
          <a:prstGeom prst="rect">
            <a:avLst/>
          </a:prstGeom>
        </p:spPr>
      </p:pic>
      <p:sp>
        <p:nvSpPr>
          <p:cNvPr id="35" name="文本框 34"/>
          <p:cNvSpPr txBox="1"/>
          <p:nvPr/>
        </p:nvSpPr>
        <p:spPr>
          <a:xfrm>
            <a:off x="6401544" y="2089048"/>
            <a:ext cx="5035466" cy="1107996"/>
          </a:xfrm>
          <a:prstGeom prst="rect">
            <a:avLst/>
          </a:prstGeom>
          <a:noFill/>
        </p:spPr>
        <p:txBody>
          <a:bodyPr wrap="square" rtlCol="0">
            <a:spAutoFit/>
          </a:bodyPr>
          <a:lstStyle/>
          <a:p>
            <a:pPr algn="r"/>
            <a:r>
              <a:rPr lang="zh-CN" altLang="en-US" sz="6600" b="1" dirty="0">
                <a:solidFill>
                  <a:srgbClr val="6E7D75"/>
                </a:solidFill>
                <a:latin typeface="+mj-lt"/>
              </a:rPr>
              <a:t>春日小清新</a:t>
            </a:r>
            <a:endParaRPr lang="en-US" altLang="zh-CN" sz="6600" b="1" dirty="0">
              <a:solidFill>
                <a:srgbClr val="6E7D75"/>
              </a:solidFill>
              <a:latin typeface="+mj-lt"/>
            </a:endParaRPr>
          </a:p>
        </p:txBody>
      </p:sp>
      <p:grpSp>
        <p:nvGrpSpPr>
          <p:cNvPr id="40" name="组合 39"/>
          <p:cNvGrpSpPr/>
          <p:nvPr/>
        </p:nvGrpSpPr>
        <p:grpSpPr>
          <a:xfrm>
            <a:off x="7156635" y="3591988"/>
            <a:ext cx="3963589" cy="645265"/>
            <a:chOff x="7173432" y="2747741"/>
            <a:chExt cx="4118345" cy="645265"/>
          </a:xfrm>
        </p:grpSpPr>
        <p:sp>
          <p:nvSpPr>
            <p:cNvPr id="36" name="矩形: 圆角 35"/>
            <p:cNvSpPr/>
            <p:nvPr/>
          </p:nvSpPr>
          <p:spPr>
            <a:xfrm>
              <a:off x="7173432" y="2747741"/>
              <a:ext cx="4118345" cy="645265"/>
            </a:xfrm>
            <a:prstGeom prst="roundRect">
              <a:avLst/>
            </a:prstGeom>
            <a:solidFill>
              <a:srgbClr val="C8D7D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6E7D75"/>
                </a:solidFill>
              </a:endParaRPr>
            </a:p>
          </p:txBody>
        </p:sp>
        <p:sp>
          <p:nvSpPr>
            <p:cNvPr id="38" name="文本框 37"/>
            <p:cNvSpPr txBox="1"/>
            <p:nvPr/>
          </p:nvSpPr>
          <p:spPr>
            <a:xfrm>
              <a:off x="7265583" y="2870318"/>
              <a:ext cx="3232298" cy="400110"/>
            </a:xfrm>
            <a:prstGeom prst="rect">
              <a:avLst/>
            </a:prstGeom>
            <a:noFill/>
          </p:spPr>
          <p:txBody>
            <a:bodyPr wrap="square" rtlCol="0">
              <a:spAutoFit/>
            </a:bodyPr>
            <a:lstStyle/>
            <a:p>
              <a:r>
                <a:rPr lang="zh-CN" altLang="en-US" sz="2000" b="1" dirty="0">
                  <a:solidFill>
                    <a:srgbClr val="6E7D75"/>
                  </a:solidFill>
                </a:rPr>
                <a:t>汇报人：</a:t>
              </a:r>
              <a:endParaRPr lang="zh-CN" altLang="en-US" sz="2000" b="1" dirty="0">
                <a:solidFill>
                  <a:srgbClr val="6E7D75"/>
                </a:solidFill>
              </a:endParaRPr>
            </a:p>
          </p:txBody>
        </p:sp>
      </p:grpSp>
      <p:grpSp>
        <p:nvGrpSpPr>
          <p:cNvPr id="41" name="组合 40"/>
          <p:cNvGrpSpPr/>
          <p:nvPr/>
        </p:nvGrpSpPr>
        <p:grpSpPr>
          <a:xfrm>
            <a:off x="7156635" y="4474704"/>
            <a:ext cx="3963589" cy="645265"/>
            <a:chOff x="7173432" y="3920866"/>
            <a:chExt cx="4118345" cy="645265"/>
          </a:xfrm>
        </p:grpSpPr>
        <p:sp>
          <p:nvSpPr>
            <p:cNvPr id="37" name="矩形: 圆角 36"/>
            <p:cNvSpPr/>
            <p:nvPr/>
          </p:nvSpPr>
          <p:spPr>
            <a:xfrm>
              <a:off x="7173432" y="3920866"/>
              <a:ext cx="4118345" cy="645265"/>
            </a:xfrm>
            <a:prstGeom prst="roundRect">
              <a:avLst/>
            </a:prstGeom>
            <a:solidFill>
              <a:srgbClr val="C8D7D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6E7D75"/>
                </a:solidFill>
              </a:endParaRPr>
            </a:p>
          </p:txBody>
        </p:sp>
        <p:sp>
          <p:nvSpPr>
            <p:cNvPr id="39" name="文本框 38"/>
            <p:cNvSpPr txBox="1"/>
            <p:nvPr/>
          </p:nvSpPr>
          <p:spPr>
            <a:xfrm>
              <a:off x="7265583" y="4043443"/>
              <a:ext cx="3232298" cy="400110"/>
            </a:xfrm>
            <a:prstGeom prst="rect">
              <a:avLst/>
            </a:prstGeom>
            <a:noFill/>
          </p:spPr>
          <p:txBody>
            <a:bodyPr wrap="square" rtlCol="0">
              <a:spAutoFit/>
            </a:bodyPr>
            <a:lstStyle/>
            <a:p>
              <a:r>
                <a:rPr lang="zh-CN" altLang="en-US" sz="2000" b="1" dirty="0">
                  <a:solidFill>
                    <a:srgbClr val="6E7D75"/>
                  </a:solidFill>
                </a:rPr>
                <a:t>汇报时间：</a:t>
              </a:r>
              <a:endParaRPr lang="zh-CN" altLang="en-US" sz="2000" b="1" dirty="0">
                <a:solidFill>
                  <a:srgbClr val="6E7D75"/>
                </a:solidFill>
              </a:endParaRPr>
            </a:p>
          </p:txBody>
        </p:sp>
      </p:grpSp>
      <p:sp>
        <p:nvSpPr>
          <p:cNvPr id="135" name="Google Shape;2100;p37"/>
          <p:cNvSpPr/>
          <p:nvPr/>
        </p:nvSpPr>
        <p:spPr>
          <a:xfrm rot="2700000">
            <a:off x="10294399" y="482610"/>
            <a:ext cx="1190262" cy="1190262"/>
          </a:xfrm>
          <a:custGeom>
            <a:avLst/>
            <a:gdLst/>
            <a:ahLst/>
            <a:cxnLst/>
            <a:rect l="l" t="t" r="r" b="b"/>
            <a:pathLst>
              <a:path w="10417" h="10417" extrusionOk="0">
                <a:moveTo>
                  <a:pt x="9347" y="166"/>
                </a:moveTo>
                <a:lnTo>
                  <a:pt x="10251" y="204"/>
                </a:lnTo>
                <a:lnTo>
                  <a:pt x="10137" y="3668"/>
                </a:lnTo>
                <a:lnTo>
                  <a:pt x="7004" y="3783"/>
                </a:lnTo>
                <a:lnTo>
                  <a:pt x="6902" y="6902"/>
                </a:lnTo>
                <a:lnTo>
                  <a:pt x="3770" y="7017"/>
                </a:lnTo>
                <a:lnTo>
                  <a:pt x="3668" y="10137"/>
                </a:lnTo>
                <a:lnTo>
                  <a:pt x="205" y="10251"/>
                </a:lnTo>
                <a:lnTo>
                  <a:pt x="166" y="9347"/>
                </a:lnTo>
                <a:lnTo>
                  <a:pt x="2790" y="9271"/>
                </a:lnTo>
                <a:lnTo>
                  <a:pt x="2904" y="6138"/>
                </a:lnTo>
                <a:lnTo>
                  <a:pt x="6024" y="6024"/>
                </a:lnTo>
                <a:lnTo>
                  <a:pt x="6126" y="2904"/>
                </a:lnTo>
                <a:lnTo>
                  <a:pt x="9258" y="2789"/>
                </a:lnTo>
                <a:lnTo>
                  <a:pt x="9347" y="166"/>
                </a:lnTo>
                <a:close/>
                <a:moveTo>
                  <a:pt x="9194" y="1"/>
                </a:moveTo>
                <a:lnTo>
                  <a:pt x="9105" y="2637"/>
                </a:lnTo>
                <a:lnTo>
                  <a:pt x="5973" y="2751"/>
                </a:lnTo>
                <a:lnTo>
                  <a:pt x="5871" y="5871"/>
                </a:lnTo>
                <a:lnTo>
                  <a:pt x="2739" y="5985"/>
                </a:lnTo>
                <a:lnTo>
                  <a:pt x="2637" y="9105"/>
                </a:lnTo>
                <a:lnTo>
                  <a:pt x="1" y="9194"/>
                </a:lnTo>
                <a:lnTo>
                  <a:pt x="52" y="10417"/>
                </a:lnTo>
                <a:lnTo>
                  <a:pt x="3821" y="10289"/>
                </a:lnTo>
                <a:lnTo>
                  <a:pt x="3936" y="7170"/>
                </a:lnTo>
                <a:lnTo>
                  <a:pt x="7055" y="7055"/>
                </a:lnTo>
                <a:lnTo>
                  <a:pt x="7170" y="3935"/>
                </a:lnTo>
                <a:lnTo>
                  <a:pt x="10289" y="3821"/>
                </a:lnTo>
                <a:lnTo>
                  <a:pt x="10417" y="52"/>
                </a:lnTo>
                <a:lnTo>
                  <a:pt x="9194" y="1"/>
                </a:lnTo>
                <a:close/>
              </a:path>
            </a:pathLst>
          </a:custGeom>
          <a:solidFill>
            <a:srgbClr val="DD8F8D"/>
          </a:solidFill>
          <a:ln w="9525" cap="flat" cmpd="sng">
            <a:solidFill>
              <a:srgbClr val="98B86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57" name="Google Shape;2017;p35"/>
          <p:cNvPicPr preferRelativeResize="0"/>
          <p:nvPr/>
        </p:nvPicPr>
        <p:blipFill rotWithShape="1">
          <a:blip r:embed="rId4">
            <a:alphaModFix amt="62000"/>
          </a:blip>
          <a:srcRect t="406" b="416"/>
          <a:stretch>
            <a:fillRect/>
          </a:stretch>
        </p:blipFill>
        <p:spPr>
          <a:xfrm rot="10800000" flipH="1">
            <a:off x="10702804" y="5385349"/>
            <a:ext cx="2056737" cy="2051417"/>
          </a:xfrm>
          <a:prstGeom prst="ellipse">
            <a:avLst/>
          </a:prstGeom>
          <a:solidFill>
            <a:srgbClr val="FCE6AF"/>
          </a:solidFill>
          <a:ln>
            <a:noFill/>
          </a:ln>
        </p:spPr>
      </p:pic>
      <p:pic>
        <p:nvPicPr>
          <p:cNvPr id="58" name="Google Shape;2017;p35"/>
          <p:cNvPicPr preferRelativeResize="0"/>
          <p:nvPr/>
        </p:nvPicPr>
        <p:blipFill rotWithShape="1">
          <a:blip r:embed="rId4">
            <a:alphaModFix amt="62000"/>
          </a:blip>
          <a:srcRect t="406" b="416"/>
          <a:stretch>
            <a:fillRect/>
          </a:stretch>
        </p:blipFill>
        <p:spPr>
          <a:xfrm rot="10800000" flipH="1">
            <a:off x="9804842" y="6226992"/>
            <a:ext cx="1103346" cy="1100493"/>
          </a:xfrm>
          <a:prstGeom prst="ellipse">
            <a:avLst/>
          </a:prstGeom>
          <a:solidFill>
            <a:srgbClr val="F9C9B2"/>
          </a:solid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FEF5"/>
        </a:solidFill>
        <a:effectLst/>
      </p:bgPr>
    </p:bg>
    <p:spTree>
      <p:nvGrpSpPr>
        <p:cNvPr id="1" name=""/>
        <p:cNvGrpSpPr/>
        <p:nvPr/>
      </p:nvGrpSpPr>
      <p:grpSpPr>
        <a:xfrm>
          <a:off x="0" y="0"/>
          <a:ext cx="0" cy="0"/>
          <a:chOff x="0" y="0"/>
          <a:chExt cx="0" cy="0"/>
        </a:xfrm>
      </p:grpSpPr>
      <p:pic>
        <p:nvPicPr>
          <p:cNvPr id="9" name="Google Shape;2017;p35"/>
          <p:cNvPicPr preferRelativeResize="0"/>
          <p:nvPr/>
        </p:nvPicPr>
        <p:blipFill rotWithShape="1">
          <a:blip r:embed="rId1">
            <a:alphaModFix amt="62000"/>
          </a:blip>
          <a:srcRect t="406" b="416"/>
          <a:stretch>
            <a:fillRect/>
          </a:stretch>
        </p:blipFill>
        <p:spPr>
          <a:xfrm rot="10800000" flipH="1">
            <a:off x="580919" y="347329"/>
            <a:ext cx="879286" cy="877012"/>
          </a:xfrm>
          <a:prstGeom prst="ellipse">
            <a:avLst/>
          </a:prstGeom>
          <a:solidFill>
            <a:srgbClr val="F9C9B2"/>
          </a:solidFill>
          <a:ln>
            <a:noFill/>
          </a:ln>
        </p:spPr>
      </p:pic>
      <p:pic>
        <p:nvPicPr>
          <p:cNvPr id="7" name="图形 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160017" y="86523"/>
            <a:ext cx="1880748" cy="521613"/>
          </a:xfrm>
          <a:prstGeom prst="rect">
            <a:avLst/>
          </a:prstGeom>
        </p:spPr>
      </p:pic>
      <p:sp>
        <p:nvSpPr>
          <p:cNvPr id="4" name="文本框 3"/>
          <p:cNvSpPr txBox="1"/>
          <p:nvPr/>
        </p:nvSpPr>
        <p:spPr>
          <a:xfrm>
            <a:off x="833755" y="612140"/>
            <a:ext cx="4368165" cy="829945"/>
          </a:xfrm>
          <a:prstGeom prst="rect">
            <a:avLst/>
          </a:prstGeom>
          <a:noFill/>
        </p:spPr>
        <p:txBody>
          <a:bodyPr wrap="square" rtlCol="0">
            <a:spAutoFit/>
          </a:bodyPr>
          <a:lstStyle/>
          <a:p>
            <a:r>
              <a:rPr lang="en-US" altLang="zh-CN" sz="4800" b="1" dirty="0">
                <a:solidFill>
                  <a:srgbClr val="6E7D75"/>
                </a:solidFill>
                <a:latin typeface="Mukta SemiBold" panose="020B0000000000000000"/>
                <a:ea typeface="Yu Gothic UI Semibold" panose="020B0700000000000000" pitchFamily="34" charset="-128"/>
              </a:rPr>
              <a:t>CONTENTS</a:t>
            </a:r>
            <a:endParaRPr lang="zh-CN" altLang="en-US" sz="4800" b="1" dirty="0">
              <a:solidFill>
                <a:srgbClr val="6E7D75"/>
              </a:solidFill>
              <a:latin typeface="Mukta SemiBold" panose="020B0000000000000000"/>
              <a:ea typeface="Yu Gothic UI Semibold" panose="020B0700000000000000" pitchFamily="34" charset="-128"/>
            </a:endParaRPr>
          </a:p>
        </p:txBody>
      </p:sp>
      <p:cxnSp>
        <p:nvCxnSpPr>
          <p:cNvPr id="6" name="直接连接符 5"/>
          <p:cNvCxnSpPr/>
          <p:nvPr/>
        </p:nvCxnSpPr>
        <p:spPr>
          <a:xfrm>
            <a:off x="1601973" y="1403884"/>
            <a:ext cx="2934586" cy="0"/>
          </a:xfrm>
          <a:prstGeom prst="line">
            <a:avLst/>
          </a:prstGeom>
          <a:ln w="47625" cap="rnd">
            <a:solidFill>
              <a:srgbClr val="6E7D75"/>
            </a:solidFill>
          </a:ln>
        </p:spPr>
        <p:style>
          <a:lnRef idx="1">
            <a:schemeClr val="accent1"/>
          </a:lnRef>
          <a:fillRef idx="0">
            <a:schemeClr val="accent1"/>
          </a:fillRef>
          <a:effectRef idx="0">
            <a:schemeClr val="accent1"/>
          </a:effectRef>
          <a:fontRef idx="minor">
            <a:schemeClr val="tx1"/>
          </a:fontRef>
        </p:style>
      </p:cxnSp>
      <p:grpSp>
        <p:nvGrpSpPr>
          <p:cNvPr id="28" name="组合 27"/>
          <p:cNvGrpSpPr/>
          <p:nvPr/>
        </p:nvGrpSpPr>
        <p:grpSpPr>
          <a:xfrm>
            <a:off x="995671" y="2565410"/>
            <a:ext cx="5181762" cy="646331"/>
            <a:chOff x="1020561" y="2016117"/>
            <a:chExt cx="5181762" cy="646331"/>
          </a:xfrm>
        </p:grpSpPr>
        <p:sp>
          <p:nvSpPr>
            <p:cNvPr id="15" name="矩形 14"/>
            <p:cNvSpPr/>
            <p:nvPr/>
          </p:nvSpPr>
          <p:spPr>
            <a:xfrm>
              <a:off x="1020561" y="2315670"/>
              <a:ext cx="266700" cy="84667"/>
            </a:xfrm>
            <a:prstGeom prst="rect">
              <a:avLst/>
            </a:prstGeom>
            <a:solidFill>
              <a:srgbClr val="6E7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1453115" y="2016117"/>
              <a:ext cx="4749208" cy="646331"/>
            </a:xfrm>
            <a:prstGeom prst="rect">
              <a:avLst/>
            </a:prstGeom>
            <a:noFill/>
          </p:spPr>
          <p:txBody>
            <a:bodyPr wrap="square" rtlCol="0">
              <a:spAutoFit/>
            </a:bodyPr>
            <a:lstStyle/>
            <a:p>
              <a:r>
                <a:rPr lang="en-US" altLang="zh-CN" sz="3600" b="1" dirty="0">
                  <a:solidFill>
                    <a:srgbClr val="DD8F8D"/>
                  </a:solidFill>
                  <a:latin typeface="+mn-ea"/>
                </a:rPr>
                <a:t>PART 1  </a:t>
              </a:r>
              <a:r>
                <a:rPr lang="zh-CN" altLang="en-US" sz="2400" b="1" dirty="0">
                  <a:solidFill>
                    <a:srgbClr val="6E7D75"/>
                  </a:solidFill>
                  <a:latin typeface="+mn-ea"/>
                </a:rPr>
                <a:t>输入标题文字</a:t>
              </a:r>
              <a:endParaRPr lang="zh-CN" altLang="en-US" sz="2400" b="1" dirty="0">
                <a:solidFill>
                  <a:srgbClr val="6E7D75"/>
                </a:solidFill>
                <a:latin typeface="+mn-ea"/>
              </a:endParaRPr>
            </a:p>
          </p:txBody>
        </p:sp>
      </p:grpSp>
      <p:grpSp>
        <p:nvGrpSpPr>
          <p:cNvPr id="29" name="组合 28"/>
          <p:cNvGrpSpPr/>
          <p:nvPr/>
        </p:nvGrpSpPr>
        <p:grpSpPr>
          <a:xfrm>
            <a:off x="995671" y="3391284"/>
            <a:ext cx="5181762" cy="646331"/>
            <a:chOff x="1020561" y="2016117"/>
            <a:chExt cx="5181762" cy="646331"/>
          </a:xfrm>
        </p:grpSpPr>
        <p:sp>
          <p:nvSpPr>
            <p:cNvPr id="40" name="矩形 39"/>
            <p:cNvSpPr/>
            <p:nvPr/>
          </p:nvSpPr>
          <p:spPr>
            <a:xfrm>
              <a:off x="1020561" y="2315670"/>
              <a:ext cx="266700" cy="84667"/>
            </a:xfrm>
            <a:prstGeom prst="rect">
              <a:avLst/>
            </a:prstGeom>
            <a:solidFill>
              <a:srgbClr val="6E7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p:cNvSpPr txBox="1"/>
            <p:nvPr/>
          </p:nvSpPr>
          <p:spPr>
            <a:xfrm>
              <a:off x="1453115" y="2016117"/>
              <a:ext cx="4749208" cy="646331"/>
            </a:xfrm>
            <a:prstGeom prst="rect">
              <a:avLst/>
            </a:prstGeom>
            <a:noFill/>
          </p:spPr>
          <p:txBody>
            <a:bodyPr wrap="square" rtlCol="0">
              <a:spAutoFit/>
            </a:bodyPr>
            <a:lstStyle/>
            <a:p>
              <a:r>
                <a:rPr lang="en-US" altLang="zh-CN" sz="3600" b="1" dirty="0">
                  <a:solidFill>
                    <a:srgbClr val="DD8F8D"/>
                  </a:solidFill>
                  <a:latin typeface="+mn-ea"/>
                </a:rPr>
                <a:t>PART 2  </a:t>
              </a:r>
              <a:r>
                <a:rPr lang="zh-CN" altLang="en-US" sz="2400" b="1" dirty="0">
                  <a:solidFill>
                    <a:srgbClr val="6E7D75"/>
                  </a:solidFill>
                  <a:latin typeface="+mn-ea"/>
                </a:rPr>
                <a:t>输入标题文字</a:t>
              </a:r>
              <a:endParaRPr lang="zh-CN" altLang="en-US" sz="2400" b="1" dirty="0">
                <a:solidFill>
                  <a:srgbClr val="6E7D75"/>
                </a:solidFill>
                <a:latin typeface="+mn-ea"/>
              </a:endParaRPr>
            </a:p>
          </p:txBody>
        </p:sp>
      </p:grpSp>
      <p:grpSp>
        <p:nvGrpSpPr>
          <p:cNvPr id="42" name="组合 41"/>
          <p:cNvGrpSpPr/>
          <p:nvPr/>
        </p:nvGrpSpPr>
        <p:grpSpPr>
          <a:xfrm>
            <a:off x="995671" y="4215296"/>
            <a:ext cx="5181762" cy="646331"/>
            <a:chOff x="1020561" y="2016117"/>
            <a:chExt cx="5181762" cy="646331"/>
          </a:xfrm>
        </p:grpSpPr>
        <p:sp>
          <p:nvSpPr>
            <p:cNvPr id="43" name="矩形 42"/>
            <p:cNvSpPr/>
            <p:nvPr/>
          </p:nvSpPr>
          <p:spPr>
            <a:xfrm>
              <a:off x="1020561" y="2315670"/>
              <a:ext cx="266700" cy="84667"/>
            </a:xfrm>
            <a:prstGeom prst="rect">
              <a:avLst/>
            </a:prstGeom>
            <a:solidFill>
              <a:srgbClr val="6E7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p:cNvSpPr txBox="1"/>
            <p:nvPr/>
          </p:nvSpPr>
          <p:spPr>
            <a:xfrm>
              <a:off x="1453115" y="2016117"/>
              <a:ext cx="4749208" cy="646331"/>
            </a:xfrm>
            <a:prstGeom prst="rect">
              <a:avLst/>
            </a:prstGeom>
            <a:noFill/>
          </p:spPr>
          <p:txBody>
            <a:bodyPr wrap="square" rtlCol="0">
              <a:spAutoFit/>
            </a:bodyPr>
            <a:lstStyle/>
            <a:p>
              <a:r>
                <a:rPr lang="en-US" altLang="zh-CN" sz="3600" b="1" dirty="0">
                  <a:solidFill>
                    <a:srgbClr val="DD8F8D"/>
                  </a:solidFill>
                  <a:latin typeface="+mn-ea"/>
                </a:rPr>
                <a:t>PART 3  </a:t>
              </a:r>
              <a:r>
                <a:rPr lang="zh-CN" altLang="en-US" sz="2400" b="1" dirty="0">
                  <a:solidFill>
                    <a:srgbClr val="6E7D75"/>
                  </a:solidFill>
                  <a:latin typeface="+mn-ea"/>
                </a:rPr>
                <a:t>输入标题文字</a:t>
              </a:r>
              <a:endParaRPr lang="zh-CN" altLang="en-US" sz="2400" b="1" dirty="0">
                <a:solidFill>
                  <a:srgbClr val="6E7D75"/>
                </a:solidFill>
                <a:latin typeface="+mn-ea"/>
              </a:endParaRPr>
            </a:p>
          </p:txBody>
        </p:sp>
      </p:grpSp>
      <p:grpSp>
        <p:nvGrpSpPr>
          <p:cNvPr id="45" name="组合 44"/>
          <p:cNvGrpSpPr/>
          <p:nvPr/>
        </p:nvGrpSpPr>
        <p:grpSpPr>
          <a:xfrm>
            <a:off x="995671" y="5039308"/>
            <a:ext cx="5181762" cy="646331"/>
            <a:chOff x="1020561" y="2016117"/>
            <a:chExt cx="5181762" cy="646331"/>
          </a:xfrm>
        </p:grpSpPr>
        <p:sp>
          <p:nvSpPr>
            <p:cNvPr id="46" name="矩形 45"/>
            <p:cNvSpPr/>
            <p:nvPr/>
          </p:nvSpPr>
          <p:spPr>
            <a:xfrm>
              <a:off x="1020561" y="2315670"/>
              <a:ext cx="266700" cy="84667"/>
            </a:xfrm>
            <a:prstGeom prst="rect">
              <a:avLst/>
            </a:prstGeom>
            <a:solidFill>
              <a:srgbClr val="6E7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p:cNvSpPr txBox="1"/>
            <p:nvPr/>
          </p:nvSpPr>
          <p:spPr>
            <a:xfrm>
              <a:off x="1453115" y="2016117"/>
              <a:ext cx="4749208" cy="646331"/>
            </a:xfrm>
            <a:prstGeom prst="rect">
              <a:avLst/>
            </a:prstGeom>
            <a:noFill/>
          </p:spPr>
          <p:txBody>
            <a:bodyPr wrap="square" rtlCol="0">
              <a:spAutoFit/>
            </a:bodyPr>
            <a:lstStyle/>
            <a:p>
              <a:r>
                <a:rPr lang="en-US" altLang="zh-CN" sz="3600" b="1" dirty="0">
                  <a:solidFill>
                    <a:srgbClr val="DD8F8D"/>
                  </a:solidFill>
                  <a:latin typeface="+mn-ea"/>
                </a:rPr>
                <a:t>PART 4  </a:t>
              </a:r>
              <a:r>
                <a:rPr lang="zh-CN" altLang="en-US" sz="2400" b="1" dirty="0">
                  <a:solidFill>
                    <a:srgbClr val="6E7D75"/>
                  </a:solidFill>
                  <a:latin typeface="+mn-ea"/>
                </a:rPr>
                <a:t>输入标题文字</a:t>
              </a:r>
              <a:endParaRPr lang="zh-CN" altLang="en-US" sz="2400" b="1" dirty="0">
                <a:solidFill>
                  <a:srgbClr val="6E7D75"/>
                </a:solidFill>
                <a:latin typeface="+mn-ea"/>
              </a:endParaRPr>
            </a:p>
          </p:txBody>
        </p:sp>
      </p:grpSp>
      <p:grpSp>
        <p:nvGrpSpPr>
          <p:cNvPr id="51" name="Google Shape;2101;p37"/>
          <p:cNvGrpSpPr/>
          <p:nvPr/>
        </p:nvGrpSpPr>
        <p:grpSpPr>
          <a:xfrm rot="-5400000">
            <a:off x="6508590" y="1379366"/>
            <a:ext cx="1374093" cy="997995"/>
            <a:chOff x="8079872" y="1013425"/>
            <a:chExt cx="692014" cy="502605"/>
          </a:xfrm>
          <a:solidFill>
            <a:srgbClr val="FCE6AF"/>
          </a:solidFill>
        </p:grpSpPr>
        <p:sp>
          <p:nvSpPr>
            <p:cNvPr id="52" name="Google Shape;2102;p37"/>
            <p:cNvSpPr/>
            <p:nvPr/>
          </p:nvSpPr>
          <p:spPr>
            <a:xfrm rot="-2700000">
              <a:off x="8139810" y="1119866"/>
              <a:ext cx="289406" cy="289406"/>
            </a:xfrm>
            <a:custGeom>
              <a:avLst/>
              <a:gdLst/>
              <a:ahLst/>
              <a:cxnLst/>
              <a:rect l="l" t="t" r="r" b="b"/>
              <a:pathLst>
                <a:path w="8405" h="8405" extrusionOk="0">
                  <a:moveTo>
                    <a:pt x="8150" y="0"/>
                  </a:moveTo>
                  <a:lnTo>
                    <a:pt x="0" y="8150"/>
                  </a:lnTo>
                  <a:cubicBezTo>
                    <a:pt x="13" y="8239"/>
                    <a:pt x="26" y="8315"/>
                    <a:pt x="39" y="8404"/>
                  </a:cubicBezTo>
                  <a:lnTo>
                    <a:pt x="8405" y="51"/>
                  </a:lnTo>
                  <a:lnTo>
                    <a:pt x="8150" y="0"/>
                  </a:lnTo>
                  <a:close/>
                </a:path>
              </a:pathLst>
            </a:custGeom>
            <a:grpFill/>
            <a:ln w="9525" cap="flat" cmpd="sng">
              <a:solidFill>
                <a:srgbClr val="FCE6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 name="Google Shape;2103;p37"/>
            <p:cNvSpPr/>
            <p:nvPr/>
          </p:nvSpPr>
          <p:spPr>
            <a:xfrm rot="-2700000">
              <a:off x="8124200" y="1174011"/>
              <a:ext cx="181115" cy="181115"/>
            </a:xfrm>
            <a:custGeom>
              <a:avLst/>
              <a:gdLst/>
              <a:ahLst/>
              <a:cxnLst/>
              <a:rect l="l" t="t" r="r" b="b"/>
              <a:pathLst>
                <a:path w="5260" h="5260" extrusionOk="0">
                  <a:moveTo>
                    <a:pt x="5259" y="0"/>
                  </a:moveTo>
                  <a:cubicBezTo>
                    <a:pt x="5119" y="39"/>
                    <a:pt x="4979" y="64"/>
                    <a:pt x="4852" y="115"/>
                  </a:cubicBezTo>
                  <a:lnTo>
                    <a:pt x="115" y="4852"/>
                  </a:lnTo>
                  <a:cubicBezTo>
                    <a:pt x="64" y="4992"/>
                    <a:pt x="39" y="5119"/>
                    <a:pt x="1" y="5259"/>
                  </a:cubicBezTo>
                  <a:lnTo>
                    <a:pt x="5259" y="0"/>
                  </a:lnTo>
                  <a:close/>
                </a:path>
              </a:pathLst>
            </a:custGeom>
            <a:grpFill/>
            <a:ln w="9525" cap="flat" cmpd="sng">
              <a:solidFill>
                <a:srgbClr val="FCE6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 name="Google Shape;2104;p37"/>
            <p:cNvSpPr/>
            <p:nvPr/>
          </p:nvSpPr>
          <p:spPr>
            <a:xfrm rot="-2700000">
              <a:off x="8245967" y="1086917"/>
              <a:ext cx="355172" cy="355620"/>
            </a:xfrm>
            <a:custGeom>
              <a:avLst/>
              <a:gdLst/>
              <a:ahLst/>
              <a:cxnLst/>
              <a:rect l="l" t="t" r="r" b="b"/>
              <a:pathLst>
                <a:path w="10315" h="10328" extrusionOk="0">
                  <a:moveTo>
                    <a:pt x="10175" y="1"/>
                  </a:moveTo>
                  <a:lnTo>
                    <a:pt x="1" y="10174"/>
                  </a:lnTo>
                  <a:cubicBezTo>
                    <a:pt x="52" y="10225"/>
                    <a:pt x="103" y="10276"/>
                    <a:pt x="141" y="10327"/>
                  </a:cubicBezTo>
                  <a:lnTo>
                    <a:pt x="10315" y="153"/>
                  </a:lnTo>
                  <a:cubicBezTo>
                    <a:pt x="10277" y="102"/>
                    <a:pt x="10226" y="51"/>
                    <a:pt x="10175" y="1"/>
                  </a:cubicBezTo>
                  <a:close/>
                </a:path>
              </a:pathLst>
            </a:custGeom>
            <a:grpFill/>
            <a:ln w="9525" cap="flat" cmpd="sng">
              <a:solidFill>
                <a:srgbClr val="FCE6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 name="Google Shape;2105;p37"/>
            <p:cNvSpPr/>
            <p:nvPr/>
          </p:nvSpPr>
          <p:spPr>
            <a:xfrm rot="-2700000">
              <a:off x="8534738" y="1167133"/>
              <a:ext cx="195577" cy="195164"/>
            </a:xfrm>
            <a:custGeom>
              <a:avLst/>
              <a:gdLst/>
              <a:ahLst/>
              <a:cxnLst/>
              <a:rect l="l" t="t" r="r" b="b"/>
              <a:pathLst>
                <a:path w="5680" h="5668" extrusionOk="0">
                  <a:moveTo>
                    <a:pt x="5679" y="1"/>
                  </a:moveTo>
                  <a:lnTo>
                    <a:pt x="0" y="5667"/>
                  </a:lnTo>
                  <a:cubicBezTo>
                    <a:pt x="128" y="5642"/>
                    <a:pt x="255" y="5616"/>
                    <a:pt x="382" y="5578"/>
                  </a:cubicBezTo>
                  <a:lnTo>
                    <a:pt x="5590" y="370"/>
                  </a:lnTo>
                  <a:cubicBezTo>
                    <a:pt x="5629" y="243"/>
                    <a:pt x="5654" y="115"/>
                    <a:pt x="5679" y="1"/>
                  </a:cubicBezTo>
                  <a:close/>
                </a:path>
              </a:pathLst>
            </a:custGeom>
            <a:grpFill/>
            <a:ln w="9525" cap="flat" cmpd="sng">
              <a:solidFill>
                <a:srgbClr val="FCE6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 name="Google Shape;2106;p37"/>
            <p:cNvSpPr/>
            <p:nvPr/>
          </p:nvSpPr>
          <p:spPr>
            <a:xfrm rot="-2700000">
              <a:off x="8415144" y="1116802"/>
              <a:ext cx="295535" cy="295535"/>
            </a:xfrm>
            <a:custGeom>
              <a:avLst/>
              <a:gdLst/>
              <a:ahLst/>
              <a:cxnLst/>
              <a:rect l="l" t="t" r="r" b="b"/>
              <a:pathLst>
                <a:path w="8583" h="8583" extrusionOk="0">
                  <a:moveTo>
                    <a:pt x="8532" y="0"/>
                  </a:moveTo>
                  <a:lnTo>
                    <a:pt x="1" y="8532"/>
                  </a:lnTo>
                  <a:cubicBezTo>
                    <a:pt x="77" y="8557"/>
                    <a:pt x="153" y="8570"/>
                    <a:pt x="243" y="8583"/>
                  </a:cubicBezTo>
                  <a:lnTo>
                    <a:pt x="8583" y="242"/>
                  </a:lnTo>
                  <a:cubicBezTo>
                    <a:pt x="8570" y="166"/>
                    <a:pt x="8545" y="90"/>
                    <a:pt x="8532" y="0"/>
                  </a:cubicBezTo>
                  <a:close/>
                </a:path>
              </a:pathLst>
            </a:custGeom>
            <a:grpFill/>
            <a:ln w="9525" cap="flat" cmpd="sng">
              <a:solidFill>
                <a:srgbClr val="FCE6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 name="Google Shape;2107;p37"/>
            <p:cNvSpPr/>
            <p:nvPr/>
          </p:nvSpPr>
          <p:spPr>
            <a:xfrm rot="-2700000">
              <a:off x="8322460" y="1093560"/>
              <a:ext cx="342019" cy="342019"/>
            </a:xfrm>
            <a:custGeom>
              <a:avLst/>
              <a:gdLst/>
              <a:ahLst/>
              <a:cxnLst/>
              <a:rect l="l" t="t" r="r" b="b"/>
              <a:pathLst>
                <a:path w="9933" h="9933" extrusionOk="0">
                  <a:moveTo>
                    <a:pt x="9831" y="0"/>
                  </a:moveTo>
                  <a:lnTo>
                    <a:pt x="1" y="9831"/>
                  </a:lnTo>
                  <a:cubicBezTo>
                    <a:pt x="64" y="9869"/>
                    <a:pt x="115" y="9894"/>
                    <a:pt x="179" y="9932"/>
                  </a:cubicBezTo>
                  <a:lnTo>
                    <a:pt x="9933" y="191"/>
                  </a:lnTo>
                  <a:cubicBezTo>
                    <a:pt x="9894" y="128"/>
                    <a:pt x="9856" y="64"/>
                    <a:pt x="9831" y="0"/>
                  </a:cubicBezTo>
                  <a:close/>
                </a:path>
              </a:pathLst>
            </a:custGeom>
            <a:grpFill/>
            <a:ln w="9525" cap="flat" cmpd="sng">
              <a:solidFill>
                <a:srgbClr val="FCE6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8" name="Google Shape;2108;p37"/>
            <p:cNvSpPr/>
            <p:nvPr/>
          </p:nvSpPr>
          <p:spPr>
            <a:xfrm rot="-2700000">
              <a:off x="8184252" y="1094868"/>
              <a:ext cx="339402" cy="339402"/>
            </a:xfrm>
            <a:custGeom>
              <a:avLst/>
              <a:gdLst/>
              <a:ahLst/>
              <a:cxnLst/>
              <a:rect l="l" t="t" r="r" b="b"/>
              <a:pathLst>
                <a:path w="9857" h="9857" extrusionOk="0">
                  <a:moveTo>
                    <a:pt x="9665" y="1"/>
                  </a:moveTo>
                  <a:lnTo>
                    <a:pt x="1" y="9665"/>
                  </a:lnTo>
                  <a:lnTo>
                    <a:pt x="103" y="9856"/>
                  </a:lnTo>
                  <a:lnTo>
                    <a:pt x="9856" y="102"/>
                  </a:lnTo>
                  <a:cubicBezTo>
                    <a:pt x="9793" y="64"/>
                    <a:pt x="9729" y="39"/>
                    <a:pt x="9665" y="1"/>
                  </a:cubicBezTo>
                  <a:close/>
                </a:path>
              </a:pathLst>
            </a:custGeom>
            <a:grpFill/>
            <a:ln w="9525" cap="flat" cmpd="sng">
              <a:solidFill>
                <a:srgbClr val="FCE6A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pic>
        <p:nvPicPr>
          <p:cNvPr id="3" name="图片 2"/>
          <p:cNvPicPr>
            <a:picLocks noChangeAspect="1"/>
          </p:cNvPicPr>
          <p:nvPr/>
        </p:nvPicPr>
        <p:blipFill rotWithShape="1">
          <a:blip r:embed="rId4" cstate="print">
            <a:extLst>
              <a:ext uri="{28A0092B-C50C-407E-A947-70E740481C1C}">
                <a14:useLocalDpi xmlns:a14="http://schemas.microsoft.com/office/drawing/2010/main" val="0"/>
              </a:ext>
            </a:extLst>
          </a:blip>
          <a:srcRect l="4856" r="11757"/>
          <a:stretch>
            <a:fillRect/>
          </a:stretch>
        </p:blipFill>
        <p:spPr>
          <a:xfrm>
            <a:off x="5820710" y="1258642"/>
            <a:ext cx="5537334" cy="4426997"/>
          </a:xfrm>
          <a:prstGeom prst="wedgeRectCallout">
            <a:avLst/>
          </a:prstGeom>
          <a:ln w="28575">
            <a:solidFill>
              <a:srgbClr val="FCE6AF"/>
            </a:solidFill>
            <a:prstDash val="sysDash"/>
          </a:ln>
        </p:spPr>
      </p:pic>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additive="base">
                                        <p:cTn id="12" dur="500" fill="hold"/>
                                        <p:tgtEl>
                                          <p:spTgt spid="29"/>
                                        </p:tgtEl>
                                        <p:attrNameLst>
                                          <p:attrName>ppt_x</p:attrName>
                                        </p:attrNameLst>
                                      </p:cBhvr>
                                      <p:tavLst>
                                        <p:tav tm="0">
                                          <p:val>
                                            <p:strVal val="#ppt_x"/>
                                          </p:val>
                                        </p:tav>
                                        <p:tav tm="100000">
                                          <p:val>
                                            <p:strVal val="#ppt_x"/>
                                          </p:val>
                                        </p:tav>
                                      </p:tavLst>
                                    </p:anim>
                                    <p:anim calcmode="lin" valueType="num">
                                      <p:cBhvr additive="base">
                                        <p:cTn id="13" dur="500" fill="hold"/>
                                        <p:tgtEl>
                                          <p:spTgt spid="29"/>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42"/>
                                        </p:tgtEl>
                                        <p:attrNameLst>
                                          <p:attrName>style.visibility</p:attrName>
                                        </p:attrNameLst>
                                      </p:cBhvr>
                                      <p:to>
                                        <p:strVal val="visible"/>
                                      </p:to>
                                    </p:set>
                                    <p:anim calcmode="lin" valueType="num">
                                      <p:cBhvr additive="base">
                                        <p:cTn id="17" dur="500" fill="hold"/>
                                        <p:tgtEl>
                                          <p:spTgt spid="42"/>
                                        </p:tgtEl>
                                        <p:attrNameLst>
                                          <p:attrName>ppt_x</p:attrName>
                                        </p:attrNameLst>
                                      </p:cBhvr>
                                      <p:tavLst>
                                        <p:tav tm="0">
                                          <p:val>
                                            <p:strVal val="#ppt_x"/>
                                          </p:val>
                                        </p:tav>
                                        <p:tav tm="100000">
                                          <p:val>
                                            <p:strVal val="#ppt_x"/>
                                          </p:val>
                                        </p:tav>
                                      </p:tavLst>
                                    </p:anim>
                                    <p:anim calcmode="lin" valueType="num">
                                      <p:cBhvr additive="base">
                                        <p:cTn id="18" dur="500" fill="hold"/>
                                        <p:tgtEl>
                                          <p:spTgt spid="42"/>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45"/>
                                        </p:tgtEl>
                                        <p:attrNameLst>
                                          <p:attrName>style.visibility</p:attrName>
                                        </p:attrNameLst>
                                      </p:cBhvr>
                                      <p:to>
                                        <p:strVal val="visible"/>
                                      </p:to>
                                    </p:set>
                                    <p:anim calcmode="lin" valueType="num">
                                      <p:cBhvr additive="base">
                                        <p:cTn id="22" dur="500" fill="hold"/>
                                        <p:tgtEl>
                                          <p:spTgt spid="45"/>
                                        </p:tgtEl>
                                        <p:attrNameLst>
                                          <p:attrName>ppt_x</p:attrName>
                                        </p:attrNameLst>
                                      </p:cBhvr>
                                      <p:tavLst>
                                        <p:tav tm="0">
                                          <p:val>
                                            <p:strVal val="#ppt_x"/>
                                          </p:val>
                                        </p:tav>
                                        <p:tav tm="100000">
                                          <p:val>
                                            <p:strVal val="#ppt_x"/>
                                          </p:val>
                                        </p:tav>
                                      </p:tavLst>
                                    </p:anim>
                                    <p:anim calcmode="lin" valueType="num">
                                      <p:cBhvr additive="base">
                                        <p:cTn id="23"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FEF5"/>
        </a:solidFill>
        <a:effectLst/>
      </p:bgPr>
    </p:bg>
    <p:spTree>
      <p:nvGrpSpPr>
        <p:cNvPr id="1" name=""/>
        <p:cNvGrpSpPr/>
        <p:nvPr/>
      </p:nvGrpSpPr>
      <p:grpSpPr>
        <a:xfrm>
          <a:off x="0" y="0"/>
          <a:ext cx="0" cy="0"/>
          <a:chOff x="0" y="0"/>
          <a:chExt cx="0" cy="0"/>
        </a:xfrm>
      </p:grpSpPr>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60017" y="86523"/>
            <a:ext cx="1880748" cy="521613"/>
          </a:xfrm>
          <a:prstGeom prst="rect">
            <a:avLst/>
          </a:prstGeom>
        </p:spPr>
      </p:pic>
      <p:sp>
        <p:nvSpPr>
          <p:cNvPr id="5" name="矩形 4"/>
          <p:cNvSpPr/>
          <p:nvPr/>
        </p:nvSpPr>
        <p:spPr>
          <a:xfrm>
            <a:off x="0" y="0"/>
            <a:ext cx="4717143" cy="6858000"/>
          </a:xfrm>
          <a:prstGeom prst="rect">
            <a:avLst/>
          </a:prstGeom>
          <a:solidFill>
            <a:srgbClr val="C8D7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41" name="图片 40"/>
          <p:cNvPicPr>
            <a:picLocks noChangeAspect="1"/>
          </p:cNvPicPr>
          <p:nvPr/>
        </p:nvPicPr>
        <p:blipFill rotWithShape="1">
          <a:blip r:embed="rId3" cstate="print">
            <a:extLst>
              <a:ext uri="{28A0092B-C50C-407E-A947-70E740481C1C}">
                <a14:useLocalDpi xmlns:a14="http://schemas.microsoft.com/office/drawing/2010/main" val="0"/>
              </a:ext>
            </a:extLst>
          </a:blip>
          <a:srcRect l="16349" r="12228"/>
          <a:stretch>
            <a:fillRect/>
          </a:stretch>
        </p:blipFill>
        <p:spPr>
          <a:xfrm>
            <a:off x="896249" y="450005"/>
            <a:ext cx="6430851" cy="6002530"/>
          </a:xfrm>
          <a:prstGeom prst="cloud">
            <a:avLst/>
          </a:prstGeom>
          <a:ln w="28575">
            <a:solidFill>
              <a:srgbClr val="FEFEF5"/>
            </a:solidFill>
            <a:prstDash val="sysDash"/>
          </a:ln>
        </p:spPr>
      </p:pic>
      <p:grpSp>
        <p:nvGrpSpPr>
          <p:cNvPr id="18" name="Google Shape;2853;p55"/>
          <p:cNvGrpSpPr/>
          <p:nvPr/>
        </p:nvGrpSpPr>
        <p:grpSpPr>
          <a:xfrm rot="10800000">
            <a:off x="3016609" y="347329"/>
            <a:ext cx="1182555" cy="747706"/>
            <a:chOff x="1847510" y="943299"/>
            <a:chExt cx="813484" cy="514350"/>
          </a:xfrm>
          <a:solidFill>
            <a:schemeClr val="bg1"/>
          </a:solidFill>
        </p:grpSpPr>
        <p:grpSp>
          <p:nvGrpSpPr>
            <p:cNvPr id="20" name="Google Shape;2854;p55"/>
            <p:cNvGrpSpPr/>
            <p:nvPr/>
          </p:nvGrpSpPr>
          <p:grpSpPr>
            <a:xfrm rot="5400000">
              <a:off x="1770623" y="1020186"/>
              <a:ext cx="514350" cy="360576"/>
              <a:chOff x="811070" y="531598"/>
              <a:chExt cx="514350" cy="360576"/>
            </a:xfrm>
            <a:grpFill/>
          </p:grpSpPr>
          <p:sp>
            <p:nvSpPr>
              <p:cNvPr id="36" name="Google Shape;2855;p55"/>
              <p:cNvSpPr/>
              <p:nvPr/>
            </p:nvSpPr>
            <p:spPr>
              <a:xfrm rot="2700000">
                <a:off x="972493" y="539771"/>
                <a:ext cx="37637" cy="35992"/>
              </a:xfrm>
              <a:custGeom>
                <a:avLst/>
                <a:gdLst/>
                <a:ahLst/>
                <a:cxnLst/>
                <a:rect l="l" t="t" r="r" b="b"/>
                <a:pathLst>
                  <a:path w="778" h="744" extrusionOk="0">
                    <a:moveTo>
                      <a:pt x="368" y="0"/>
                    </a:moveTo>
                    <a:cubicBezTo>
                      <a:pt x="178" y="0"/>
                      <a:pt x="0" y="148"/>
                      <a:pt x="0" y="370"/>
                    </a:cubicBezTo>
                    <a:cubicBezTo>
                      <a:pt x="0" y="595"/>
                      <a:pt x="183" y="744"/>
                      <a:pt x="376" y="744"/>
                    </a:cubicBezTo>
                    <a:cubicBezTo>
                      <a:pt x="466" y="744"/>
                      <a:pt x="560" y="711"/>
                      <a:pt x="637" y="637"/>
                    </a:cubicBezTo>
                    <a:cubicBezTo>
                      <a:pt x="777" y="485"/>
                      <a:pt x="777" y="255"/>
                      <a:pt x="637" y="115"/>
                    </a:cubicBezTo>
                    <a:cubicBezTo>
                      <a:pt x="557" y="36"/>
                      <a:pt x="461" y="0"/>
                      <a:pt x="3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2856;p55"/>
              <p:cNvSpPr/>
              <p:nvPr/>
            </p:nvSpPr>
            <p:spPr>
              <a:xfrm rot="2700000">
                <a:off x="972568" y="693793"/>
                <a:ext cx="37589" cy="36186"/>
              </a:xfrm>
              <a:custGeom>
                <a:avLst/>
                <a:gdLst/>
                <a:ahLst/>
                <a:cxnLst/>
                <a:rect l="l" t="t" r="r" b="b"/>
                <a:pathLst>
                  <a:path w="777" h="748" extrusionOk="0">
                    <a:moveTo>
                      <a:pt x="375" y="0"/>
                    </a:moveTo>
                    <a:cubicBezTo>
                      <a:pt x="183" y="0"/>
                      <a:pt x="0" y="149"/>
                      <a:pt x="0" y="374"/>
                    </a:cubicBezTo>
                    <a:cubicBezTo>
                      <a:pt x="0" y="599"/>
                      <a:pt x="183" y="747"/>
                      <a:pt x="375" y="747"/>
                    </a:cubicBezTo>
                    <a:cubicBezTo>
                      <a:pt x="466" y="747"/>
                      <a:pt x="559" y="715"/>
                      <a:pt x="637" y="641"/>
                    </a:cubicBezTo>
                    <a:cubicBezTo>
                      <a:pt x="777" y="488"/>
                      <a:pt x="777" y="259"/>
                      <a:pt x="637" y="106"/>
                    </a:cubicBezTo>
                    <a:cubicBezTo>
                      <a:pt x="559" y="33"/>
                      <a:pt x="466"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2857;p55"/>
              <p:cNvSpPr/>
              <p:nvPr/>
            </p:nvSpPr>
            <p:spPr>
              <a:xfrm rot="2700000">
                <a:off x="972048" y="847735"/>
                <a:ext cx="38218" cy="36234"/>
              </a:xfrm>
              <a:custGeom>
                <a:avLst/>
                <a:gdLst/>
                <a:ahLst/>
                <a:cxnLst/>
                <a:rect l="l" t="t" r="r" b="b"/>
                <a:pathLst>
                  <a:path w="790" h="749" extrusionOk="0">
                    <a:moveTo>
                      <a:pt x="381" y="1"/>
                    </a:moveTo>
                    <a:cubicBezTo>
                      <a:pt x="189" y="1"/>
                      <a:pt x="0" y="149"/>
                      <a:pt x="0" y="375"/>
                    </a:cubicBezTo>
                    <a:cubicBezTo>
                      <a:pt x="0" y="600"/>
                      <a:pt x="189" y="748"/>
                      <a:pt x="381" y="748"/>
                    </a:cubicBezTo>
                    <a:cubicBezTo>
                      <a:pt x="472" y="748"/>
                      <a:pt x="563" y="715"/>
                      <a:pt x="637" y="642"/>
                    </a:cubicBezTo>
                    <a:cubicBezTo>
                      <a:pt x="790" y="489"/>
                      <a:pt x="790" y="260"/>
                      <a:pt x="637" y="107"/>
                    </a:cubicBezTo>
                    <a:cubicBezTo>
                      <a:pt x="563" y="34"/>
                      <a:pt x="472" y="1"/>
                      <a:pt x="3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 name="Google Shape;2858;p55"/>
              <p:cNvSpPr/>
              <p:nvPr/>
            </p:nvSpPr>
            <p:spPr>
              <a:xfrm rot="2700000">
                <a:off x="818352" y="539605"/>
                <a:ext cx="37637" cy="36186"/>
              </a:xfrm>
              <a:custGeom>
                <a:avLst/>
                <a:gdLst/>
                <a:ahLst/>
                <a:cxnLst/>
                <a:rect l="l" t="t" r="r" b="b"/>
                <a:pathLst>
                  <a:path w="778" h="748" extrusionOk="0">
                    <a:moveTo>
                      <a:pt x="376" y="0"/>
                    </a:moveTo>
                    <a:cubicBezTo>
                      <a:pt x="183" y="0"/>
                      <a:pt x="0" y="149"/>
                      <a:pt x="0" y="374"/>
                    </a:cubicBezTo>
                    <a:cubicBezTo>
                      <a:pt x="0" y="599"/>
                      <a:pt x="183" y="747"/>
                      <a:pt x="376" y="747"/>
                    </a:cubicBezTo>
                    <a:cubicBezTo>
                      <a:pt x="467" y="747"/>
                      <a:pt x="560" y="715"/>
                      <a:pt x="637" y="641"/>
                    </a:cubicBezTo>
                    <a:cubicBezTo>
                      <a:pt x="777" y="488"/>
                      <a:pt x="777" y="259"/>
                      <a:pt x="637" y="106"/>
                    </a:cubicBezTo>
                    <a:cubicBezTo>
                      <a:pt x="560" y="33"/>
                      <a:pt x="467" y="0"/>
                      <a:pt x="37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 name="Google Shape;2859;p55"/>
              <p:cNvSpPr/>
              <p:nvPr/>
            </p:nvSpPr>
            <p:spPr>
              <a:xfrm rot="2700000">
                <a:off x="818369" y="693769"/>
                <a:ext cx="37637" cy="36234"/>
              </a:xfrm>
              <a:custGeom>
                <a:avLst/>
                <a:gdLst/>
                <a:ahLst/>
                <a:cxnLst/>
                <a:rect l="l" t="t" r="r" b="b"/>
                <a:pathLst>
                  <a:path w="778" h="749" extrusionOk="0">
                    <a:moveTo>
                      <a:pt x="376" y="1"/>
                    </a:moveTo>
                    <a:cubicBezTo>
                      <a:pt x="183" y="1"/>
                      <a:pt x="0" y="149"/>
                      <a:pt x="0" y="375"/>
                    </a:cubicBezTo>
                    <a:cubicBezTo>
                      <a:pt x="0" y="600"/>
                      <a:pt x="183" y="748"/>
                      <a:pt x="376" y="748"/>
                    </a:cubicBezTo>
                    <a:cubicBezTo>
                      <a:pt x="466" y="748"/>
                      <a:pt x="560" y="715"/>
                      <a:pt x="637" y="642"/>
                    </a:cubicBezTo>
                    <a:cubicBezTo>
                      <a:pt x="777" y="489"/>
                      <a:pt x="777" y="260"/>
                      <a:pt x="637" y="107"/>
                    </a:cubicBezTo>
                    <a:cubicBezTo>
                      <a:pt x="560" y="34"/>
                      <a:pt x="466" y="1"/>
                      <a:pt x="37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 name="Google Shape;2860;p55"/>
              <p:cNvSpPr/>
              <p:nvPr/>
            </p:nvSpPr>
            <p:spPr>
              <a:xfrm rot="2700000">
                <a:off x="818530" y="847779"/>
                <a:ext cx="37589" cy="36283"/>
              </a:xfrm>
              <a:custGeom>
                <a:avLst/>
                <a:gdLst/>
                <a:ahLst/>
                <a:cxnLst/>
                <a:rect l="l" t="t" r="r" b="b"/>
                <a:pathLst>
                  <a:path w="777" h="750" extrusionOk="0">
                    <a:moveTo>
                      <a:pt x="375" y="0"/>
                    </a:moveTo>
                    <a:cubicBezTo>
                      <a:pt x="182" y="0"/>
                      <a:pt x="0" y="154"/>
                      <a:pt x="0" y="379"/>
                    </a:cubicBezTo>
                    <a:cubicBezTo>
                      <a:pt x="0" y="602"/>
                      <a:pt x="178" y="749"/>
                      <a:pt x="368" y="749"/>
                    </a:cubicBezTo>
                    <a:cubicBezTo>
                      <a:pt x="461" y="749"/>
                      <a:pt x="557" y="714"/>
                      <a:pt x="637" y="634"/>
                    </a:cubicBezTo>
                    <a:cubicBezTo>
                      <a:pt x="777" y="494"/>
                      <a:pt x="777" y="252"/>
                      <a:pt x="637" y="112"/>
                    </a:cubicBezTo>
                    <a:cubicBezTo>
                      <a:pt x="559" y="34"/>
                      <a:pt x="466"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 name="Google Shape;2861;p55"/>
              <p:cNvSpPr/>
              <p:nvPr/>
            </p:nvSpPr>
            <p:spPr>
              <a:xfrm rot="2700000">
                <a:off x="1280074" y="539839"/>
                <a:ext cx="38218" cy="35992"/>
              </a:xfrm>
              <a:custGeom>
                <a:avLst/>
                <a:gdLst/>
                <a:ahLst/>
                <a:cxnLst/>
                <a:rect l="l" t="t" r="r" b="b"/>
                <a:pathLst>
                  <a:path w="790" h="744" extrusionOk="0">
                    <a:moveTo>
                      <a:pt x="381" y="0"/>
                    </a:moveTo>
                    <a:cubicBezTo>
                      <a:pt x="189" y="0"/>
                      <a:pt x="0" y="149"/>
                      <a:pt x="0" y="374"/>
                    </a:cubicBezTo>
                    <a:cubicBezTo>
                      <a:pt x="0" y="596"/>
                      <a:pt x="184" y="744"/>
                      <a:pt x="374" y="744"/>
                    </a:cubicBezTo>
                    <a:cubicBezTo>
                      <a:pt x="467" y="744"/>
                      <a:pt x="561" y="708"/>
                      <a:pt x="637" y="629"/>
                    </a:cubicBezTo>
                    <a:cubicBezTo>
                      <a:pt x="790" y="489"/>
                      <a:pt x="790" y="247"/>
                      <a:pt x="637" y="107"/>
                    </a:cubicBezTo>
                    <a:cubicBezTo>
                      <a:pt x="563" y="33"/>
                      <a:pt x="472" y="0"/>
                      <a:pt x="38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 name="Google Shape;2862;p55"/>
              <p:cNvSpPr/>
              <p:nvPr/>
            </p:nvSpPr>
            <p:spPr>
              <a:xfrm rot="2700000">
                <a:off x="1280261" y="693861"/>
                <a:ext cx="37637" cy="35605"/>
              </a:xfrm>
              <a:custGeom>
                <a:avLst/>
                <a:gdLst/>
                <a:ahLst/>
                <a:cxnLst/>
                <a:rect l="l" t="t" r="r" b="b"/>
                <a:pathLst>
                  <a:path w="778" h="736" extrusionOk="0">
                    <a:moveTo>
                      <a:pt x="382" y="0"/>
                    </a:moveTo>
                    <a:cubicBezTo>
                      <a:pt x="189" y="0"/>
                      <a:pt x="1" y="149"/>
                      <a:pt x="1" y="374"/>
                    </a:cubicBezTo>
                    <a:cubicBezTo>
                      <a:pt x="1" y="590"/>
                      <a:pt x="188" y="735"/>
                      <a:pt x="380" y="735"/>
                    </a:cubicBezTo>
                    <a:cubicBezTo>
                      <a:pt x="472" y="735"/>
                      <a:pt x="564" y="702"/>
                      <a:pt x="638" y="629"/>
                    </a:cubicBezTo>
                    <a:cubicBezTo>
                      <a:pt x="778" y="488"/>
                      <a:pt x="778" y="247"/>
                      <a:pt x="638" y="106"/>
                    </a:cubicBezTo>
                    <a:cubicBezTo>
                      <a:pt x="564" y="33"/>
                      <a:pt x="473" y="0"/>
                      <a:pt x="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 name="Google Shape;2863;p55"/>
              <p:cNvSpPr/>
              <p:nvPr/>
            </p:nvSpPr>
            <p:spPr>
              <a:xfrm rot="2700000">
                <a:off x="1280432" y="847702"/>
                <a:ext cx="37637" cy="35992"/>
              </a:xfrm>
              <a:custGeom>
                <a:avLst/>
                <a:gdLst/>
                <a:ahLst/>
                <a:cxnLst/>
                <a:rect l="l" t="t" r="r" b="b"/>
                <a:pathLst>
                  <a:path w="778" h="744" extrusionOk="0">
                    <a:moveTo>
                      <a:pt x="374" y="0"/>
                    </a:moveTo>
                    <a:cubicBezTo>
                      <a:pt x="184" y="0"/>
                      <a:pt x="1" y="148"/>
                      <a:pt x="1" y="370"/>
                    </a:cubicBezTo>
                    <a:cubicBezTo>
                      <a:pt x="1" y="595"/>
                      <a:pt x="189" y="744"/>
                      <a:pt x="382" y="744"/>
                    </a:cubicBezTo>
                    <a:cubicBezTo>
                      <a:pt x="472" y="744"/>
                      <a:pt x="564" y="711"/>
                      <a:pt x="637" y="637"/>
                    </a:cubicBezTo>
                    <a:cubicBezTo>
                      <a:pt x="778" y="485"/>
                      <a:pt x="778" y="255"/>
                      <a:pt x="637" y="115"/>
                    </a:cubicBezTo>
                    <a:cubicBezTo>
                      <a:pt x="562" y="36"/>
                      <a:pt x="467" y="0"/>
                      <a:pt x="37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 name="Google Shape;2864;p55"/>
              <p:cNvSpPr/>
              <p:nvPr/>
            </p:nvSpPr>
            <p:spPr>
              <a:xfrm rot="2700000">
                <a:off x="1126555" y="539690"/>
                <a:ext cx="37589" cy="36428"/>
              </a:xfrm>
              <a:custGeom>
                <a:avLst/>
                <a:gdLst/>
                <a:ahLst/>
                <a:cxnLst/>
                <a:rect l="l" t="t" r="r" b="b"/>
                <a:pathLst>
                  <a:path w="777" h="753" extrusionOk="0">
                    <a:moveTo>
                      <a:pt x="368" y="0"/>
                    </a:moveTo>
                    <a:cubicBezTo>
                      <a:pt x="178" y="0"/>
                      <a:pt x="0" y="148"/>
                      <a:pt x="0" y="370"/>
                    </a:cubicBezTo>
                    <a:cubicBezTo>
                      <a:pt x="0" y="602"/>
                      <a:pt x="179" y="752"/>
                      <a:pt x="370" y="752"/>
                    </a:cubicBezTo>
                    <a:cubicBezTo>
                      <a:pt x="462" y="752"/>
                      <a:pt x="558" y="717"/>
                      <a:pt x="637" y="638"/>
                    </a:cubicBezTo>
                    <a:cubicBezTo>
                      <a:pt x="777" y="497"/>
                      <a:pt x="777" y="256"/>
                      <a:pt x="637" y="115"/>
                    </a:cubicBezTo>
                    <a:cubicBezTo>
                      <a:pt x="557" y="36"/>
                      <a:pt x="461" y="0"/>
                      <a:pt x="3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 name="Google Shape;2865;p55"/>
              <p:cNvSpPr/>
              <p:nvPr/>
            </p:nvSpPr>
            <p:spPr>
              <a:xfrm rot="2700000">
                <a:off x="1126668" y="693941"/>
                <a:ext cx="37637" cy="35992"/>
              </a:xfrm>
              <a:custGeom>
                <a:avLst/>
                <a:gdLst/>
                <a:ahLst/>
                <a:cxnLst/>
                <a:rect l="l" t="t" r="r" b="b"/>
                <a:pathLst>
                  <a:path w="778" h="744" extrusionOk="0">
                    <a:moveTo>
                      <a:pt x="365" y="0"/>
                    </a:moveTo>
                    <a:cubicBezTo>
                      <a:pt x="179" y="0"/>
                      <a:pt x="1" y="148"/>
                      <a:pt x="1" y="370"/>
                    </a:cubicBezTo>
                    <a:cubicBezTo>
                      <a:pt x="1" y="595"/>
                      <a:pt x="183" y="744"/>
                      <a:pt x="372" y="744"/>
                    </a:cubicBezTo>
                    <a:cubicBezTo>
                      <a:pt x="461" y="744"/>
                      <a:pt x="551" y="711"/>
                      <a:pt x="625" y="637"/>
                    </a:cubicBezTo>
                    <a:cubicBezTo>
                      <a:pt x="778" y="485"/>
                      <a:pt x="778" y="255"/>
                      <a:pt x="625" y="115"/>
                    </a:cubicBezTo>
                    <a:cubicBezTo>
                      <a:pt x="549" y="36"/>
                      <a:pt x="456" y="0"/>
                      <a:pt x="3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 name="Google Shape;2866;p55"/>
              <p:cNvSpPr/>
              <p:nvPr/>
            </p:nvSpPr>
            <p:spPr>
              <a:xfrm rot="2700000">
                <a:off x="1126199" y="847759"/>
                <a:ext cx="38266" cy="36186"/>
              </a:xfrm>
              <a:custGeom>
                <a:avLst/>
                <a:gdLst/>
                <a:ahLst/>
                <a:cxnLst/>
                <a:rect l="l" t="t" r="r" b="b"/>
                <a:pathLst>
                  <a:path w="791" h="748" extrusionOk="0">
                    <a:moveTo>
                      <a:pt x="382" y="0"/>
                    </a:moveTo>
                    <a:cubicBezTo>
                      <a:pt x="189" y="0"/>
                      <a:pt x="1" y="149"/>
                      <a:pt x="1" y="374"/>
                    </a:cubicBezTo>
                    <a:cubicBezTo>
                      <a:pt x="1" y="599"/>
                      <a:pt x="189" y="747"/>
                      <a:pt x="382" y="747"/>
                    </a:cubicBezTo>
                    <a:cubicBezTo>
                      <a:pt x="473" y="747"/>
                      <a:pt x="564" y="715"/>
                      <a:pt x="638" y="641"/>
                    </a:cubicBezTo>
                    <a:cubicBezTo>
                      <a:pt x="790" y="488"/>
                      <a:pt x="790" y="259"/>
                      <a:pt x="638" y="106"/>
                    </a:cubicBezTo>
                    <a:cubicBezTo>
                      <a:pt x="564" y="33"/>
                      <a:pt x="473" y="0"/>
                      <a:pt x="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1" name="Google Shape;2867;p55"/>
            <p:cNvGrpSpPr/>
            <p:nvPr/>
          </p:nvGrpSpPr>
          <p:grpSpPr>
            <a:xfrm rot="5400000">
              <a:off x="2238776" y="1027263"/>
              <a:ext cx="498177" cy="346259"/>
              <a:chOff x="819071" y="538729"/>
              <a:chExt cx="498177" cy="346259"/>
            </a:xfrm>
            <a:grpFill/>
          </p:grpSpPr>
          <p:sp>
            <p:nvSpPr>
              <p:cNvPr id="22" name="Google Shape;2868;p55"/>
              <p:cNvSpPr/>
              <p:nvPr/>
            </p:nvSpPr>
            <p:spPr>
              <a:xfrm rot="2700000">
                <a:off x="972491" y="539775"/>
                <a:ext cx="37637" cy="35992"/>
              </a:xfrm>
              <a:custGeom>
                <a:avLst/>
                <a:gdLst/>
                <a:ahLst/>
                <a:cxnLst/>
                <a:rect l="l" t="t" r="r" b="b"/>
                <a:pathLst>
                  <a:path w="778" h="744" extrusionOk="0">
                    <a:moveTo>
                      <a:pt x="368" y="0"/>
                    </a:moveTo>
                    <a:cubicBezTo>
                      <a:pt x="178" y="0"/>
                      <a:pt x="0" y="148"/>
                      <a:pt x="0" y="370"/>
                    </a:cubicBezTo>
                    <a:cubicBezTo>
                      <a:pt x="0" y="595"/>
                      <a:pt x="183" y="744"/>
                      <a:pt x="376" y="744"/>
                    </a:cubicBezTo>
                    <a:cubicBezTo>
                      <a:pt x="466" y="744"/>
                      <a:pt x="560" y="711"/>
                      <a:pt x="637" y="637"/>
                    </a:cubicBezTo>
                    <a:cubicBezTo>
                      <a:pt x="777" y="485"/>
                      <a:pt x="777" y="255"/>
                      <a:pt x="637" y="115"/>
                    </a:cubicBezTo>
                    <a:cubicBezTo>
                      <a:pt x="557" y="36"/>
                      <a:pt x="461" y="0"/>
                      <a:pt x="3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 name="Google Shape;2869;p55"/>
              <p:cNvSpPr/>
              <p:nvPr/>
            </p:nvSpPr>
            <p:spPr>
              <a:xfrm rot="2700000">
                <a:off x="972567" y="693797"/>
                <a:ext cx="37589" cy="36186"/>
              </a:xfrm>
              <a:custGeom>
                <a:avLst/>
                <a:gdLst/>
                <a:ahLst/>
                <a:cxnLst/>
                <a:rect l="l" t="t" r="r" b="b"/>
                <a:pathLst>
                  <a:path w="777" h="748" extrusionOk="0">
                    <a:moveTo>
                      <a:pt x="375" y="0"/>
                    </a:moveTo>
                    <a:cubicBezTo>
                      <a:pt x="183" y="0"/>
                      <a:pt x="0" y="149"/>
                      <a:pt x="0" y="374"/>
                    </a:cubicBezTo>
                    <a:cubicBezTo>
                      <a:pt x="0" y="599"/>
                      <a:pt x="183" y="747"/>
                      <a:pt x="375" y="747"/>
                    </a:cubicBezTo>
                    <a:cubicBezTo>
                      <a:pt x="466" y="747"/>
                      <a:pt x="559" y="715"/>
                      <a:pt x="637" y="641"/>
                    </a:cubicBezTo>
                    <a:cubicBezTo>
                      <a:pt x="777" y="488"/>
                      <a:pt x="777" y="259"/>
                      <a:pt x="637" y="106"/>
                    </a:cubicBezTo>
                    <a:cubicBezTo>
                      <a:pt x="559" y="33"/>
                      <a:pt x="466"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 name="Google Shape;2870;p55"/>
              <p:cNvSpPr/>
              <p:nvPr/>
            </p:nvSpPr>
            <p:spPr>
              <a:xfrm rot="2700000">
                <a:off x="972049" y="847736"/>
                <a:ext cx="38218" cy="36234"/>
              </a:xfrm>
              <a:custGeom>
                <a:avLst/>
                <a:gdLst/>
                <a:ahLst/>
                <a:cxnLst/>
                <a:rect l="l" t="t" r="r" b="b"/>
                <a:pathLst>
                  <a:path w="790" h="749" extrusionOk="0">
                    <a:moveTo>
                      <a:pt x="381" y="1"/>
                    </a:moveTo>
                    <a:cubicBezTo>
                      <a:pt x="189" y="1"/>
                      <a:pt x="0" y="149"/>
                      <a:pt x="0" y="375"/>
                    </a:cubicBezTo>
                    <a:cubicBezTo>
                      <a:pt x="0" y="600"/>
                      <a:pt x="189" y="748"/>
                      <a:pt x="381" y="748"/>
                    </a:cubicBezTo>
                    <a:cubicBezTo>
                      <a:pt x="472" y="748"/>
                      <a:pt x="563" y="715"/>
                      <a:pt x="637" y="642"/>
                    </a:cubicBezTo>
                    <a:cubicBezTo>
                      <a:pt x="790" y="489"/>
                      <a:pt x="790" y="260"/>
                      <a:pt x="637" y="107"/>
                    </a:cubicBezTo>
                    <a:cubicBezTo>
                      <a:pt x="563" y="34"/>
                      <a:pt x="472" y="1"/>
                      <a:pt x="3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 name="Google Shape;2871;p55"/>
              <p:cNvSpPr/>
              <p:nvPr/>
            </p:nvSpPr>
            <p:spPr>
              <a:xfrm rot="2700000">
                <a:off x="818349" y="539611"/>
                <a:ext cx="37637" cy="36186"/>
              </a:xfrm>
              <a:custGeom>
                <a:avLst/>
                <a:gdLst/>
                <a:ahLst/>
                <a:cxnLst/>
                <a:rect l="l" t="t" r="r" b="b"/>
                <a:pathLst>
                  <a:path w="778" h="748" extrusionOk="0">
                    <a:moveTo>
                      <a:pt x="376" y="0"/>
                    </a:moveTo>
                    <a:cubicBezTo>
                      <a:pt x="183" y="0"/>
                      <a:pt x="0" y="149"/>
                      <a:pt x="0" y="374"/>
                    </a:cubicBezTo>
                    <a:cubicBezTo>
                      <a:pt x="0" y="599"/>
                      <a:pt x="183" y="747"/>
                      <a:pt x="376" y="747"/>
                    </a:cubicBezTo>
                    <a:cubicBezTo>
                      <a:pt x="467" y="747"/>
                      <a:pt x="560" y="715"/>
                      <a:pt x="637" y="641"/>
                    </a:cubicBezTo>
                    <a:cubicBezTo>
                      <a:pt x="777" y="488"/>
                      <a:pt x="777" y="259"/>
                      <a:pt x="637" y="106"/>
                    </a:cubicBezTo>
                    <a:cubicBezTo>
                      <a:pt x="560" y="33"/>
                      <a:pt x="467" y="0"/>
                      <a:pt x="37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2872;p55"/>
              <p:cNvSpPr/>
              <p:nvPr/>
            </p:nvSpPr>
            <p:spPr>
              <a:xfrm rot="2700000">
                <a:off x="818369" y="693772"/>
                <a:ext cx="37637" cy="36234"/>
              </a:xfrm>
              <a:custGeom>
                <a:avLst/>
                <a:gdLst/>
                <a:ahLst/>
                <a:cxnLst/>
                <a:rect l="l" t="t" r="r" b="b"/>
                <a:pathLst>
                  <a:path w="778" h="749" extrusionOk="0">
                    <a:moveTo>
                      <a:pt x="376" y="1"/>
                    </a:moveTo>
                    <a:cubicBezTo>
                      <a:pt x="183" y="1"/>
                      <a:pt x="0" y="149"/>
                      <a:pt x="0" y="375"/>
                    </a:cubicBezTo>
                    <a:cubicBezTo>
                      <a:pt x="0" y="600"/>
                      <a:pt x="183" y="748"/>
                      <a:pt x="376" y="748"/>
                    </a:cubicBezTo>
                    <a:cubicBezTo>
                      <a:pt x="466" y="748"/>
                      <a:pt x="560" y="715"/>
                      <a:pt x="637" y="642"/>
                    </a:cubicBezTo>
                    <a:cubicBezTo>
                      <a:pt x="777" y="489"/>
                      <a:pt x="777" y="260"/>
                      <a:pt x="637" y="107"/>
                    </a:cubicBezTo>
                    <a:cubicBezTo>
                      <a:pt x="560" y="34"/>
                      <a:pt x="466" y="1"/>
                      <a:pt x="37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2873;p55"/>
              <p:cNvSpPr/>
              <p:nvPr/>
            </p:nvSpPr>
            <p:spPr>
              <a:xfrm rot="2700000">
                <a:off x="818529" y="847782"/>
                <a:ext cx="37589" cy="36283"/>
              </a:xfrm>
              <a:custGeom>
                <a:avLst/>
                <a:gdLst/>
                <a:ahLst/>
                <a:cxnLst/>
                <a:rect l="l" t="t" r="r" b="b"/>
                <a:pathLst>
                  <a:path w="777" h="750" extrusionOk="0">
                    <a:moveTo>
                      <a:pt x="375" y="0"/>
                    </a:moveTo>
                    <a:cubicBezTo>
                      <a:pt x="182" y="0"/>
                      <a:pt x="0" y="154"/>
                      <a:pt x="0" y="379"/>
                    </a:cubicBezTo>
                    <a:cubicBezTo>
                      <a:pt x="0" y="602"/>
                      <a:pt x="178" y="749"/>
                      <a:pt x="368" y="749"/>
                    </a:cubicBezTo>
                    <a:cubicBezTo>
                      <a:pt x="461" y="749"/>
                      <a:pt x="557" y="714"/>
                      <a:pt x="637" y="634"/>
                    </a:cubicBezTo>
                    <a:cubicBezTo>
                      <a:pt x="777" y="494"/>
                      <a:pt x="777" y="252"/>
                      <a:pt x="637" y="112"/>
                    </a:cubicBezTo>
                    <a:cubicBezTo>
                      <a:pt x="559" y="34"/>
                      <a:pt x="466"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2874;p55"/>
              <p:cNvSpPr/>
              <p:nvPr/>
            </p:nvSpPr>
            <p:spPr>
              <a:xfrm rot="2700000">
                <a:off x="1280073" y="539842"/>
                <a:ext cx="38218" cy="35992"/>
              </a:xfrm>
              <a:custGeom>
                <a:avLst/>
                <a:gdLst/>
                <a:ahLst/>
                <a:cxnLst/>
                <a:rect l="l" t="t" r="r" b="b"/>
                <a:pathLst>
                  <a:path w="790" h="744" extrusionOk="0">
                    <a:moveTo>
                      <a:pt x="381" y="0"/>
                    </a:moveTo>
                    <a:cubicBezTo>
                      <a:pt x="189" y="0"/>
                      <a:pt x="0" y="149"/>
                      <a:pt x="0" y="374"/>
                    </a:cubicBezTo>
                    <a:cubicBezTo>
                      <a:pt x="0" y="596"/>
                      <a:pt x="184" y="744"/>
                      <a:pt x="374" y="744"/>
                    </a:cubicBezTo>
                    <a:cubicBezTo>
                      <a:pt x="467" y="744"/>
                      <a:pt x="561" y="708"/>
                      <a:pt x="637" y="629"/>
                    </a:cubicBezTo>
                    <a:cubicBezTo>
                      <a:pt x="790" y="489"/>
                      <a:pt x="790" y="247"/>
                      <a:pt x="637" y="107"/>
                    </a:cubicBezTo>
                    <a:cubicBezTo>
                      <a:pt x="563" y="33"/>
                      <a:pt x="472" y="0"/>
                      <a:pt x="38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 name="Google Shape;2875;p55"/>
              <p:cNvSpPr/>
              <p:nvPr/>
            </p:nvSpPr>
            <p:spPr>
              <a:xfrm rot="2700000">
                <a:off x="1280260" y="693864"/>
                <a:ext cx="37637" cy="35605"/>
              </a:xfrm>
              <a:custGeom>
                <a:avLst/>
                <a:gdLst/>
                <a:ahLst/>
                <a:cxnLst/>
                <a:rect l="l" t="t" r="r" b="b"/>
                <a:pathLst>
                  <a:path w="778" h="736" extrusionOk="0">
                    <a:moveTo>
                      <a:pt x="382" y="0"/>
                    </a:moveTo>
                    <a:cubicBezTo>
                      <a:pt x="189" y="0"/>
                      <a:pt x="1" y="149"/>
                      <a:pt x="1" y="374"/>
                    </a:cubicBezTo>
                    <a:cubicBezTo>
                      <a:pt x="1" y="590"/>
                      <a:pt x="188" y="735"/>
                      <a:pt x="380" y="735"/>
                    </a:cubicBezTo>
                    <a:cubicBezTo>
                      <a:pt x="472" y="735"/>
                      <a:pt x="564" y="702"/>
                      <a:pt x="638" y="629"/>
                    </a:cubicBezTo>
                    <a:cubicBezTo>
                      <a:pt x="778" y="488"/>
                      <a:pt x="778" y="247"/>
                      <a:pt x="638" y="106"/>
                    </a:cubicBezTo>
                    <a:cubicBezTo>
                      <a:pt x="564" y="33"/>
                      <a:pt x="473" y="0"/>
                      <a:pt x="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 name="Google Shape;2876;p55"/>
              <p:cNvSpPr/>
              <p:nvPr/>
            </p:nvSpPr>
            <p:spPr>
              <a:xfrm rot="2700000">
                <a:off x="1280433" y="847702"/>
                <a:ext cx="37637" cy="35992"/>
              </a:xfrm>
              <a:custGeom>
                <a:avLst/>
                <a:gdLst/>
                <a:ahLst/>
                <a:cxnLst/>
                <a:rect l="l" t="t" r="r" b="b"/>
                <a:pathLst>
                  <a:path w="778" h="744" extrusionOk="0">
                    <a:moveTo>
                      <a:pt x="374" y="0"/>
                    </a:moveTo>
                    <a:cubicBezTo>
                      <a:pt x="184" y="0"/>
                      <a:pt x="1" y="148"/>
                      <a:pt x="1" y="370"/>
                    </a:cubicBezTo>
                    <a:cubicBezTo>
                      <a:pt x="1" y="595"/>
                      <a:pt x="189" y="744"/>
                      <a:pt x="382" y="744"/>
                    </a:cubicBezTo>
                    <a:cubicBezTo>
                      <a:pt x="472" y="744"/>
                      <a:pt x="564" y="711"/>
                      <a:pt x="637" y="637"/>
                    </a:cubicBezTo>
                    <a:cubicBezTo>
                      <a:pt x="778" y="485"/>
                      <a:pt x="778" y="255"/>
                      <a:pt x="637" y="115"/>
                    </a:cubicBezTo>
                    <a:cubicBezTo>
                      <a:pt x="562" y="36"/>
                      <a:pt x="467" y="0"/>
                      <a:pt x="37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 name="Google Shape;2877;p55"/>
              <p:cNvSpPr/>
              <p:nvPr/>
            </p:nvSpPr>
            <p:spPr>
              <a:xfrm rot="2700000">
                <a:off x="1126553" y="539693"/>
                <a:ext cx="37589" cy="36428"/>
              </a:xfrm>
              <a:custGeom>
                <a:avLst/>
                <a:gdLst/>
                <a:ahLst/>
                <a:cxnLst/>
                <a:rect l="l" t="t" r="r" b="b"/>
                <a:pathLst>
                  <a:path w="777" h="753" extrusionOk="0">
                    <a:moveTo>
                      <a:pt x="368" y="0"/>
                    </a:moveTo>
                    <a:cubicBezTo>
                      <a:pt x="178" y="0"/>
                      <a:pt x="0" y="148"/>
                      <a:pt x="0" y="370"/>
                    </a:cubicBezTo>
                    <a:cubicBezTo>
                      <a:pt x="0" y="602"/>
                      <a:pt x="179" y="752"/>
                      <a:pt x="370" y="752"/>
                    </a:cubicBezTo>
                    <a:cubicBezTo>
                      <a:pt x="462" y="752"/>
                      <a:pt x="558" y="717"/>
                      <a:pt x="637" y="638"/>
                    </a:cubicBezTo>
                    <a:cubicBezTo>
                      <a:pt x="777" y="497"/>
                      <a:pt x="777" y="256"/>
                      <a:pt x="637" y="115"/>
                    </a:cubicBezTo>
                    <a:cubicBezTo>
                      <a:pt x="557" y="36"/>
                      <a:pt x="461" y="0"/>
                      <a:pt x="3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 name="Google Shape;2878;p55"/>
              <p:cNvSpPr/>
              <p:nvPr/>
            </p:nvSpPr>
            <p:spPr>
              <a:xfrm rot="2700000">
                <a:off x="1126667" y="693944"/>
                <a:ext cx="37637" cy="35992"/>
              </a:xfrm>
              <a:custGeom>
                <a:avLst/>
                <a:gdLst/>
                <a:ahLst/>
                <a:cxnLst/>
                <a:rect l="l" t="t" r="r" b="b"/>
                <a:pathLst>
                  <a:path w="778" h="744" extrusionOk="0">
                    <a:moveTo>
                      <a:pt x="365" y="0"/>
                    </a:moveTo>
                    <a:cubicBezTo>
                      <a:pt x="179" y="0"/>
                      <a:pt x="1" y="148"/>
                      <a:pt x="1" y="370"/>
                    </a:cubicBezTo>
                    <a:cubicBezTo>
                      <a:pt x="1" y="595"/>
                      <a:pt x="183" y="744"/>
                      <a:pt x="372" y="744"/>
                    </a:cubicBezTo>
                    <a:cubicBezTo>
                      <a:pt x="461" y="744"/>
                      <a:pt x="551" y="711"/>
                      <a:pt x="625" y="637"/>
                    </a:cubicBezTo>
                    <a:cubicBezTo>
                      <a:pt x="778" y="485"/>
                      <a:pt x="778" y="255"/>
                      <a:pt x="625" y="115"/>
                    </a:cubicBezTo>
                    <a:cubicBezTo>
                      <a:pt x="549" y="36"/>
                      <a:pt x="456" y="0"/>
                      <a:pt x="3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 name="Google Shape;2879;p55"/>
              <p:cNvSpPr/>
              <p:nvPr/>
            </p:nvSpPr>
            <p:spPr>
              <a:xfrm rot="2700000">
                <a:off x="1126199" y="847762"/>
                <a:ext cx="38266" cy="36186"/>
              </a:xfrm>
              <a:custGeom>
                <a:avLst/>
                <a:gdLst/>
                <a:ahLst/>
                <a:cxnLst/>
                <a:rect l="l" t="t" r="r" b="b"/>
                <a:pathLst>
                  <a:path w="791" h="748" extrusionOk="0">
                    <a:moveTo>
                      <a:pt x="382" y="0"/>
                    </a:moveTo>
                    <a:cubicBezTo>
                      <a:pt x="189" y="0"/>
                      <a:pt x="1" y="149"/>
                      <a:pt x="1" y="374"/>
                    </a:cubicBezTo>
                    <a:cubicBezTo>
                      <a:pt x="1" y="599"/>
                      <a:pt x="189" y="747"/>
                      <a:pt x="382" y="747"/>
                    </a:cubicBezTo>
                    <a:cubicBezTo>
                      <a:pt x="473" y="747"/>
                      <a:pt x="564" y="715"/>
                      <a:pt x="638" y="641"/>
                    </a:cubicBezTo>
                    <a:cubicBezTo>
                      <a:pt x="790" y="488"/>
                      <a:pt x="790" y="259"/>
                      <a:pt x="638" y="106"/>
                    </a:cubicBezTo>
                    <a:cubicBezTo>
                      <a:pt x="564" y="33"/>
                      <a:pt x="473" y="0"/>
                      <a:pt x="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64" name="文本框 63"/>
          <p:cNvSpPr txBox="1"/>
          <p:nvPr/>
        </p:nvSpPr>
        <p:spPr>
          <a:xfrm>
            <a:off x="7577455" y="1290320"/>
            <a:ext cx="3856355" cy="1014730"/>
          </a:xfrm>
          <a:prstGeom prst="rect">
            <a:avLst/>
          </a:prstGeom>
          <a:noFill/>
        </p:spPr>
        <p:txBody>
          <a:bodyPr wrap="square" rtlCol="0">
            <a:spAutoFit/>
          </a:bodyPr>
          <a:lstStyle/>
          <a:p>
            <a:r>
              <a:rPr lang="en-US" altLang="zh-CN" sz="6000" dirty="0">
                <a:solidFill>
                  <a:srgbClr val="DD8F8D"/>
                </a:solidFill>
                <a:latin typeface="Mukta SemiBold" panose="020B0000000000000000"/>
              </a:rPr>
              <a:t>PART 1</a:t>
            </a:r>
            <a:endParaRPr lang="zh-CN" altLang="en-US" sz="6000" dirty="0">
              <a:solidFill>
                <a:srgbClr val="DD8F8D"/>
              </a:solidFill>
              <a:latin typeface="Mukta SemiBold" panose="020B0000000000000000"/>
            </a:endParaRPr>
          </a:p>
        </p:txBody>
      </p:sp>
      <p:sp>
        <p:nvSpPr>
          <p:cNvPr id="65" name="文本框 64"/>
          <p:cNvSpPr txBox="1"/>
          <p:nvPr/>
        </p:nvSpPr>
        <p:spPr>
          <a:xfrm>
            <a:off x="7577470" y="2987859"/>
            <a:ext cx="3969489" cy="584775"/>
          </a:xfrm>
          <a:prstGeom prst="rect">
            <a:avLst/>
          </a:prstGeom>
          <a:noFill/>
        </p:spPr>
        <p:txBody>
          <a:bodyPr wrap="square" rtlCol="0">
            <a:spAutoFit/>
          </a:bodyPr>
          <a:lstStyle/>
          <a:p>
            <a:r>
              <a:rPr lang="zh-CN" altLang="en-US" sz="3200" dirty="0">
                <a:solidFill>
                  <a:srgbClr val="6E7D75"/>
                </a:solidFill>
                <a:latin typeface="+mn-ea"/>
              </a:rPr>
              <a:t>请输入文字</a:t>
            </a:r>
            <a:endParaRPr lang="zh-CN" altLang="en-US" sz="3200" dirty="0">
              <a:solidFill>
                <a:srgbClr val="6E7D75"/>
              </a:solidFill>
              <a:latin typeface="+mn-ea"/>
            </a:endParaRPr>
          </a:p>
        </p:txBody>
      </p:sp>
      <p:sp>
        <p:nvSpPr>
          <p:cNvPr id="66" name="文本框 65"/>
          <p:cNvSpPr txBox="1"/>
          <p:nvPr/>
        </p:nvSpPr>
        <p:spPr>
          <a:xfrm>
            <a:off x="7577470" y="3792999"/>
            <a:ext cx="3279216" cy="584775"/>
          </a:xfrm>
          <a:prstGeom prst="rect">
            <a:avLst/>
          </a:prstGeom>
          <a:noFill/>
        </p:spPr>
        <p:txBody>
          <a:bodyPr wrap="square" rtlCol="0">
            <a:spAutoFit/>
          </a:bodyPr>
          <a:lstStyle/>
          <a:p>
            <a:r>
              <a:rPr lang="zh-CN" altLang="en-US" sz="1600" dirty="0">
                <a:solidFill>
                  <a:srgbClr val="6E7D75"/>
                </a:solidFill>
              </a:rPr>
              <a:t>请输入文字请输入文字请输入文字请输入文字请输入文字请输入文字</a:t>
            </a:r>
            <a:endParaRPr lang="zh-CN" altLang="en-US" sz="1600" dirty="0">
              <a:solidFill>
                <a:srgbClr val="6E7D75"/>
              </a:solidFill>
            </a:endParaRPr>
          </a:p>
        </p:txBody>
      </p:sp>
      <p:cxnSp>
        <p:nvCxnSpPr>
          <p:cNvPr id="42" name="直接连接符 41"/>
          <p:cNvCxnSpPr/>
          <p:nvPr/>
        </p:nvCxnSpPr>
        <p:spPr>
          <a:xfrm>
            <a:off x="7686336" y="4862622"/>
            <a:ext cx="3996652" cy="0"/>
          </a:xfrm>
          <a:prstGeom prst="line">
            <a:avLst/>
          </a:prstGeom>
          <a:ln w="38100">
            <a:solidFill>
              <a:srgbClr val="DD8F8D"/>
            </a:solidFill>
          </a:ln>
        </p:spPr>
        <p:style>
          <a:lnRef idx="1">
            <a:schemeClr val="accent1"/>
          </a:lnRef>
          <a:fillRef idx="0">
            <a:schemeClr val="accent1"/>
          </a:fillRef>
          <a:effectRef idx="0">
            <a:schemeClr val="accent1"/>
          </a:effectRef>
          <a:fontRef idx="minor">
            <a:schemeClr val="tx1"/>
          </a:fontRef>
        </p:style>
      </p:cxnSp>
      <p:grpSp>
        <p:nvGrpSpPr>
          <p:cNvPr id="43" name="Google Shape;2021;p35"/>
          <p:cNvGrpSpPr/>
          <p:nvPr/>
        </p:nvGrpSpPr>
        <p:grpSpPr>
          <a:xfrm rot="16200000">
            <a:off x="451563" y="5056233"/>
            <a:ext cx="639389" cy="1393350"/>
            <a:chOff x="5273525" y="899922"/>
            <a:chExt cx="396675" cy="864430"/>
          </a:xfrm>
          <a:solidFill>
            <a:srgbClr val="FEFEF5"/>
          </a:solidFill>
        </p:grpSpPr>
        <p:sp>
          <p:nvSpPr>
            <p:cNvPr id="44" name="Google Shape;2022;p35"/>
            <p:cNvSpPr/>
            <p:nvPr/>
          </p:nvSpPr>
          <p:spPr>
            <a:xfrm rot="8099893">
              <a:off x="5331322" y="1426205"/>
              <a:ext cx="281164" cy="279702"/>
            </a:xfrm>
            <a:custGeom>
              <a:avLst/>
              <a:gdLst/>
              <a:ahLst/>
              <a:cxnLst/>
              <a:rect l="l" t="t" r="r" b="b"/>
              <a:pathLst>
                <a:path w="2484" h="2471" extrusionOk="0">
                  <a:moveTo>
                    <a:pt x="2483" y="1"/>
                  </a:moveTo>
                  <a:lnTo>
                    <a:pt x="0" y="230"/>
                  </a:lnTo>
                  <a:lnTo>
                    <a:pt x="2242" y="2471"/>
                  </a:lnTo>
                  <a:lnTo>
                    <a:pt x="248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 name="Google Shape;2023;p35"/>
            <p:cNvSpPr/>
            <p:nvPr/>
          </p:nvSpPr>
          <p:spPr>
            <a:xfrm rot="8099893">
              <a:off x="5331478" y="1192229"/>
              <a:ext cx="279806" cy="279815"/>
            </a:xfrm>
            <a:custGeom>
              <a:avLst/>
              <a:gdLst/>
              <a:ahLst/>
              <a:cxnLst/>
              <a:rect l="l" t="t" r="r" b="b"/>
              <a:pathLst>
                <a:path w="2472" h="2472" extrusionOk="0">
                  <a:moveTo>
                    <a:pt x="2471" y="1"/>
                  </a:moveTo>
                  <a:lnTo>
                    <a:pt x="1" y="230"/>
                  </a:lnTo>
                  <a:lnTo>
                    <a:pt x="2229" y="2471"/>
                  </a:lnTo>
                  <a:lnTo>
                    <a:pt x="247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 name="Google Shape;2024;p35"/>
            <p:cNvSpPr/>
            <p:nvPr/>
          </p:nvSpPr>
          <p:spPr>
            <a:xfrm rot="8099893">
              <a:off x="5331532" y="957847"/>
              <a:ext cx="279693" cy="279702"/>
            </a:xfrm>
            <a:custGeom>
              <a:avLst/>
              <a:gdLst/>
              <a:ahLst/>
              <a:cxnLst/>
              <a:rect l="l" t="t" r="r" b="b"/>
              <a:pathLst>
                <a:path w="2471" h="2471" extrusionOk="0">
                  <a:moveTo>
                    <a:pt x="2471" y="0"/>
                  </a:moveTo>
                  <a:lnTo>
                    <a:pt x="0" y="229"/>
                  </a:lnTo>
                  <a:lnTo>
                    <a:pt x="2229" y="2471"/>
                  </a:lnTo>
                  <a:lnTo>
                    <a:pt x="247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FEF5"/>
        </a:solidFill>
        <a:effectLst/>
      </p:bgPr>
    </p:bg>
    <p:spTree>
      <p:nvGrpSpPr>
        <p:cNvPr id="1" name=""/>
        <p:cNvGrpSpPr/>
        <p:nvPr/>
      </p:nvGrpSpPr>
      <p:grpSpPr>
        <a:xfrm>
          <a:off x="0" y="0"/>
          <a:ext cx="0" cy="0"/>
          <a:chOff x="0" y="0"/>
          <a:chExt cx="0" cy="0"/>
        </a:xfrm>
      </p:grpSpPr>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60017" y="86523"/>
            <a:ext cx="1880748" cy="521613"/>
          </a:xfrm>
          <a:prstGeom prst="rect">
            <a:avLst/>
          </a:prstGeom>
        </p:spPr>
      </p:pic>
      <p:sp>
        <p:nvSpPr>
          <p:cNvPr id="3" name="矩形: 圆角 2"/>
          <p:cNvSpPr/>
          <p:nvPr/>
        </p:nvSpPr>
        <p:spPr>
          <a:xfrm>
            <a:off x="754197" y="1530367"/>
            <a:ext cx="8795240" cy="1385500"/>
          </a:xfrm>
          <a:prstGeom prst="roundRect">
            <a:avLst/>
          </a:prstGeom>
          <a:noFill/>
          <a:ln>
            <a:solidFill>
              <a:srgbClr val="C8D7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p:cNvSpPr/>
          <p:nvPr/>
        </p:nvSpPr>
        <p:spPr>
          <a:xfrm>
            <a:off x="754197" y="3176506"/>
            <a:ext cx="8795240" cy="1385500"/>
          </a:xfrm>
          <a:prstGeom prst="roundRect">
            <a:avLst/>
          </a:prstGeom>
          <a:noFill/>
          <a:ln>
            <a:solidFill>
              <a:srgbClr val="C8D7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圆角 7"/>
          <p:cNvSpPr/>
          <p:nvPr/>
        </p:nvSpPr>
        <p:spPr>
          <a:xfrm>
            <a:off x="754197" y="4822647"/>
            <a:ext cx="8795240" cy="1385500"/>
          </a:xfrm>
          <a:prstGeom prst="roundRect">
            <a:avLst/>
          </a:prstGeom>
          <a:noFill/>
          <a:ln>
            <a:solidFill>
              <a:srgbClr val="C8D7D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圆角 10"/>
          <p:cNvSpPr/>
          <p:nvPr/>
        </p:nvSpPr>
        <p:spPr>
          <a:xfrm>
            <a:off x="754197" y="1805531"/>
            <a:ext cx="75080" cy="874048"/>
          </a:xfrm>
          <a:prstGeom prst="roundRect">
            <a:avLst/>
          </a:prstGeom>
          <a:solidFill>
            <a:srgbClr val="DD8F8D">
              <a:alpha val="90000"/>
            </a:srgbClr>
          </a:solidFill>
          <a:ln w="12700" cap="flat" cmpd="sng" algn="ctr">
            <a:noFill/>
            <a:prstDash val="solid"/>
            <a:miter lim="800000"/>
          </a:ln>
          <a:effectLst/>
        </p:spPr>
        <p:txBody>
          <a:bodyPr rtlCol="0" anchor="ctr"/>
          <a:lstStyle/>
          <a:p>
            <a:pPr algn="ctr"/>
            <a:endParaRPr lang="zh-CN" altLang="en-US" kern="0">
              <a:solidFill>
                <a:prstClr val="white"/>
              </a:solidFill>
              <a:latin typeface="Calibri" panose="020F0502020204030204"/>
            </a:endParaRPr>
          </a:p>
        </p:txBody>
      </p:sp>
      <p:sp>
        <p:nvSpPr>
          <p:cNvPr id="12" name="矩形: 圆角 11"/>
          <p:cNvSpPr/>
          <p:nvPr/>
        </p:nvSpPr>
        <p:spPr>
          <a:xfrm>
            <a:off x="754197" y="3440326"/>
            <a:ext cx="75080" cy="874048"/>
          </a:xfrm>
          <a:prstGeom prst="roundRect">
            <a:avLst/>
          </a:prstGeom>
          <a:solidFill>
            <a:srgbClr val="DD8F8D">
              <a:alpha val="90000"/>
            </a:srgbClr>
          </a:solidFill>
          <a:ln w="12700" cap="flat" cmpd="sng" algn="ctr">
            <a:noFill/>
            <a:prstDash val="solid"/>
            <a:miter lim="800000"/>
          </a:ln>
          <a:effectLst/>
        </p:spPr>
        <p:txBody>
          <a:bodyPr rtlCol="0" anchor="ctr"/>
          <a:lstStyle/>
          <a:p>
            <a:pPr algn="ctr"/>
            <a:endParaRPr lang="zh-CN" altLang="en-US" kern="0">
              <a:solidFill>
                <a:prstClr val="white"/>
              </a:solidFill>
              <a:latin typeface="Calibri" panose="020F0502020204030204"/>
            </a:endParaRPr>
          </a:p>
        </p:txBody>
      </p:sp>
      <p:sp>
        <p:nvSpPr>
          <p:cNvPr id="13" name="矩形: 圆角 12"/>
          <p:cNvSpPr/>
          <p:nvPr/>
        </p:nvSpPr>
        <p:spPr>
          <a:xfrm>
            <a:off x="754197" y="5075121"/>
            <a:ext cx="75080" cy="874048"/>
          </a:xfrm>
          <a:prstGeom prst="roundRect">
            <a:avLst/>
          </a:prstGeom>
          <a:solidFill>
            <a:srgbClr val="DD8F8D">
              <a:alpha val="90000"/>
            </a:srgbClr>
          </a:solidFill>
          <a:ln w="12700" cap="flat" cmpd="sng" algn="ctr">
            <a:noFill/>
            <a:prstDash val="solid"/>
            <a:miter lim="800000"/>
          </a:ln>
          <a:effectLst/>
        </p:spPr>
        <p:txBody>
          <a:bodyPr rtlCol="0" anchor="ctr"/>
          <a:lstStyle/>
          <a:p>
            <a:pPr algn="ctr"/>
            <a:endParaRPr lang="zh-CN" altLang="en-US" kern="0">
              <a:solidFill>
                <a:prstClr val="white"/>
              </a:solidFill>
              <a:latin typeface="Calibri" panose="020F0502020204030204"/>
            </a:endParaRPr>
          </a:p>
        </p:txBody>
      </p:sp>
      <p:grpSp>
        <p:nvGrpSpPr>
          <p:cNvPr id="14" name="组合 13"/>
          <p:cNvGrpSpPr/>
          <p:nvPr/>
        </p:nvGrpSpPr>
        <p:grpSpPr>
          <a:xfrm>
            <a:off x="1196797" y="1795234"/>
            <a:ext cx="5051418" cy="1114531"/>
            <a:chOff x="403999" y="5868834"/>
            <a:chExt cx="6838723" cy="1027080"/>
          </a:xfrm>
        </p:grpSpPr>
        <p:sp>
          <p:nvSpPr>
            <p:cNvPr id="16" name="PA-矩形 4"/>
            <p:cNvSpPr>
              <a:spLocks noChangeArrowheads="1"/>
            </p:cNvSpPr>
            <p:nvPr>
              <p:custDataLst>
                <p:tags r:id="rId3"/>
              </p:custDataLst>
            </p:nvPr>
          </p:nvSpPr>
          <p:spPr bwMode="auto">
            <a:xfrm>
              <a:off x="417004" y="6278309"/>
              <a:ext cx="6825718" cy="617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1400" dirty="0">
                  <a:solidFill>
                    <a:srgbClr val="6E7D75"/>
                  </a:solidFill>
                  <a:latin typeface="OPPOSans M" panose="00020600040101010101" pitchFamily="18" charset="-122"/>
                  <a:ea typeface="OPPOSans M" panose="00020600040101010101" pitchFamily="18" charset="-122"/>
                  <a:cs typeface="OPPOSans M" panose="00020600040101010101" pitchFamily="18" charset="-122"/>
                  <a:sym typeface="+mn-lt"/>
                </a:rPr>
                <a:t>点击这里，输入您的文本文字，更改文字的颜色或者大小属性。</a:t>
              </a:r>
              <a:endParaRPr lang="zh-CN" altLang="en-US" sz="1400" dirty="0">
                <a:solidFill>
                  <a:srgbClr val="6E7D75"/>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17" name="PA-矩形 4"/>
            <p:cNvSpPr>
              <a:spLocks noChangeArrowheads="1"/>
            </p:cNvSpPr>
            <p:nvPr>
              <p:custDataLst>
                <p:tags r:id="rId4"/>
              </p:custDataLst>
            </p:nvPr>
          </p:nvSpPr>
          <p:spPr bwMode="auto">
            <a:xfrm>
              <a:off x="403999" y="5868834"/>
              <a:ext cx="46197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6E7D75"/>
                  </a:solidFill>
                  <a:latin typeface="OPPOSans B" panose="00020600040101010101" pitchFamily="18" charset="-122"/>
                  <a:ea typeface="OPPOSans B" panose="00020600040101010101" pitchFamily="18" charset="-122"/>
                  <a:cs typeface="OPPOSans B" panose="00020600040101010101" pitchFamily="18" charset="-122"/>
                  <a:sym typeface="+mn-lt"/>
                </a:rPr>
                <a:t>输入关键词</a:t>
              </a:r>
              <a:endParaRPr lang="zh-CN" altLang="en-US" sz="2400" dirty="0">
                <a:solidFill>
                  <a:srgbClr val="6E7D75"/>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grpSp>
      <p:grpSp>
        <p:nvGrpSpPr>
          <p:cNvPr id="18" name="组合 17"/>
          <p:cNvGrpSpPr/>
          <p:nvPr/>
        </p:nvGrpSpPr>
        <p:grpSpPr>
          <a:xfrm>
            <a:off x="1196439" y="3456722"/>
            <a:ext cx="5051776" cy="1114531"/>
            <a:chOff x="403999" y="5868834"/>
            <a:chExt cx="6838723" cy="1027080"/>
          </a:xfrm>
        </p:grpSpPr>
        <p:sp>
          <p:nvSpPr>
            <p:cNvPr id="20" name="PA-矩形 4"/>
            <p:cNvSpPr>
              <a:spLocks noChangeArrowheads="1"/>
            </p:cNvSpPr>
            <p:nvPr>
              <p:custDataLst>
                <p:tags r:id="rId5"/>
              </p:custDataLst>
            </p:nvPr>
          </p:nvSpPr>
          <p:spPr bwMode="auto">
            <a:xfrm>
              <a:off x="417004" y="6278309"/>
              <a:ext cx="6825718" cy="617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1400" dirty="0">
                  <a:solidFill>
                    <a:srgbClr val="6E7D75"/>
                  </a:solidFill>
                  <a:latin typeface="OPPOSans M" panose="00020600040101010101" pitchFamily="18" charset="-122"/>
                  <a:ea typeface="OPPOSans M" panose="00020600040101010101" pitchFamily="18" charset="-122"/>
                  <a:cs typeface="OPPOSans M" panose="00020600040101010101" pitchFamily="18" charset="-122"/>
                  <a:sym typeface="+mn-lt"/>
                </a:rPr>
                <a:t>点击这里，输入您的文本文字，更改文字的颜色或者大小属性。</a:t>
              </a:r>
              <a:endParaRPr lang="zh-CN" altLang="en-US" sz="1400" dirty="0">
                <a:solidFill>
                  <a:srgbClr val="6E7D75"/>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21" name="PA-矩形 4"/>
            <p:cNvSpPr>
              <a:spLocks noChangeArrowheads="1"/>
            </p:cNvSpPr>
            <p:nvPr>
              <p:custDataLst>
                <p:tags r:id="rId6"/>
              </p:custDataLst>
            </p:nvPr>
          </p:nvSpPr>
          <p:spPr bwMode="auto">
            <a:xfrm>
              <a:off x="403999" y="5868834"/>
              <a:ext cx="46197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6E7D75"/>
                  </a:solidFill>
                  <a:latin typeface="OPPOSans B" panose="00020600040101010101" pitchFamily="18" charset="-122"/>
                  <a:ea typeface="OPPOSans B" panose="00020600040101010101" pitchFamily="18" charset="-122"/>
                  <a:cs typeface="OPPOSans B" panose="00020600040101010101" pitchFamily="18" charset="-122"/>
                  <a:sym typeface="+mn-lt"/>
                </a:rPr>
                <a:t>输入关键词</a:t>
              </a:r>
              <a:endParaRPr lang="zh-CN" altLang="en-US" sz="2400" dirty="0">
                <a:solidFill>
                  <a:srgbClr val="6E7D75"/>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grpSp>
      <p:grpSp>
        <p:nvGrpSpPr>
          <p:cNvPr id="22" name="组合 21"/>
          <p:cNvGrpSpPr/>
          <p:nvPr/>
        </p:nvGrpSpPr>
        <p:grpSpPr>
          <a:xfrm>
            <a:off x="1196439" y="5075121"/>
            <a:ext cx="5051776" cy="1114531"/>
            <a:chOff x="403999" y="5868834"/>
            <a:chExt cx="6838723" cy="1027080"/>
          </a:xfrm>
        </p:grpSpPr>
        <p:sp>
          <p:nvSpPr>
            <p:cNvPr id="23" name="PA-矩形 4"/>
            <p:cNvSpPr>
              <a:spLocks noChangeArrowheads="1"/>
            </p:cNvSpPr>
            <p:nvPr>
              <p:custDataLst>
                <p:tags r:id="rId7"/>
              </p:custDataLst>
            </p:nvPr>
          </p:nvSpPr>
          <p:spPr bwMode="auto">
            <a:xfrm>
              <a:off x="417004" y="6278309"/>
              <a:ext cx="6825718" cy="617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1400" dirty="0">
                  <a:solidFill>
                    <a:srgbClr val="6E7D75"/>
                  </a:solidFill>
                  <a:latin typeface="OPPOSans M" panose="00020600040101010101" pitchFamily="18" charset="-122"/>
                  <a:ea typeface="OPPOSans M" panose="00020600040101010101" pitchFamily="18" charset="-122"/>
                  <a:cs typeface="OPPOSans M" panose="00020600040101010101" pitchFamily="18" charset="-122"/>
                  <a:sym typeface="+mn-lt"/>
                </a:rPr>
                <a:t>点击这里，输入您的文本文字，更改文字的颜色或者大小属性。</a:t>
              </a:r>
              <a:endParaRPr lang="zh-CN" altLang="en-US" sz="1400" dirty="0">
                <a:solidFill>
                  <a:srgbClr val="6E7D75"/>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24" name="PA-矩形 4"/>
            <p:cNvSpPr>
              <a:spLocks noChangeArrowheads="1"/>
            </p:cNvSpPr>
            <p:nvPr>
              <p:custDataLst>
                <p:tags r:id="rId8"/>
              </p:custDataLst>
            </p:nvPr>
          </p:nvSpPr>
          <p:spPr bwMode="auto">
            <a:xfrm>
              <a:off x="403999" y="5868834"/>
              <a:ext cx="46197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rgbClr val="6E7D75"/>
                  </a:solidFill>
                  <a:latin typeface="OPPOSans B" panose="00020600040101010101" pitchFamily="18" charset="-122"/>
                  <a:ea typeface="OPPOSans B" panose="00020600040101010101" pitchFamily="18" charset="-122"/>
                  <a:cs typeface="OPPOSans B" panose="00020600040101010101" pitchFamily="18" charset="-122"/>
                  <a:sym typeface="+mn-lt"/>
                </a:rPr>
                <a:t>输入关键词</a:t>
              </a:r>
              <a:endParaRPr lang="zh-CN" altLang="en-US" sz="2400" dirty="0">
                <a:solidFill>
                  <a:srgbClr val="6E7D75"/>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grpSp>
      <p:pic>
        <p:nvPicPr>
          <p:cNvPr id="25" name="Google Shape;2017;p35"/>
          <p:cNvPicPr preferRelativeResize="0"/>
          <p:nvPr/>
        </p:nvPicPr>
        <p:blipFill rotWithShape="1">
          <a:blip r:embed="rId9">
            <a:alphaModFix amt="62000"/>
          </a:blip>
          <a:srcRect t="406" b="416"/>
          <a:stretch>
            <a:fillRect/>
          </a:stretch>
        </p:blipFill>
        <p:spPr>
          <a:xfrm rot="10800000" flipH="1">
            <a:off x="10847512" y="941105"/>
            <a:ext cx="3369119" cy="3360405"/>
          </a:xfrm>
          <a:prstGeom prst="ellipse">
            <a:avLst/>
          </a:prstGeom>
          <a:solidFill>
            <a:srgbClr val="FCE6AF"/>
          </a:solidFill>
          <a:ln>
            <a:noFill/>
          </a:ln>
        </p:spPr>
      </p:pic>
      <p:grpSp>
        <p:nvGrpSpPr>
          <p:cNvPr id="60" name="组合 59"/>
          <p:cNvGrpSpPr/>
          <p:nvPr/>
        </p:nvGrpSpPr>
        <p:grpSpPr>
          <a:xfrm>
            <a:off x="478971" y="455005"/>
            <a:ext cx="4849588" cy="492443"/>
            <a:chOff x="174171" y="513062"/>
            <a:chExt cx="4849588" cy="492443"/>
          </a:xfrm>
        </p:grpSpPr>
        <p:sp>
          <p:nvSpPr>
            <p:cNvPr id="61" name="PA-矩形 4"/>
            <p:cNvSpPr>
              <a:spLocks noChangeArrowheads="1"/>
            </p:cNvSpPr>
            <p:nvPr>
              <p:custDataLst>
                <p:tags r:id="rId10"/>
              </p:custDataLst>
            </p:nvPr>
          </p:nvSpPr>
          <p:spPr bwMode="auto">
            <a:xfrm>
              <a:off x="403999" y="513062"/>
              <a:ext cx="461976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3200" dirty="0">
                  <a:solidFill>
                    <a:srgbClr val="6E7D75"/>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sym typeface="阿里巴巴普惠体 H" panose="00020600040101010101" pitchFamily="18" charset="-122"/>
                </a:rPr>
                <a:t>这里输入标题</a:t>
              </a:r>
              <a:endParaRPr lang="zh-CN" altLang="en-US" sz="3200" dirty="0">
                <a:solidFill>
                  <a:srgbClr val="6E7D75"/>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sym typeface="阿里巴巴普惠体 H" panose="00020600040101010101" pitchFamily="18" charset="-122"/>
              </a:endParaRPr>
            </a:p>
          </p:txBody>
        </p:sp>
        <p:sp>
          <p:nvSpPr>
            <p:cNvPr id="62" name="矩形 61"/>
            <p:cNvSpPr/>
            <p:nvPr/>
          </p:nvSpPr>
          <p:spPr>
            <a:xfrm>
              <a:off x="174171" y="568588"/>
              <a:ext cx="72572" cy="381391"/>
            </a:xfrm>
            <a:prstGeom prst="rect">
              <a:avLst/>
            </a:prstGeom>
            <a:solidFill>
              <a:srgbClr val="6E7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41" name="组合 40"/>
          <p:cNvGrpSpPr/>
          <p:nvPr/>
        </p:nvGrpSpPr>
        <p:grpSpPr>
          <a:xfrm>
            <a:off x="10225198" y="4240171"/>
            <a:ext cx="1521512" cy="4023547"/>
            <a:chOff x="10956468" y="1077300"/>
            <a:chExt cx="870187" cy="2301157"/>
          </a:xfrm>
        </p:grpSpPr>
        <p:grpSp>
          <p:nvGrpSpPr>
            <p:cNvPr id="42" name="Google Shape;2905;p55"/>
            <p:cNvGrpSpPr/>
            <p:nvPr/>
          </p:nvGrpSpPr>
          <p:grpSpPr>
            <a:xfrm rot="5400000">
              <a:off x="10729287" y="2251343"/>
              <a:ext cx="1324550" cy="97225"/>
              <a:chOff x="7102950" y="434363"/>
              <a:chExt cx="1324550" cy="97225"/>
            </a:xfrm>
          </p:grpSpPr>
          <p:cxnSp>
            <p:nvCxnSpPr>
              <p:cNvPr id="63"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64"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43" name="组合 42"/>
            <p:cNvGrpSpPr/>
            <p:nvPr/>
          </p:nvGrpSpPr>
          <p:grpSpPr>
            <a:xfrm>
              <a:off x="10956468" y="1077300"/>
              <a:ext cx="870187" cy="2301157"/>
              <a:chOff x="10956468" y="1077300"/>
              <a:chExt cx="870187" cy="2301157"/>
            </a:xfrm>
          </p:grpSpPr>
          <p:grpSp>
            <p:nvGrpSpPr>
              <p:cNvPr id="44" name="Google Shape;2905;p55"/>
              <p:cNvGrpSpPr/>
              <p:nvPr/>
            </p:nvGrpSpPr>
            <p:grpSpPr>
              <a:xfrm rot="5400000">
                <a:off x="11115768" y="2144030"/>
                <a:ext cx="1324550" cy="97225"/>
                <a:chOff x="7102950" y="434363"/>
                <a:chExt cx="1324550" cy="97225"/>
              </a:xfrm>
            </p:grpSpPr>
            <p:cxnSp>
              <p:nvCxnSpPr>
                <p:cNvPr id="57"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58"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45" name="Google Shape;2905;p55"/>
              <p:cNvGrpSpPr/>
              <p:nvPr/>
            </p:nvGrpSpPr>
            <p:grpSpPr>
              <a:xfrm rot="5400000">
                <a:off x="10434225" y="2179267"/>
                <a:ext cx="2301157" cy="97223"/>
                <a:chOff x="7102950" y="434363"/>
                <a:chExt cx="1324550" cy="97225"/>
              </a:xfrm>
            </p:grpSpPr>
            <p:cxnSp>
              <p:nvCxnSpPr>
                <p:cNvPr id="55"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56"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46" name="Google Shape;2905;p55"/>
              <p:cNvGrpSpPr/>
              <p:nvPr/>
            </p:nvGrpSpPr>
            <p:grpSpPr>
              <a:xfrm rot="5400000">
                <a:off x="10394450" y="1975618"/>
                <a:ext cx="1607743" cy="97225"/>
                <a:chOff x="7102950" y="434363"/>
                <a:chExt cx="1324550" cy="97225"/>
              </a:xfrm>
            </p:grpSpPr>
            <p:cxnSp>
              <p:nvCxnSpPr>
                <p:cNvPr id="53"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54"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47" name="Google Shape;2905;p55"/>
              <p:cNvGrpSpPr/>
              <p:nvPr/>
            </p:nvGrpSpPr>
            <p:grpSpPr>
              <a:xfrm rot="16200000">
                <a:off x="10419128" y="2143618"/>
                <a:ext cx="1171903" cy="97224"/>
                <a:chOff x="7102950" y="434363"/>
                <a:chExt cx="1324550" cy="97225"/>
              </a:xfrm>
            </p:grpSpPr>
            <p:cxnSp>
              <p:nvCxnSpPr>
                <p:cNvPr id="51"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52"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gr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par>
                                <p:cTn id="33" presetID="10"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8" grpId="0" animBg="1"/>
      <p:bldP spid="11" grpId="0" animBg="1"/>
      <p:bldP spid="12" grpId="0" animBg="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FEF5"/>
        </a:solidFill>
        <a:effectLst/>
      </p:bgPr>
    </p:bg>
    <p:spTree>
      <p:nvGrpSpPr>
        <p:cNvPr id="1" name=""/>
        <p:cNvGrpSpPr/>
        <p:nvPr/>
      </p:nvGrpSpPr>
      <p:grpSpPr>
        <a:xfrm>
          <a:off x="0" y="0"/>
          <a:ext cx="0" cy="0"/>
          <a:chOff x="0" y="0"/>
          <a:chExt cx="0" cy="0"/>
        </a:xfrm>
      </p:grpSpPr>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60017" y="86523"/>
            <a:ext cx="1880748" cy="521613"/>
          </a:xfrm>
          <a:prstGeom prst="rect">
            <a:avLst/>
          </a:prstGeom>
        </p:spPr>
      </p:pic>
      <p:grpSp>
        <p:nvGrpSpPr>
          <p:cNvPr id="27" name="Google Shape;2905;p55"/>
          <p:cNvGrpSpPr/>
          <p:nvPr/>
        </p:nvGrpSpPr>
        <p:grpSpPr>
          <a:xfrm rot="5400000">
            <a:off x="11115768" y="2144030"/>
            <a:ext cx="1324550" cy="97225"/>
            <a:chOff x="7102950" y="434363"/>
            <a:chExt cx="1324550" cy="97225"/>
          </a:xfrm>
        </p:grpSpPr>
        <p:cxnSp>
          <p:nvCxnSpPr>
            <p:cNvPr id="30"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31"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32" name="Google Shape;2905;p55"/>
          <p:cNvGrpSpPr/>
          <p:nvPr/>
        </p:nvGrpSpPr>
        <p:grpSpPr>
          <a:xfrm rot="5400000">
            <a:off x="10434225" y="2179267"/>
            <a:ext cx="2301157" cy="97223"/>
            <a:chOff x="7102950" y="434363"/>
            <a:chExt cx="1324550" cy="97225"/>
          </a:xfrm>
        </p:grpSpPr>
        <p:cxnSp>
          <p:nvCxnSpPr>
            <p:cNvPr id="33"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34"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35" name="Google Shape;2905;p55"/>
          <p:cNvGrpSpPr/>
          <p:nvPr/>
        </p:nvGrpSpPr>
        <p:grpSpPr>
          <a:xfrm rot="5400000">
            <a:off x="10729287" y="2251343"/>
            <a:ext cx="1324550" cy="97225"/>
            <a:chOff x="7102950" y="434363"/>
            <a:chExt cx="1324550" cy="97225"/>
          </a:xfrm>
        </p:grpSpPr>
        <p:cxnSp>
          <p:nvCxnSpPr>
            <p:cNvPr id="36"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37"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38" name="Google Shape;2905;p55"/>
          <p:cNvGrpSpPr/>
          <p:nvPr/>
        </p:nvGrpSpPr>
        <p:grpSpPr>
          <a:xfrm rot="5400000">
            <a:off x="10394450" y="1975618"/>
            <a:ext cx="1607743" cy="97225"/>
            <a:chOff x="7102950" y="434363"/>
            <a:chExt cx="1324550" cy="97225"/>
          </a:xfrm>
        </p:grpSpPr>
        <p:cxnSp>
          <p:nvCxnSpPr>
            <p:cNvPr id="39"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48"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49" name="Google Shape;2905;p55"/>
          <p:cNvGrpSpPr/>
          <p:nvPr/>
        </p:nvGrpSpPr>
        <p:grpSpPr>
          <a:xfrm rot="16200000">
            <a:off x="10419128" y="2143618"/>
            <a:ext cx="1171903" cy="97224"/>
            <a:chOff x="7102950" y="434363"/>
            <a:chExt cx="1324550" cy="97225"/>
          </a:xfrm>
        </p:grpSpPr>
        <p:cxnSp>
          <p:nvCxnSpPr>
            <p:cNvPr id="50"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59"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4" name="组合 3"/>
          <p:cNvGrpSpPr/>
          <p:nvPr/>
        </p:nvGrpSpPr>
        <p:grpSpPr>
          <a:xfrm>
            <a:off x="714785" y="2398506"/>
            <a:ext cx="9855200" cy="3330339"/>
            <a:chOff x="1103084" y="2525486"/>
            <a:chExt cx="9855200" cy="2914936"/>
          </a:xfrm>
        </p:grpSpPr>
        <p:sp>
          <p:nvSpPr>
            <p:cNvPr id="6" name="矩形 5"/>
            <p:cNvSpPr/>
            <p:nvPr/>
          </p:nvSpPr>
          <p:spPr>
            <a:xfrm>
              <a:off x="1103084" y="2525486"/>
              <a:ext cx="2104572" cy="2914936"/>
            </a:xfrm>
            <a:prstGeom prst="rect">
              <a:avLst/>
            </a:prstGeom>
            <a:solidFill>
              <a:srgbClr val="C8D7D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p:nvSpPr>
          <p:spPr>
            <a:xfrm>
              <a:off x="3686627" y="2525486"/>
              <a:ext cx="2104572" cy="2914936"/>
            </a:xfrm>
            <a:prstGeom prst="rect">
              <a:avLst/>
            </a:prstGeom>
            <a:solidFill>
              <a:srgbClr val="C8D7D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nvSpPr>
          <p:spPr>
            <a:xfrm>
              <a:off x="6270170" y="2525486"/>
              <a:ext cx="2104572" cy="2914936"/>
            </a:xfrm>
            <a:prstGeom prst="rect">
              <a:avLst/>
            </a:prstGeom>
            <a:solidFill>
              <a:srgbClr val="C8D7D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14"/>
            <p:cNvSpPr/>
            <p:nvPr/>
          </p:nvSpPr>
          <p:spPr>
            <a:xfrm>
              <a:off x="8853712" y="2525486"/>
              <a:ext cx="2104572" cy="2914936"/>
            </a:xfrm>
            <a:prstGeom prst="rect">
              <a:avLst/>
            </a:prstGeom>
            <a:solidFill>
              <a:srgbClr val="C8D7D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9" name="组合 18"/>
          <p:cNvGrpSpPr/>
          <p:nvPr/>
        </p:nvGrpSpPr>
        <p:grpSpPr>
          <a:xfrm rot="16200000">
            <a:off x="1344409" y="2026645"/>
            <a:ext cx="714694" cy="714694"/>
            <a:chOff x="1757019" y="3845229"/>
            <a:chExt cx="714694" cy="714694"/>
          </a:xfrm>
        </p:grpSpPr>
        <p:sp>
          <p:nvSpPr>
            <p:cNvPr id="28" name="椭圆 27"/>
            <p:cNvSpPr/>
            <p:nvPr/>
          </p:nvSpPr>
          <p:spPr>
            <a:xfrm>
              <a:off x="1757019" y="3845229"/>
              <a:ext cx="714694" cy="714694"/>
            </a:xfrm>
            <a:prstGeom prst="ellipse">
              <a:avLst/>
            </a:prstGeom>
            <a:solidFill>
              <a:srgbClr val="98B8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cs typeface="+mn-ea"/>
                <a:sym typeface="+mn-lt"/>
              </a:endParaRPr>
            </a:p>
          </p:txBody>
        </p:sp>
        <p:sp>
          <p:nvSpPr>
            <p:cNvPr id="29" name="arrow-pointing-left-circular-button_20407"/>
            <p:cNvSpPr>
              <a:spLocks noChangeAspect="1"/>
            </p:cNvSpPr>
            <p:nvPr/>
          </p:nvSpPr>
          <p:spPr bwMode="auto">
            <a:xfrm>
              <a:off x="1911805" y="4000272"/>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cs typeface="+mn-ea"/>
                <a:sym typeface="+mn-lt"/>
              </a:endParaRPr>
            </a:p>
          </p:txBody>
        </p:sp>
      </p:grpSp>
      <p:grpSp>
        <p:nvGrpSpPr>
          <p:cNvPr id="40" name="组合 39"/>
          <p:cNvGrpSpPr/>
          <p:nvPr/>
        </p:nvGrpSpPr>
        <p:grpSpPr>
          <a:xfrm rot="16200000">
            <a:off x="3971495" y="2026645"/>
            <a:ext cx="714694" cy="714694"/>
            <a:chOff x="1757019" y="3845229"/>
            <a:chExt cx="714694" cy="714694"/>
          </a:xfrm>
        </p:grpSpPr>
        <p:sp>
          <p:nvSpPr>
            <p:cNvPr id="41" name="椭圆 40"/>
            <p:cNvSpPr/>
            <p:nvPr/>
          </p:nvSpPr>
          <p:spPr>
            <a:xfrm>
              <a:off x="1757019" y="3845229"/>
              <a:ext cx="714694" cy="714694"/>
            </a:xfrm>
            <a:prstGeom prst="ellipse">
              <a:avLst/>
            </a:prstGeom>
            <a:solidFill>
              <a:srgbClr val="F9C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cs typeface="+mn-ea"/>
                <a:sym typeface="+mn-lt"/>
              </a:endParaRPr>
            </a:p>
          </p:txBody>
        </p:sp>
        <p:sp>
          <p:nvSpPr>
            <p:cNvPr id="42" name="arrow-pointing-left-circular-button_20407"/>
            <p:cNvSpPr>
              <a:spLocks noChangeAspect="1"/>
            </p:cNvSpPr>
            <p:nvPr/>
          </p:nvSpPr>
          <p:spPr bwMode="auto">
            <a:xfrm>
              <a:off x="1911805" y="4000272"/>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cs typeface="+mn-ea"/>
                <a:sym typeface="+mn-lt"/>
              </a:endParaRPr>
            </a:p>
          </p:txBody>
        </p:sp>
      </p:grpSp>
      <p:grpSp>
        <p:nvGrpSpPr>
          <p:cNvPr id="43" name="组合 42"/>
          <p:cNvGrpSpPr/>
          <p:nvPr/>
        </p:nvGrpSpPr>
        <p:grpSpPr>
          <a:xfrm rot="16200000">
            <a:off x="6598581" y="2026645"/>
            <a:ext cx="714694" cy="714694"/>
            <a:chOff x="1757019" y="3845229"/>
            <a:chExt cx="714694" cy="714694"/>
          </a:xfrm>
        </p:grpSpPr>
        <p:sp>
          <p:nvSpPr>
            <p:cNvPr id="44" name="椭圆 43"/>
            <p:cNvSpPr/>
            <p:nvPr/>
          </p:nvSpPr>
          <p:spPr>
            <a:xfrm>
              <a:off x="1757019" y="3845229"/>
              <a:ext cx="714694" cy="714694"/>
            </a:xfrm>
            <a:prstGeom prst="ellipse">
              <a:avLst/>
            </a:prstGeom>
            <a:solidFill>
              <a:srgbClr val="FCE6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cs typeface="+mn-ea"/>
                <a:sym typeface="+mn-lt"/>
              </a:endParaRPr>
            </a:p>
          </p:txBody>
        </p:sp>
        <p:sp>
          <p:nvSpPr>
            <p:cNvPr id="45" name="arrow-pointing-left-circular-button_20407"/>
            <p:cNvSpPr>
              <a:spLocks noChangeAspect="1"/>
            </p:cNvSpPr>
            <p:nvPr/>
          </p:nvSpPr>
          <p:spPr bwMode="auto">
            <a:xfrm>
              <a:off x="1911805" y="4000272"/>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cs typeface="+mn-ea"/>
                <a:sym typeface="+mn-lt"/>
              </a:endParaRPr>
            </a:p>
          </p:txBody>
        </p:sp>
      </p:grpSp>
      <p:grpSp>
        <p:nvGrpSpPr>
          <p:cNvPr id="46" name="组合 45"/>
          <p:cNvGrpSpPr/>
          <p:nvPr/>
        </p:nvGrpSpPr>
        <p:grpSpPr>
          <a:xfrm rot="16200000">
            <a:off x="9225668" y="2026645"/>
            <a:ext cx="714694" cy="714694"/>
            <a:chOff x="1757019" y="3845229"/>
            <a:chExt cx="714694" cy="714694"/>
          </a:xfrm>
        </p:grpSpPr>
        <p:sp>
          <p:nvSpPr>
            <p:cNvPr id="47" name="椭圆 46"/>
            <p:cNvSpPr/>
            <p:nvPr/>
          </p:nvSpPr>
          <p:spPr>
            <a:xfrm>
              <a:off x="1757019" y="3845229"/>
              <a:ext cx="714694" cy="714694"/>
            </a:xfrm>
            <a:prstGeom prst="ellipse">
              <a:avLst/>
            </a:prstGeom>
            <a:solidFill>
              <a:srgbClr val="DD8F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cs typeface="+mn-ea"/>
                <a:sym typeface="+mn-lt"/>
              </a:endParaRPr>
            </a:p>
          </p:txBody>
        </p:sp>
        <p:sp>
          <p:nvSpPr>
            <p:cNvPr id="51" name="arrow-pointing-left-circular-button_20407"/>
            <p:cNvSpPr>
              <a:spLocks noChangeAspect="1"/>
            </p:cNvSpPr>
            <p:nvPr/>
          </p:nvSpPr>
          <p:spPr bwMode="auto">
            <a:xfrm>
              <a:off x="1911805" y="4000272"/>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cs typeface="+mn-ea"/>
                <a:sym typeface="+mn-lt"/>
              </a:endParaRPr>
            </a:p>
          </p:txBody>
        </p:sp>
      </p:grpSp>
      <p:grpSp>
        <p:nvGrpSpPr>
          <p:cNvPr id="52" name="组合 51"/>
          <p:cNvGrpSpPr/>
          <p:nvPr/>
        </p:nvGrpSpPr>
        <p:grpSpPr>
          <a:xfrm>
            <a:off x="1040927" y="2994943"/>
            <a:ext cx="1506716" cy="1673411"/>
            <a:chOff x="1595531" y="3163736"/>
            <a:chExt cx="1506716" cy="1673411"/>
          </a:xfrm>
        </p:grpSpPr>
        <p:sp>
          <p:nvSpPr>
            <p:cNvPr id="53" name="PA-矩形 4"/>
            <p:cNvSpPr>
              <a:spLocks noChangeArrowheads="1"/>
            </p:cNvSpPr>
            <p:nvPr>
              <p:custDataLst>
                <p:tags r:id="rId3"/>
              </p:custDataLst>
            </p:nvPr>
          </p:nvSpPr>
          <p:spPr bwMode="auto">
            <a:xfrm>
              <a:off x="1595921" y="3573211"/>
              <a:ext cx="1505936" cy="1263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rPr>
                <a:t>点击这里，输入您的文本文字，更改文字的颜色或者大小属性。</a:t>
              </a:r>
              <a:endPar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54" name="PA-矩形 4"/>
            <p:cNvSpPr>
              <a:spLocks noChangeArrowheads="1"/>
            </p:cNvSpPr>
            <p:nvPr>
              <p:custDataLst>
                <p:tags r:id="rId4"/>
              </p:custDataLst>
            </p:nvPr>
          </p:nvSpPr>
          <p:spPr bwMode="auto">
            <a:xfrm>
              <a:off x="1595531" y="3163736"/>
              <a:ext cx="15067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rPr>
                <a:t>关键词</a:t>
              </a:r>
              <a:endPar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grpSp>
      <p:grpSp>
        <p:nvGrpSpPr>
          <p:cNvPr id="55" name="组合 54"/>
          <p:cNvGrpSpPr/>
          <p:nvPr/>
        </p:nvGrpSpPr>
        <p:grpSpPr>
          <a:xfrm>
            <a:off x="3606327" y="2994943"/>
            <a:ext cx="1506716" cy="1673411"/>
            <a:chOff x="1595531" y="3163736"/>
            <a:chExt cx="1506716" cy="1673411"/>
          </a:xfrm>
        </p:grpSpPr>
        <p:sp>
          <p:nvSpPr>
            <p:cNvPr id="56" name="PA-矩形 4"/>
            <p:cNvSpPr>
              <a:spLocks noChangeArrowheads="1"/>
            </p:cNvSpPr>
            <p:nvPr>
              <p:custDataLst>
                <p:tags r:id="rId5"/>
              </p:custDataLst>
            </p:nvPr>
          </p:nvSpPr>
          <p:spPr bwMode="auto">
            <a:xfrm>
              <a:off x="1595921" y="3573211"/>
              <a:ext cx="1505936" cy="1263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rPr>
                <a:t>点击这里，输入您的文本文字，更改文字的颜色或者大小属性。</a:t>
              </a:r>
              <a:endPar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57" name="PA-矩形 4"/>
            <p:cNvSpPr>
              <a:spLocks noChangeArrowheads="1"/>
            </p:cNvSpPr>
            <p:nvPr>
              <p:custDataLst>
                <p:tags r:id="rId6"/>
              </p:custDataLst>
            </p:nvPr>
          </p:nvSpPr>
          <p:spPr bwMode="auto">
            <a:xfrm>
              <a:off x="1595531" y="3163736"/>
              <a:ext cx="15067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rPr>
                <a:t>关键词</a:t>
              </a:r>
              <a:endPar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grpSp>
      <p:grpSp>
        <p:nvGrpSpPr>
          <p:cNvPr id="58" name="组合 57"/>
          <p:cNvGrpSpPr/>
          <p:nvPr/>
        </p:nvGrpSpPr>
        <p:grpSpPr>
          <a:xfrm>
            <a:off x="6171727" y="2994943"/>
            <a:ext cx="1506716" cy="1673411"/>
            <a:chOff x="1595531" y="3163736"/>
            <a:chExt cx="1506716" cy="1673411"/>
          </a:xfrm>
        </p:grpSpPr>
        <p:sp>
          <p:nvSpPr>
            <p:cNvPr id="60" name="PA-矩形 4"/>
            <p:cNvSpPr>
              <a:spLocks noChangeArrowheads="1"/>
            </p:cNvSpPr>
            <p:nvPr>
              <p:custDataLst>
                <p:tags r:id="rId7"/>
              </p:custDataLst>
            </p:nvPr>
          </p:nvSpPr>
          <p:spPr bwMode="auto">
            <a:xfrm>
              <a:off x="1595921" y="3573211"/>
              <a:ext cx="1505936" cy="1263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rPr>
                <a:t>点击这里，输入您的文本文字，更改文字的颜色或者大小属性。</a:t>
              </a:r>
              <a:endPar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61" name="PA-矩形 4"/>
            <p:cNvSpPr>
              <a:spLocks noChangeArrowheads="1"/>
            </p:cNvSpPr>
            <p:nvPr>
              <p:custDataLst>
                <p:tags r:id="rId8"/>
              </p:custDataLst>
            </p:nvPr>
          </p:nvSpPr>
          <p:spPr bwMode="auto">
            <a:xfrm>
              <a:off x="1595531" y="3163736"/>
              <a:ext cx="15067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rPr>
                <a:t>关键词</a:t>
              </a:r>
              <a:endPar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grpSp>
      <p:grpSp>
        <p:nvGrpSpPr>
          <p:cNvPr id="62" name="组合 61"/>
          <p:cNvGrpSpPr/>
          <p:nvPr/>
        </p:nvGrpSpPr>
        <p:grpSpPr>
          <a:xfrm>
            <a:off x="8737127" y="2994943"/>
            <a:ext cx="1506716" cy="1673411"/>
            <a:chOff x="1595531" y="3163736"/>
            <a:chExt cx="1506716" cy="1673411"/>
          </a:xfrm>
        </p:grpSpPr>
        <p:sp>
          <p:nvSpPr>
            <p:cNvPr id="63" name="PA-矩形 4"/>
            <p:cNvSpPr>
              <a:spLocks noChangeArrowheads="1"/>
            </p:cNvSpPr>
            <p:nvPr>
              <p:custDataLst>
                <p:tags r:id="rId9"/>
              </p:custDataLst>
            </p:nvPr>
          </p:nvSpPr>
          <p:spPr bwMode="auto">
            <a:xfrm>
              <a:off x="1595921" y="3573211"/>
              <a:ext cx="1505936" cy="1263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rPr>
                <a:t>点击这里，输入您的文本文字，更改文字的颜色或者大小属性。</a:t>
              </a:r>
              <a:endPar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64" name="PA-矩形 4"/>
            <p:cNvSpPr>
              <a:spLocks noChangeArrowheads="1"/>
            </p:cNvSpPr>
            <p:nvPr>
              <p:custDataLst>
                <p:tags r:id="rId10"/>
              </p:custDataLst>
            </p:nvPr>
          </p:nvSpPr>
          <p:spPr bwMode="auto">
            <a:xfrm>
              <a:off x="1595531" y="3163736"/>
              <a:ext cx="15067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rPr>
                <a:t>关键词</a:t>
              </a:r>
              <a:endPar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grpSp>
      <p:grpSp>
        <p:nvGrpSpPr>
          <p:cNvPr id="65" name="组合 64"/>
          <p:cNvGrpSpPr/>
          <p:nvPr/>
        </p:nvGrpSpPr>
        <p:grpSpPr>
          <a:xfrm>
            <a:off x="478971" y="455005"/>
            <a:ext cx="4849588" cy="492443"/>
            <a:chOff x="174171" y="513062"/>
            <a:chExt cx="4849588" cy="492443"/>
          </a:xfrm>
        </p:grpSpPr>
        <p:sp>
          <p:nvSpPr>
            <p:cNvPr id="66" name="PA-矩形 4"/>
            <p:cNvSpPr>
              <a:spLocks noChangeArrowheads="1"/>
            </p:cNvSpPr>
            <p:nvPr>
              <p:custDataLst>
                <p:tags r:id="rId11"/>
              </p:custDataLst>
            </p:nvPr>
          </p:nvSpPr>
          <p:spPr bwMode="auto">
            <a:xfrm>
              <a:off x="403999" y="513062"/>
              <a:ext cx="461976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3200" dirty="0">
                  <a:solidFill>
                    <a:srgbClr val="6E7D75"/>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sym typeface="阿里巴巴普惠体 H" panose="00020600040101010101" pitchFamily="18" charset="-122"/>
                </a:rPr>
                <a:t>这里输入标题</a:t>
              </a:r>
              <a:endParaRPr lang="zh-CN" altLang="en-US" sz="3200" dirty="0">
                <a:solidFill>
                  <a:srgbClr val="6E7D75"/>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sym typeface="阿里巴巴普惠体 H" panose="00020600040101010101" pitchFamily="18" charset="-122"/>
              </a:endParaRPr>
            </a:p>
          </p:txBody>
        </p:sp>
        <p:sp>
          <p:nvSpPr>
            <p:cNvPr id="67" name="矩形 66"/>
            <p:cNvSpPr/>
            <p:nvPr/>
          </p:nvSpPr>
          <p:spPr>
            <a:xfrm>
              <a:off x="174171" y="568588"/>
              <a:ext cx="72572" cy="381391"/>
            </a:xfrm>
            <a:prstGeom prst="rect">
              <a:avLst/>
            </a:prstGeom>
            <a:solidFill>
              <a:srgbClr val="6E7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1000"/>
                                        <p:tgtEl>
                                          <p:spTgt spid="19"/>
                                        </p:tgtEl>
                                      </p:cBhvr>
                                    </p:animEffect>
                                    <p:anim calcmode="lin" valueType="num">
                                      <p:cBhvr>
                                        <p:cTn id="13" dur="1000" fill="hold"/>
                                        <p:tgtEl>
                                          <p:spTgt spid="19"/>
                                        </p:tgtEl>
                                        <p:attrNameLst>
                                          <p:attrName>ppt_x</p:attrName>
                                        </p:attrNameLst>
                                      </p:cBhvr>
                                      <p:tavLst>
                                        <p:tav tm="0">
                                          <p:val>
                                            <p:strVal val="#ppt_x"/>
                                          </p:val>
                                        </p:tav>
                                        <p:tav tm="100000">
                                          <p:val>
                                            <p:strVal val="#ppt_x"/>
                                          </p:val>
                                        </p:tav>
                                      </p:tavLst>
                                    </p:anim>
                                    <p:anim calcmode="lin" valueType="num">
                                      <p:cBhvr>
                                        <p:cTn id="14" dur="1000" fill="hold"/>
                                        <p:tgtEl>
                                          <p:spTgt spid="1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1000"/>
                                        <p:tgtEl>
                                          <p:spTgt spid="40"/>
                                        </p:tgtEl>
                                      </p:cBhvr>
                                    </p:animEffect>
                                    <p:anim calcmode="lin" valueType="num">
                                      <p:cBhvr>
                                        <p:cTn id="18" dur="1000" fill="hold"/>
                                        <p:tgtEl>
                                          <p:spTgt spid="40"/>
                                        </p:tgtEl>
                                        <p:attrNameLst>
                                          <p:attrName>ppt_x</p:attrName>
                                        </p:attrNameLst>
                                      </p:cBhvr>
                                      <p:tavLst>
                                        <p:tav tm="0">
                                          <p:val>
                                            <p:strVal val="#ppt_x"/>
                                          </p:val>
                                        </p:tav>
                                        <p:tav tm="100000">
                                          <p:val>
                                            <p:strVal val="#ppt_x"/>
                                          </p:val>
                                        </p:tav>
                                      </p:tavLst>
                                    </p:anim>
                                    <p:anim calcmode="lin" valueType="num">
                                      <p:cBhvr>
                                        <p:cTn id="19" dur="1000" fill="hold"/>
                                        <p:tgtEl>
                                          <p:spTgt spid="40"/>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1000"/>
                                        <p:tgtEl>
                                          <p:spTgt spid="43"/>
                                        </p:tgtEl>
                                      </p:cBhvr>
                                    </p:animEffect>
                                    <p:anim calcmode="lin" valueType="num">
                                      <p:cBhvr>
                                        <p:cTn id="23" dur="1000" fill="hold"/>
                                        <p:tgtEl>
                                          <p:spTgt spid="43"/>
                                        </p:tgtEl>
                                        <p:attrNameLst>
                                          <p:attrName>ppt_x</p:attrName>
                                        </p:attrNameLst>
                                      </p:cBhvr>
                                      <p:tavLst>
                                        <p:tav tm="0">
                                          <p:val>
                                            <p:strVal val="#ppt_x"/>
                                          </p:val>
                                        </p:tav>
                                        <p:tav tm="100000">
                                          <p:val>
                                            <p:strVal val="#ppt_x"/>
                                          </p:val>
                                        </p:tav>
                                      </p:tavLst>
                                    </p:anim>
                                    <p:anim calcmode="lin" valueType="num">
                                      <p:cBhvr>
                                        <p:cTn id="24" dur="1000" fill="hold"/>
                                        <p:tgtEl>
                                          <p:spTgt spid="4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fade">
                                      <p:cBhvr>
                                        <p:cTn id="27" dur="1000"/>
                                        <p:tgtEl>
                                          <p:spTgt spid="46"/>
                                        </p:tgtEl>
                                      </p:cBhvr>
                                    </p:animEffect>
                                    <p:anim calcmode="lin" valueType="num">
                                      <p:cBhvr>
                                        <p:cTn id="28" dur="1000" fill="hold"/>
                                        <p:tgtEl>
                                          <p:spTgt spid="46"/>
                                        </p:tgtEl>
                                        <p:attrNameLst>
                                          <p:attrName>ppt_x</p:attrName>
                                        </p:attrNameLst>
                                      </p:cBhvr>
                                      <p:tavLst>
                                        <p:tav tm="0">
                                          <p:val>
                                            <p:strVal val="#ppt_x"/>
                                          </p:val>
                                        </p:tav>
                                        <p:tav tm="100000">
                                          <p:val>
                                            <p:strVal val="#ppt_x"/>
                                          </p:val>
                                        </p:tav>
                                      </p:tavLst>
                                    </p:anim>
                                    <p:anim calcmode="lin" valueType="num">
                                      <p:cBhvr>
                                        <p:cTn id="29" dur="1000" fill="hold"/>
                                        <p:tgtEl>
                                          <p:spTgt spid="46"/>
                                        </p:tgtEl>
                                        <p:attrNameLst>
                                          <p:attrName>ppt_y</p:attrName>
                                        </p:attrNameLst>
                                      </p:cBhvr>
                                      <p:tavLst>
                                        <p:tav tm="0">
                                          <p:val>
                                            <p:strVal val="#ppt_y+.1"/>
                                          </p:val>
                                        </p:tav>
                                        <p:tav tm="100000">
                                          <p:val>
                                            <p:strVal val="#ppt_y"/>
                                          </p:val>
                                        </p:tav>
                                      </p:tavLst>
                                    </p:anim>
                                  </p:childTnLst>
                                </p:cTn>
                              </p:par>
                            </p:childTnLst>
                          </p:cTn>
                        </p:par>
                        <p:par>
                          <p:cTn id="30" fill="hold">
                            <p:stCondLst>
                              <p:cond delay="1000"/>
                            </p:stCondLst>
                            <p:childTnLst>
                              <p:par>
                                <p:cTn id="31" presetID="53" presetClass="entr" presetSubtype="16" fill="hold" nodeType="afterEffect">
                                  <p:stCondLst>
                                    <p:cond delay="0"/>
                                  </p:stCondLst>
                                  <p:childTnLst>
                                    <p:set>
                                      <p:cBhvr>
                                        <p:cTn id="32" dur="1" fill="hold">
                                          <p:stCondLst>
                                            <p:cond delay="0"/>
                                          </p:stCondLst>
                                        </p:cTn>
                                        <p:tgtEl>
                                          <p:spTgt spid="52"/>
                                        </p:tgtEl>
                                        <p:attrNameLst>
                                          <p:attrName>style.visibility</p:attrName>
                                        </p:attrNameLst>
                                      </p:cBhvr>
                                      <p:to>
                                        <p:strVal val="visible"/>
                                      </p:to>
                                    </p:set>
                                    <p:anim calcmode="lin" valueType="num">
                                      <p:cBhvr>
                                        <p:cTn id="33" dur="500" fill="hold"/>
                                        <p:tgtEl>
                                          <p:spTgt spid="52"/>
                                        </p:tgtEl>
                                        <p:attrNameLst>
                                          <p:attrName>ppt_w</p:attrName>
                                        </p:attrNameLst>
                                      </p:cBhvr>
                                      <p:tavLst>
                                        <p:tav tm="0">
                                          <p:val>
                                            <p:fltVal val="0"/>
                                          </p:val>
                                        </p:tav>
                                        <p:tav tm="100000">
                                          <p:val>
                                            <p:strVal val="#ppt_w"/>
                                          </p:val>
                                        </p:tav>
                                      </p:tavLst>
                                    </p:anim>
                                    <p:anim calcmode="lin" valueType="num">
                                      <p:cBhvr>
                                        <p:cTn id="34" dur="500" fill="hold"/>
                                        <p:tgtEl>
                                          <p:spTgt spid="52"/>
                                        </p:tgtEl>
                                        <p:attrNameLst>
                                          <p:attrName>ppt_h</p:attrName>
                                        </p:attrNameLst>
                                      </p:cBhvr>
                                      <p:tavLst>
                                        <p:tav tm="0">
                                          <p:val>
                                            <p:fltVal val="0"/>
                                          </p:val>
                                        </p:tav>
                                        <p:tav tm="100000">
                                          <p:val>
                                            <p:strVal val="#ppt_h"/>
                                          </p:val>
                                        </p:tav>
                                      </p:tavLst>
                                    </p:anim>
                                    <p:animEffect transition="in" filter="fade">
                                      <p:cBhvr>
                                        <p:cTn id="35" dur="500"/>
                                        <p:tgtEl>
                                          <p:spTgt spid="52"/>
                                        </p:tgtEl>
                                      </p:cBhvr>
                                    </p:animEffect>
                                  </p:childTnLst>
                                </p:cTn>
                              </p:par>
                            </p:childTnLst>
                          </p:cTn>
                        </p:par>
                        <p:par>
                          <p:cTn id="36" fill="hold">
                            <p:stCondLst>
                              <p:cond delay="1500"/>
                            </p:stCondLst>
                            <p:childTnLst>
                              <p:par>
                                <p:cTn id="37" presetID="53" presetClass="entr" presetSubtype="16" fill="hold" nodeType="after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p:cTn id="39" dur="500" fill="hold"/>
                                        <p:tgtEl>
                                          <p:spTgt spid="55"/>
                                        </p:tgtEl>
                                        <p:attrNameLst>
                                          <p:attrName>ppt_w</p:attrName>
                                        </p:attrNameLst>
                                      </p:cBhvr>
                                      <p:tavLst>
                                        <p:tav tm="0">
                                          <p:val>
                                            <p:fltVal val="0"/>
                                          </p:val>
                                        </p:tav>
                                        <p:tav tm="100000">
                                          <p:val>
                                            <p:strVal val="#ppt_w"/>
                                          </p:val>
                                        </p:tav>
                                      </p:tavLst>
                                    </p:anim>
                                    <p:anim calcmode="lin" valueType="num">
                                      <p:cBhvr>
                                        <p:cTn id="40" dur="500" fill="hold"/>
                                        <p:tgtEl>
                                          <p:spTgt spid="55"/>
                                        </p:tgtEl>
                                        <p:attrNameLst>
                                          <p:attrName>ppt_h</p:attrName>
                                        </p:attrNameLst>
                                      </p:cBhvr>
                                      <p:tavLst>
                                        <p:tav tm="0">
                                          <p:val>
                                            <p:fltVal val="0"/>
                                          </p:val>
                                        </p:tav>
                                        <p:tav tm="100000">
                                          <p:val>
                                            <p:strVal val="#ppt_h"/>
                                          </p:val>
                                        </p:tav>
                                      </p:tavLst>
                                    </p:anim>
                                    <p:animEffect transition="in" filter="fade">
                                      <p:cBhvr>
                                        <p:cTn id="41" dur="500"/>
                                        <p:tgtEl>
                                          <p:spTgt spid="55"/>
                                        </p:tgtEl>
                                      </p:cBhvr>
                                    </p:animEffect>
                                  </p:childTnLst>
                                </p:cTn>
                              </p:par>
                            </p:childTnLst>
                          </p:cTn>
                        </p:par>
                        <p:par>
                          <p:cTn id="42" fill="hold">
                            <p:stCondLst>
                              <p:cond delay="2000"/>
                            </p:stCondLst>
                            <p:childTnLst>
                              <p:par>
                                <p:cTn id="43" presetID="53" presetClass="entr" presetSubtype="16" fill="hold" nodeType="afterEffect">
                                  <p:stCondLst>
                                    <p:cond delay="0"/>
                                  </p:stCondLst>
                                  <p:childTnLst>
                                    <p:set>
                                      <p:cBhvr>
                                        <p:cTn id="44" dur="1" fill="hold">
                                          <p:stCondLst>
                                            <p:cond delay="0"/>
                                          </p:stCondLst>
                                        </p:cTn>
                                        <p:tgtEl>
                                          <p:spTgt spid="58"/>
                                        </p:tgtEl>
                                        <p:attrNameLst>
                                          <p:attrName>style.visibility</p:attrName>
                                        </p:attrNameLst>
                                      </p:cBhvr>
                                      <p:to>
                                        <p:strVal val="visible"/>
                                      </p:to>
                                    </p:set>
                                    <p:anim calcmode="lin" valueType="num">
                                      <p:cBhvr>
                                        <p:cTn id="45" dur="500" fill="hold"/>
                                        <p:tgtEl>
                                          <p:spTgt spid="58"/>
                                        </p:tgtEl>
                                        <p:attrNameLst>
                                          <p:attrName>ppt_w</p:attrName>
                                        </p:attrNameLst>
                                      </p:cBhvr>
                                      <p:tavLst>
                                        <p:tav tm="0">
                                          <p:val>
                                            <p:fltVal val="0"/>
                                          </p:val>
                                        </p:tav>
                                        <p:tav tm="100000">
                                          <p:val>
                                            <p:strVal val="#ppt_w"/>
                                          </p:val>
                                        </p:tav>
                                      </p:tavLst>
                                    </p:anim>
                                    <p:anim calcmode="lin" valueType="num">
                                      <p:cBhvr>
                                        <p:cTn id="46" dur="500" fill="hold"/>
                                        <p:tgtEl>
                                          <p:spTgt spid="58"/>
                                        </p:tgtEl>
                                        <p:attrNameLst>
                                          <p:attrName>ppt_h</p:attrName>
                                        </p:attrNameLst>
                                      </p:cBhvr>
                                      <p:tavLst>
                                        <p:tav tm="0">
                                          <p:val>
                                            <p:fltVal val="0"/>
                                          </p:val>
                                        </p:tav>
                                        <p:tav tm="100000">
                                          <p:val>
                                            <p:strVal val="#ppt_h"/>
                                          </p:val>
                                        </p:tav>
                                      </p:tavLst>
                                    </p:anim>
                                    <p:animEffect transition="in" filter="fade">
                                      <p:cBhvr>
                                        <p:cTn id="47" dur="500"/>
                                        <p:tgtEl>
                                          <p:spTgt spid="58"/>
                                        </p:tgtEl>
                                      </p:cBhvr>
                                    </p:animEffect>
                                  </p:childTnLst>
                                </p:cTn>
                              </p:par>
                            </p:childTnLst>
                          </p:cTn>
                        </p:par>
                        <p:par>
                          <p:cTn id="48" fill="hold">
                            <p:stCondLst>
                              <p:cond delay="2500"/>
                            </p:stCondLst>
                            <p:childTnLst>
                              <p:par>
                                <p:cTn id="49" presetID="53" presetClass="entr" presetSubtype="16" fill="hold" nodeType="afterEffect">
                                  <p:stCondLst>
                                    <p:cond delay="0"/>
                                  </p:stCondLst>
                                  <p:childTnLst>
                                    <p:set>
                                      <p:cBhvr>
                                        <p:cTn id="50" dur="1" fill="hold">
                                          <p:stCondLst>
                                            <p:cond delay="0"/>
                                          </p:stCondLst>
                                        </p:cTn>
                                        <p:tgtEl>
                                          <p:spTgt spid="62"/>
                                        </p:tgtEl>
                                        <p:attrNameLst>
                                          <p:attrName>style.visibility</p:attrName>
                                        </p:attrNameLst>
                                      </p:cBhvr>
                                      <p:to>
                                        <p:strVal val="visible"/>
                                      </p:to>
                                    </p:set>
                                    <p:anim calcmode="lin" valueType="num">
                                      <p:cBhvr>
                                        <p:cTn id="51" dur="500" fill="hold"/>
                                        <p:tgtEl>
                                          <p:spTgt spid="62"/>
                                        </p:tgtEl>
                                        <p:attrNameLst>
                                          <p:attrName>ppt_w</p:attrName>
                                        </p:attrNameLst>
                                      </p:cBhvr>
                                      <p:tavLst>
                                        <p:tav tm="0">
                                          <p:val>
                                            <p:fltVal val="0"/>
                                          </p:val>
                                        </p:tav>
                                        <p:tav tm="100000">
                                          <p:val>
                                            <p:strVal val="#ppt_w"/>
                                          </p:val>
                                        </p:tav>
                                      </p:tavLst>
                                    </p:anim>
                                    <p:anim calcmode="lin" valueType="num">
                                      <p:cBhvr>
                                        <p:cTn id="52" dur="500" fill="hold"/>
                                        <p:tgtEl>
                                          <p:spTgt spid="62"/>
                                        </p:tgtEl>
                                        <p:attrNameLst>
                                          <p:attrName>ppt_h</p:attrName>
                                        </p:attrNameLst>
                                      </p:cBhvr>
                                      <p:tavLst>
                                        <p:tav tm="0">
                                          <p:val>
                                            <p:fltVal val="0"/>
                                          </p:val>
                                        </p:tav>
                                        <p:tav tm="100000">
                                          <p:val>
                                            <p:strVal val="#ppt_h"/>
                                          </p:val>
                                        </p:tav>
                                      </p:tavLst>
                                    </p:anim>
                                    <p:animEffect transition="in" filter="fade">
                                      <p:cBhvr>
                                        <p:cTn id="53"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FEF5"/>
        </a:solidFill>
        <a:effectLst/>
      </p:bgPr>
    </p:bg>
    <p:spTree>
      <p:nvGrpSpPr>
        <p:cNvPr id="1" name=""/>
        <p:cNvGrpSpPr/>
        <p:nvPr/>
      </p:nvGrpSpPr>
      <p:grpSpPr>
        <a:xfrm>
          <a:off x="0" y="0"/>
          <a:ext cx="0" cy="0"/>
          <a:chOff x="0" y="0"/>
          <a:chExt cx="0" cy="0"/>
        </a:xfrm>
      </p:grpSpPr>
      <p:sp>
        <p:nvSpPr>
          <p:cNvPr id="51" name="矩形 50"/>
          <p:cNvSpPr/>
          <p:nvPr/>
        </p:nvSpPr>
        <p:spPr>
          <a:xfrm>
            <a:off x="0" y="0"/>
            <a:ext cx="4805553" cy="6858000"/>
          </a:xfrm>
          <a:prstGeom prst="rect">
            <a:avLst/>
          </a:prstGeom>
          <a:solidFill>
            <a:srgbClr val="DD8F8D">
              <a:alpha val="48000"/>
            </a:srgbClr>
          </a:solidFill>
          <a:ln w="476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p:nvPicPr>
        <p:blipFill rotWithShape="1">
          <a:blip r:embed="rId1" cstate="print">
            <a:extLst>
              <a:ext uri="{28A0092B-C50C-407E-A947-70E740481C1C}">
                <a14:useLocalDpi xmlns:a14="http://schemas.microsoft.com/office/drawing/2010/main" val="0"/>
              </a:ext>
            </a:extLst>
          </a:blip>
          <a:srcRect l="7611" t="1236" r="8047" b="-3"/>
          <a:stretch>
            <a:fillRect/>
          </a:stretch>
        </p:blipFill>
        <p:spPr>
          <a:xfrm>
            <a:off x="0" y="675302"/>
            <a:ext cx="7077015" cy="5381542"/>
          </a:xfrm>
          <a:prstGeom prst="doubleWave">
            <a:avLst/>
          </a:prstGeom>
          <a:ln w="28575">
            <a:solidFill>
              <a:srgbClr val="FEFEF5"/>
            </a:solidFill>
            <a:prstDash val="sysDash"/>
          </a:ln>
        </p:spPr>
      </p:pic>
      <p:pic>
        <p:nvPicPr>
          <p:cNvPr id="7" name="图形 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160017" y="86523"/>
            <a:ext cx="1880748" cy="521613"/>
          </a:xfrm>
          <a:prstGeom prst="rect">
            <a:avLst/>
          </a:prstGeom>
        </p:spPr>
      </p:pic>
      <p:sp>
        <p:nvSpPr>
          <p:cNvPr id="64" name="文本框 63"/>
          <p:cNvSpPr txBox="1"/>
          <p:nvPr/>
        </p:nvSpPr>
        <p:spPr>
          <a:xfrm>
            <a:off x="7577455" y="1290320"/>
            <a:ext cx="3970020" cy="1014730"/>
          </a:xfrm>
          <a:prstGeom prst="rect">
            <a:avLst/>
          </a:prstGeom>
          <a:noFill/>
        </p:spPr>
        <p:txBody>
          <a:bodyPr wrap="square" rtlCol="0">
            <a:spAutoFit/>
          </a:bodyPr>
          <a:lstStyle/>
          <a:p>
            <a:r>
              <a:rPr lang="en-US" altLang="zh-CN" sz="6000" dirty="0">
                <a:solidFill>
                  <a:srgbClr val="DD8F8D"/>
                </a:solidFill>
                <a:latin typeface="Mukta SemiBold" panose="020B0000000000000000"/>
              </a:rPr>
              <a:t>PART 2</a:t>
            </a:r>
            <a:endParaRPr lang="zh-CN" altLang="en-US" sz="6000" dirty="0">
              <a:solidFill>
                <a:srgbClr val="DD8F8D"/>
              </a:solidFill>
              <a:latin typeface="Mukta SemiBold" panose="020B0000000000000000"/>
            </a:endParaRPr>
          </a:p>
        </p:txBody>
      </p:sp>
      <p:sp>
        <p:nvSpPr>
          <p:cNvPr id="65" name="文本框 64"/>
          <p:cNvSpPr txBox="1"/>
          <p:nvPr/>
        </p:nvSpPr>
        <p:spPr>
          <a:xfrm>
            <a:off x="7577470" y="2987859"/>
            <a:ext cx="3969489" cy="584775"/>
          </a:xfrm>
          <a:prstGeom prst="rect">
            <a:avLst/>
          </a:prstGeom>
          <a:noFill/>
        </p:spPr>
        <p:txBody>
          <a:bodyPr wrap="square" rtlCol="0">
            <a:spAutoFit/>
          </a:bodyPr>
          <a:lstStyle/>
          <a:p>
            <a:r>
              <a:rPr lang="zh-CN" altLang="en-US" sz="3200" dirty="0">
                <a:solidFill>
                  <a:srgbClr val="6E7D75"/>
                </a:solidFill>
                <a:latin typeface="+mn-ea"/>
              </a:rPr>
              <a:t>请输入文字</a:t>
            </a:r>
            <a:endParaRPr lang="zh-CN" altLang="en-US" sz="3200" dirty="0">
              <a:solidFill>
                <a:srgbClr val="6E7D75"/>
              </a:solidFill>
              <a:latin typeface="+mn-ea"/>
            </a:endParaRPr>
          </a:p>
        </p:txBody>
      </p:sp>
      <p:sp>
        <p:nvSpPr>
          <p:cNvPr id="66" name="文本框 65"/>
          <p:cNvSpPr txBox="1"/>
          <p:nvPr/>
        </p:nvSpPr>
        <p:spPr>
          <a:xfrm>
            <a:off x="7577470" y="3792999"/>
            <a:ext cx="3322759" cy="584775"/>
          </a:xfrm>
          <a:prstGeom prst="rect">
            <a:avLst/>
          </a:prstGeom>
          <a:noFill/>
        </p:spPr>
        <p:txBody>
          <a:bodyPr wrap="square" rtlCol="0">
            <a:spAutoFit/>
          </a:bodyPr>
          <a:lstStyle/>
          <a:p>
            <a:r>
              <a:rPr lang="zh-CN" altLang="en-US" sz="1600" dirty="0">
                <a:solidFill>
                  <a:srgbClr val="6E7D75"/>
                </a:solidFill>
              </a:rPr>
              <a:t>请输入文字请输入文字请输入文字请输入文字请输入文字请输入文字</a:t>
            </a:r>
            <a:endParaRPr lang="zh-CN" altLang="en-US" sz="1600" dirty="0">
              <a:solidFill>
                <a:srgbClr val="6E7D75"/>
              </a:solidFill>
            </a:endParaRPr>
          </a:p>
        </p:txBody>
      </p:sp>
      <p:cxnSp>
        <p:nvCxnSpPr>
          <p:cNvPr id="46" name="直接连接符 45"/>
          <p:cNvCxnSpPr/>
          <p:nvPr/>
        </p:nvCxnSpPr>
        <p:spPr>
          <a:xfrm>
            <a:off x="7686336" y="4862622"/>
            <a:ext cx="3996652" cy="0"/>
          </a:xfrm>
          <a:prstGeom prst="line">
            <a:avLst/>
          </a:prstGeom>
          <a:ln w="38100">
            <a:solidFill>
              <a:srgbClr val="DD8F8D"/>
            </a:solidFill>
          </a:ln>
        </p:spPr>
        <p:style>
          <a:lnRef idx="1">
            <a:schemeClr val="accent1"/>
          </a:lnRef>
          <a:fillRef idx="0">
            <a:schemeClr val="accent1"/>
          </a:fillRef>
          <a:effectRef idx="0">
            <a:schemeClr val="accent1"/>
          </a:effectRef>
          <a:fontRef idx="minor">
            <a:schemeClr val="tx1"/>
          </a:fontRef>
        </p:style>
      </p:cxnSp>
      <p:grpSp>
        <p:nvGrpSpPr>
          <p:cNvPr id="52" name="Google Shape;2853;p55"/>
          <p:cNvGrpSpPr/>
          <p:nvPr/>
        </p:nvGrpSpPr>
        <p:grpSpPr>
          <a:xfrm rot="10800000">
            <a:off x="2997228" y="375896"/>
            <a:ext cx="1182555" cy="747706"/>
            <a:chOff x="1847510" y="943299"/>
            <a:chExt cx="813484" cy="514350"/>
          </a:xfrm>
          <a:solidFill>
            <a:schemeClr val="bg1"/>
          </a:solidFill>
        </p:grpSpPr>
        <p:grpSp>
          <p:nvGrpSpPr>
            <p:cNvPr id="53" name="Google Shape;2854;p55"/>
            <p:cNvGrpSpPr/>
            <p:nvPr/>
          </p:nvGrpSpPr>
          <p:grpSpPr>
            <a:xfrm rot="5400000">
              <a:off x="1770623" y="1020186"/>
              <a:ext cx="514350" cy="360576"/>
              <a:chOff x="811070" y="531598"/>
              <a:chExt cx="514350" cy="360576"/>
            </a:xfrm>
            <a:grpFill/>
          </p:grpSpPr>
          <p:sp>
            <p:nvSpPr>
              <p:cNvPr id="76" name="Google Shape;2855;p55"/>
              <p:cNvSpPr/>
              <p:nvPr/>
            </p:nvSpPr>
            <p:spPr>
              <a:xfrm rot="2700000">
                <a:off x="972493" y="539771"/>
                <a:ext cx="37637" cy="35992"/>
              </a:xfrm>
              <a:custGeom>
                <a:avLst/>
                <a:gdLst/>
                <a:ahLst/>
                <a:cxnLst/>
                <a:rect l="l" t="t" r="r" b="b"/>
                <a:pathLst>
                  <a:path w="778" h="744" extrusionOk="0">
                    <a:moveTo>
                      <a:pt x="368" y="0"/>
                    </a:moveTo>
                    <a:cubicBezTo>
                      <a:pt x="178" y="0"/>
                      <a:pt x="0" y="148"/>
                      <a:pt x="0" y="370"/>
                    </a:cubicBezTo>
                    <a:cubicBezTo>
                      <a:pt x="0" y="595"/>
                      <a:pt x="183" y="744"/>
                      <a:pt x="376" y="744"/>
                    </a:cubicBezTo>
                    <a:cubicBezTo>
                      <a:pt x="466" y="744"/>
                      <a:pt x="560" y="711"/>
                      <a:pt x="637" y="637"/>
                    </a:cubicBezTo>
                    <a:cubicBezTo>
                      <a:pt x="777" y="485"/>
                      <a:pt x="777" y="255"/>
                      <a:pt x="637" y="115"/>
                    </a:cubicBezTo>
                    <a:cubicBezTo>
                      <a:pt x="557" y="36"/>
                      <a:pt x="461" y="0"/>
                      <a:pt x="3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 name="Google Shape;2856;p55"/>
              <p:cNvSpPr/>
              <p:nvPr/>
            </p:nvSpPr>
            <p:spPr>
              <a:xfrm rot="2700000">
                <a:off x="972568" y="693793"/>
                <a:ext cx="37589" cy="36186"/>
              </a:xfrm>
              <a:custGeom>
                <a:avLst/>
                <a:gdLst/>
                <a:ahLst/>
                <a:cxnLst/>
                <a:rect l="l" t="t" r="r" b="b"/>
                <a:pathLst>
                  <a:path w="777" h="748" extrusionOk="0">
                    <a:moveTo>
                      <a:pt x="375" y="0"/>
                    </a:moveTo>
                    <a:cubicBezTo>
                      <a:pt x="183" y="0"/>
                      <a:pt x="0" y="149"/>
                      <a:pt x="0" y="374"/>
                    </a:cubicBezTo>
                    <a:cubicBezTo>
                      <a:pt x="0" y="599"/>
                      <a:pt x="183" y="747"/>
                      <a:pt x="375" y="747"/>
                    </a:cubicBezTo>
                    <a:cubicBezTo>
                      <a:pt x="466" y="747"/>
                      <a:pt x="559" y="715"/>
                      <a:pt x="637" y="641"/>
                    </a:cubicBezTo>
                    <a:cubicBezTo>
                      <a:pt x="777" y="488"/>
                      <a:pt x="777" y="259"/>
                      <a:pt x="637" y="106"/>
                    </a:cubicBezTo>
                    <a:cubicBezTo>
                      <a:pt x="559" y="33"/>
                      <a:pt x="466"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2857;p55"/>
              <p:cNvSpPr/>
              <p:nvPr/>
            </p:nvSpPr>
            <p:spPr>
              <a:xfrm rot="2700000">
                <a:off x="972048" y="847735"/>
                <a:ext cx="38218" cy="36234"/>
              </a:xfrm>
              <a:custGeom>
                <a:avLst/>
                <a:gdLst/>
                <a:ahLst/>
                <a:cxnLst/>
                <a:rect l="l" t="t" r="r" b="b"/>
                <a:pathLst>
                  <a:path w="790" h="749" extrusionOk="0">
                    <a:moveTo>
                      <a:pt x="381" y="1"/>
                    </a:moveTo>
                    <a:cubicBezTo>
                      <a:pt x="189" y="1"/>
                      <a:pt x="0" y="149"/>
                      <a:pt x="0" y="375"/>
                    </a:cubicBezTo>
                    <a:cubicBezTo>
                      <a:pt x="0" y="600"/>
                      <a:pt x="189" y="748"/>
                      <a:pt x="381" y="748"/>
                    </a:cubicBezTo>
                    <a:cubicBezTo>
                      <a:pt x="472" y="748"/>
                      <a:pt x="563" y="715"/>
                      <a:pt x="637" y="642"/>
                    </a:cubicBezTo>
                    <a:cubicBezTo>
                      <a:pt x="790" y="489"/>
                      <a:pt x="790" y="260"/>
                      <a:pt x="637" y="107"/>
                    </a:cubicBezTo>
                    <a:cubicBezTo>
                      <a:pt x="563" y="34"/>
                      <a:pt x="472" y="1"/>
                      <a:pt x="3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 name="Google Shape;2858;p55"/>
              <p:cNvSpPr/>
              <p:nvPr/>
            </p:nvSpPr>
            <p:spPr>
              <a:xfrm rot="2700000">
                <a:off x="818352" y="539605"/>
                <a:ext cx="37637" cy="36186"/>
              </a:xfrm>
              <a:custGeom>
                <a:avLst/>
                <a:gdLst/>
                <a:ahLst/>
                <a:cxnLst/>
                <a:rect l="l" t="t" r="r" b="b"/>
                <a:pathLst>
                  <a:path w="778" h="748" extrusionOk="0">
                    <a:moveTo>
                      <a:pt x="376" y="0"/>
                    </a:moveTo>
                    <a:cubicBezTo>
                      <a:pt x="183" y="0"/>
                      <a:pt x="0" y="149"/>
                      <a:pt x="0" y="374"/>
                    </a:cubicBezTo>
                    <a:cubicBezTo>
                      <a:pt x="0" y="599"/>
                      <a:pt x="183" y="747"/>
                      <a:pt x="376" y="747"/>
                    </a:cubicBezTo>
                    <a:cubicBezTo>
                      <a:pt x="467" y="747"/>
                      <a:pt x="560" y="715"/>
                      <a:pt x="637" y="641"/>
                    </a:cubicBezTo>
                    <a:cubicBezTo>
                      <a:pt x="777" y="488"/>
                      <a:pt x="777" y="259"/>
                      <a:pt x="637" y="106"/>
                    </a:cubicBezTo>
                    <a:cubicBezTo>
                      <a:pt x="560" y="33"/>
                      <a:pt x="467" y="0"/>
                      <a:pt x="37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 name="Google Shape;2859;p55"/>
              <p:cNvSpPr/>
              <p:nvPr/>
            </p:nvSpPr>
            <p:spPr>
              <a:xfrm rot="2700000">
                <a:off x="818369" y="693769"/>
                <a:ext cx="37637" cy="36234"/>
              </a:xfrm>
              <a:custGeom>
                <a:avLst/>
                <a:gdLst/>
                <a:ahLst/>
                <a:cxnLst/>
                <a:rect l="l" t="t" r="r" b="b"/>
                <a:pathLst>
                  <a:path w="778" h="749" extrusionOk="0">
                    <a:moveTo>
                      <a:pt x="376" y="1"/>
                    </a:moveTo>
                    <a:cubicBezTo>
                      <a:pt x="183" y="1"/>
                      <a:pt x="0" y="149"/>
                      <a:pt x="0" y="375"/>
                    </a:cubicBezTo>
                    <a:cubicBezTo>
                      <a:pt x="0" y="600"/>
                      <a:pt x="183" y="748"/>
                      <a:pt x="376" y="748"/>
                    </a:cubicBezTo>
                    <a:cubicBezTo>
                      <a:pt x="466" y="748"/>
                      <a:pt x="560" y="715"/>
                      <a:pt x="637" y="642"/>
                    </a:cubicBezTo>
                    <a:cubicBezTo>
                      <a:pt x="777" y="489"/>
                      <a:pt x="777" y="260"/>
                      <a:pt x="637" y="107"/>
                    </a:cubicBezTo>
                    <a:cubicBezTo>
                      <a:pt x="560" y="34"/>
                      <a:pt x="466" y="1"/>
                      <a:pt x="37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 name="Google Shape;2860;p55"/>
              <p:cNvSpPr/>
              <p:nvPr/>
            </p:nvSpPr>
            <p:spPr>
              <a:xfrm rot="2700000">
                <a:off x="818530" y="847779"/>
                <a:ext cx="37589" cy="36283"/>
              </a:xfrm>
              <a:custGeom>
                <a:avLst/>
                <a:gdLst/>
                <a:ahLst/>
                <a:cxnLst/>
                <a:rect l="l" t="t" r="r" b="b"/>
                <a:pathLst>
                  <a:path w="777" h="750" extrusionOk="0">
                    <a:moveTo>
                      <a:pt x="375" y="0"/>
                    </a:moveTo>
                    <a:cubicBezTo>
                      <a:pt x="182" y="0"/>
                      <a:pt x="0" y="154"/>
                      <a:pt x="0" y="379"/>
                    </a:cubicBezTo>
                    <a:cubicBezTo>
                      <a:pt x="0" y="602"/>
                      <a:pt x="178" y="749"/>
                      <a:pt x="368" y="749"/>
                    </a:cubicBezTo>
                    <a:cubicBezTo>
                      <a:pt x="461" y="749"/>
                      <a:pt x="557" y="714"/>
                      <a:pt x="637" y="634"/>
                    </a:cubicBezTo>
                    <a:cubicBezTo>
                      <a:pt x="777" y="494"/>
                      <a:pt x="777" y="252"/>
                      <a:pt x="637" y="112"/>
                    </a:cubicBezTo>
                    <a:cubicBezTo>
                      <a:pt x="559" y="34"/>
                      <a:pt x="466"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 name="Google Shape;2861;p55"/>
              <p:cNvSpPr/>
              <p:nvPr/>
            </p:nvSpPr>
            <p:spPr>
              <a:xfrm rot="2700000">
                <a:off x="1280074" y="539839"/>
                <a:ext cx="38218" cy="35992"/>
              </a:xfrm>
              <a:custGeom>
                <a:avLst/>
                <a:gdLst/>
                <a:ahLst/>
                <a:cxnLst/>
                <a:rect l="l" t="t" r="r" b="b"/>
                <a:pathLst>
                  <a:path w="790" h="744" extrusionOk="0">
                    <a:moveTo>
                      <a:pt x="381" y="0"/>
                    </a:moveTo>
                    <a:cubicBezTo>
                      <a:pt x="189" y="0"/>
                      <a:pt x="0" y="149"/>
                      <a:pt x="0" y="374"/>
                    </a:cubicBezTo>
                    <a:cubicBezTo>
                      <a:pt x="0" y="596"/>
                      <a:pt x="184" y="744"/>
                      <a:pt x="374" y="744"/>
                    </a:cubicBezTo>
                    <a:cubicBezTo>
                      <a:pt x="467" y="744"/>
                      <a:pt x="561" y="708"/>
                      <a:pt x="637" y="629"/>
                    </a:cubicBezTo>
                    <a:cubicBezTo>
                      <a:pt x="790" y="489"/>
                      <a:pt x="790" y="247"/>
                      <a:pt x="637" y="107"/>
                    </a:cubicBezTo>
                    <a:cubicBezTo>
                      <a:pt x="563" y="33"/>
                      <a:pt x="472" y="0"/>
                      <a:pt x="38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 name="Google Shape;2862;p55"/>
              <p:cNvSpPr/>
              <p:nvPr/>
            </p:nvSpPr>
            <p:spPr>
              <a:xfrm rot="2700000">
                <a:off x="1280261" y="693861"/>
                <a:ext cx="37637" cy="35605"/>
              </a:xfrm>
              <a:custGeom>
                <a:avLst/>
                <a:gdLst/>
                <a:ahLst/>
                <a:cxnLst/>
                <a:rect l="l" t="t" r="r" b="b"/>
                <a:pathLst>
                  <a:path w="778" h="736" extrusionOk="0">
                    <a:moveTo>
                      <a:pt x="382" y="0"/>
                    </a:moveTo>
                    <a:cubicBezTo>
                      <a:pt x="189" y="0"/>
                      <a:pt x="1" y="149"/>
                      <a:pt x="1" y="374"/>
                    </a:cubicBezTo>
                    <a:cubicBezTo>
                      <a:pt x="1" y="590"/>
                      <a:pt x="188" y="735"/>
                      <a:pt x="380" y="735"/>
                    </a:cubicBezTo>
                    <a:cubicBezTo>
                      <a:pt x="472" y="735"/>
                      <a:pt x="564" y="702"/>
                      <a:pt x="638" y="629"/>
                    </a:cubicBezTo>
                    <a:cubicBezTo>
                      <a:pt x="778" y="488"/>
                      <a:pt x="778" y="247"/>
                      <a:pt x="638" y="106"/>
                    </a:cubicBezTo>
                    <a:cubicBezTo>
                      <a:pt x="564" y="33"/>
                      <a:pt x="473" y="0"/>
                      <a:pt x="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 name="Google Shape;2863;p55"/>
              <p:cNvSpPr/>
              <p:nvPr/>
            </p:nvSpPr>
            <p:spPr>
              <a:xfrm rot="2700000">
                <a:off x="1280432" y="847702"/>
                <a:ext cx="37637" cy="35992"/>
              </a:xfrm>
              <a:custGeom>
                <a:avLst/>
                <a:gdLst/>
                <a:ahLst/>
                <a:cxnLst/>
                <a:rect l="l" t="t" r="r" b="b"/>
                <a:pathLst>
                  <a:path w="778" h="744" extrusionOk="0">
                    <a:moveTo>
                      <a:pt x="374" y="0"/>
                    </a:moveTo>
                    <a:cubicBezTo>
                      <a:pt x="184" y="0"/>
                      <a:pt x="1" y="148"/>
                      <a:pt x="1" y="370"/>
                    </a:cubicBezTo>
                    <a:cubicBezTo>
                      <a:pt x="1" y="595"/>
                      <a:pt x="189" y="744"/>
                      <a:pt x="382" y="744"/>
                    </a:cubicBezTo>
                    <a:cubicBezTo>
                      <a:pt x="472" y="744"/>
                      <a:pt x="564" y="711"/>
                      <a:pt x="637" y="637"/>
                    </a:cubicBezTo>
                    <a:cubicBezTo>
                      <a:pt x="778" y="485"/>
                      <a:pt x="778" y="255"/>
                      <a:pt x="637" y="115"/>
                    </a:cubicBezTo>
                    <a:cubicBezTo>
                      <a:pt x="562" y="36"/>
                      <a:pt x="467" y="0"/>
                      <a:pt x="37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 name="Google Shape;2864;p55"/>
              <p:cNvSpPr/>
              <p:nvPr/>
            </p:nvSpPr>
            <p:spPr>
              <a:xfrm rot="2700000">
                <a:off x="1126555" y="539690"/>
                <a:ext cx="37589" cy="36428"/>
              </a:xfrm>
              <a:custGeom>
                <a:avLst/>
                <a:gdLst/>
                <a:ahLst/>
                <a:cxnLst/>
                <a:rect l="l" t="t" r="r" b="b"/>
                <a:pathLst>
                  <a:path w="777" h="753" extrusionOk="0">
                    <a:moveTo>
                      <a:pt x="368" y="0"/>
                    </a:moveTo>
                    <a:cubicBezTo>
                      <a:pt x="178" y="0"/>
                      <a:pt x="0" y="148"/>
                      <a:pt x="0" y="370"/>
                    </a:cubicBezTo>
                    <a:cubicBezTo>
                      <a:pt x="0" y="602"/>
                      <a:pt x="179" y="752"/>
                      <a:pt x="370" y="752"/>
                    </a:cubicBezTo>
                    <a:cubicBezTo>
                      <a:pt x="462" y="752"/>
                      <a:pt x="558" y="717"/>
                      <a:pt x="637" y="638"/>
                    </a:cubicBezTo>
                    <a:cubicBezTo>
                      <a:pt x="777" y="497"/>
                      <a:pt x="777" y="256"/>
                      <a:pt x="637" y="115"/>
                    </a:cubicBezTo>
                    <a:cubicBezTo>
                      <a:pt x="557" y="36"/>
                      <a:pt x="461" y="0"/>
                      <a:pt x="3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 name="Google Shape;2865;p55"/>
              <p:cNvSpPr/>
              <p:nvPr/>
            </p:nvSpPr>
            <p:spPr>
              <a:xfrm rot="2700000">
                <a:off x="1126668" y="693941"/>
                <a:ext cx="37637" cy="35992"/>
              </a:xfrm>
              <a:custGeom>
                <a:avLst/>
                <a:gdLst/>
                <a:ahLst/>
                <a:cxnLst/>
                <a:rect l="l" t="t" r="r" b="b"/>
                <a:pathLst>
                  <a:path w="778" h="744" extrusionOk="0">
                    <a:moveTo>
                      <a:pt x="365" y="0"/>
                    </a:moveTo>
                    <a:cubicBezTo>
                      <a:pt x="179" y="0"/>
                      <a:pt x="1" y="148"/>
                      <a:pt x="1" y="370"/>
                    </a:cubicBezTo>
                    <a:cubicBezTo>
                      <a:pt x="1" y="595"/>
                      <a:pt x="183" y="744"/>
                      <a:pt x="372" y="744"/>
                    </a:cubicBezTo>
                    <a:cubicBezTo>
                      <a:pt x="461" y="744"/>
                      <a:pt x="551" y="711"/>
                      <a:pt x="625" y="637"/>
                    </a:cubicBezTo>
                    <a:cubicBezTo>
                      <a:pt x="778" y="485"/>
                      <a:pt x="778" y="255"/>
                      <a:pt x="625" y="115"/>
                    </a:cubicBezTo>
                    <a:cubicBezTo>
                      <a:pt x="549" y="36"/>
                      <a:pt x="456" y="0"/>
                      <a:pt x="3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 name="Google Shape;2866;p55"/>
              <p:cNvSpPr/>
              <p:nvPr/>
            </p:nvSpPr>
            <p:spPr>
              <a:xfrm rot="2700000">
                <a:off x="1126199" y="847759"/>
                <a:ext cx="38266" cy="36186"/>
              </a:xfrm>
              <a:custGeom>
                <a:avLst/>
                <a:gdLst/>
                <a:ahLst/>
                <a:cxnLst/>
                <a:rect l="l" t="t" r="r" b="b"/>
                <a:pathLst>
                  <a:path w="791" h="748" extrusionOk="0">
                    <a:moveTo>
                      <a:pt x="382" y="0"/>
                    </a:moveTo>
                    <a:cubicBezTo>
                      <a:pt x="189" y="0"/>
                      <a:pt x="1" y="149"/>
                      <a:pt x="1" y="374"/>
                    </a:cubicBezTo>
                    <a:cubicBezTo>
                      <a:pt x="1" y="599"/>
                      <a:pt x="189" y="747"/>
                      <a:pt x="382" y="747"/>
                    </a:cubicBezTo>
                    <a:cubicBezTo>
                      <a:pt x="473" y="747"/>
                      <a:pt x="564" y="715"/>
                      <a:pt x="638" y="641"/>
                    </a:cubicBezTo>
                    <a:cubicBezTo>
                      <a:pt x="790" y="488"/>
                      <a:pt x="790" y="259"/>
                      <a:pt x="638" y="106"/>
                    </a:cubicBezTo>
                    <a:cubicBezTo>
                      <a:pt x="564" y="33"/>
                      <a:pt x="473" y="0"/>
                      <a:pt x="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54" name="Google Shape;2867;p55"/>
            <p:cNvGrpSpPr/>
            <p:nvPr/>
          </p:nvGrpSpPr>
          <p:grpSpPr>
            <a:xfrm rot="5400000">
              <a:off x="2238776" y="1027263"/>
              <a:ext cx="498177" cy="346259"/>
              <a:chOff x="819071" y="538729"/>
              <a:chExt cx="498177" cy="346259"/>
            </a:xfrm>
            <a:grpFill/>
          </p:grpSpPr>
          <p:sp>
            <p:nvSpPr>
              <p:cNvPr id="55" name="Google Shape;2868;p55"/>
              <p:cNvSpPr/>
              <p:nvPr/>
            </p:nvSpPr>
            <p:spPr>
              <a:xfrm rot="2700000">
                <a:off x="972491" y="539775"/>
                <a:ext cx="37637" cy="35992"/>
              </a:xfrm>
              <a:custGeom>
                <a:avLst/>
                <a:gdLst/>
                <a:ahLst/>
                <a:cxnLst/>
                <a:rect l="l" t="t" r="r" b="b"/>
                <a:pathLst>
                  <a:path w="778" h="744" extrusionOk="0">
                    <a:moveTo>
                      <a:pt x="368" y="0"/>
                    </a:moveTo>
                    <a:cubicBezTo>
                      <a:pt x="178" y="0"/>
                      <a:pt x="0" y="148"/>
                      <a:pt x="0" y="370"/>
                    </a:cubicBezTo>
                    <a:cubicBezTo>
                      <a:pt x="0" y="595"/>
                      <a:pt x="183" y="744"/>
                      <a:pt x="376" y="744"/>
                    </a:cubicBezTo>
                    <a:cubicBezTo>
                      <a:pt x="466" y="744"/>
                      <a:pt x="560" y="711"/>
                      <a:pt x="637" y="637"/>
                    </a:cubicBezTo>
                    <a:cubicBezTo>
                      <a:pt x="777" y="485"/>
                      <a:pt x="777" y="255"/>
                      <a:pt x="637" y="115"/>
                    </a:cubicBezTo>
                    <a:cubicBezTo>
                      <a:pt x="557" y="36"/>
                      <a:pt x="461" y="0"/>
                      <a:pt x="3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 name="Google Shape;2869;p55"/>
              <p:cNvSpPr/>
              <p:nvPr/>
            </p:nvSpPr>
            <p:spPr>
              <a:xfrm rot="2700000">
                <a:off x="972567" y="693797"/>
                <a:ext cx="37589" cy="36186"/>
              </a:xfrm>
              <a:custGeom>
                <a:avLst/>
                <a:gdLst/>
                <a:ahLst/>
                <a:cxnLst/>
                <a:rect l="l" t="t" r="r" b="b"/>
                <a:pathLst>
                  <a:path w="777" h="748" extrusionOk="0">
                    <a:moveTo>
                      <a:pt x="375" y="0"/>
                    </a:moveTo>
                    <a:cubicBezTo>
                      <a:pt x="183" y="0"/>
                      <a:pt x="0" y="149"/>
                      <a:pt x="0" y="374"/>
                    </a:cubicBezTo>
                    <a:cubicBezTo>
                      <a:pt x="0" y="599"/>
                      <a:pt x="183" y="747"/>
                      <a:pt x="375" y="747"/>
                    </a:cubicBezTo>
                    <a:cubicBezTo>
                      <a:pt x="466" y="747"/>
                      <a:pt x="559" y="715"/>
                      <a:pt x="637" y="641"/>
                    </a:cubicBezTo>
                    <a:cubicBezTo>
                      <a:pt x="777" y="488"/>
                      <a:pt x="777" y="259"/>
                      <a:pt x="637" y="106"/>
                    </a:cubicBezTo>
                    <a:cubicBezTo>
                      <a:pt x="559" y="33"/>
                      <a:pt x="466"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 name="Google Shape;2870;p55"/>
              <p:cNvSpPr/>
              <p:nvPr/>
            </p:nvSpPr>
            <p:spPr>
              <a:xfrm rot="2700000">
                <a:off x="972049" y="847736"/>
                <a:ext cx="38218" cy="36234"/>
              </a:xfrm>
              <a:custGeom>
                <a:avLst/>
                <a:gdLst/>
                <a:ahLst/>
                <a:cxnLst/>
                <a:rect l="l" t="t" r="r" b="b"/>
                <a:pathLst>
                  <a:path w="790" h="749" extrusionOk="0">
                    <a:moveTo>
                      <a:pt x="381" y="1"/>
                    </a:moveTo>
                    <a:cubicBezTo>
                      <a:pt x="189" y="1"/>
                      <a:pt x="0" y="149"/>
                      <a:pt x="0" y="375"/>
                    </a:cubicBezTo>
                    <a:cubicBezTo>
                      <a:pt x="0" y="600"/>
                      <a:pt x="189" y="748"/>
                      <a:pt x="381" y="748"/>
                    </a:cubicBezTo>
                    <a:cubicBezTo>
                      <a:pt x="472" y="748"/>
                      <a:pt x="563" y="715"/>
                      <a:pt x="637" y="642"/>
                    </a:cubicBezTo>
                    <a:cubicBezTo>
                      <a:pt x="790" y="489"/>
                      <a:pt x="790" y="260"/>
                      <a:pt x="637" y="107"/>
                    </a:cubicBezTo>
                    <a:cubicBezTo>
                      <a:pt x="563" y="34"/>
                      <a:pt x="472" y="1"/>
                      <a:pt x="3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 name="Google Shape;2871;p55"/>
              <p:cNvSpPr/>
              <p:nvPr/>
            </p:nvSpPr>
            <p:spPr>
              <a:xfrm rot="2700000">
                <a:off x="818349" y="539611"/>
                <a:ext cx="37637" cy="36186"/>
              </a:xfrm>
              <a:custGeom>
                <a:avLst/>
                <a:gdLst/>
                <a:ahLst/>
                <a:cxnLst/>
                <a:rect l="l" t="t" r="r" b="b"/>
                <a:pathLst>
                  <a:path w="778" h="748" extrusionOk="0">
                    <a:moveTo>
                      <a:pt x="376" y="0"/>
                    </a:moveTo>
                    <a:cubicBezTo>
                      <a:pt x="183" y="0"/>
                      <a:pt x="0" y="149"/>
                      <a:pt x="0" y="374"/>
                    </a:cubicBezTo>
                    <a:cubicBezTo>
                      <a:pt x="0" y="599"/>
                      <a:pt x="183" y="747"/>
                      <a:pt x="376" y="747"/>
                    </a:cubicBezTo>
                    <a:cubicBezTo>
                      <a:pt x="467" y="747"/>
                      <a:pt x="560" y="715"/>
                      <a:pt x="637" y="641"/>
                    </a:cubicBezTo>
                    <a:cubicBezTo>
                      <a:pt x="777" y="488"/>
                      <a:pt x="777" y="259"/>
                      <a:pt x="637" y="106"/>
                    </a:cubicBezTo>
                    <a:cubicBezTo>
                      <a:pt x="560" y="33"/>
                      <a:pt x="467" y="0"/>
                      <a:pt x="37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7" name="Google Shape;2872;p55"/>
              <p:cNvSpPr/>
              <p:nvPr/>
            </p:nvSpPr>
            <p:spPr>
              <a:xfrm rot="2700000">
                <a:off x="818369" y="693772"/>
                <a:ext cx="37637" cy="36234"/>
              </a:xfrm>
              <a:custGeom>
                <a:avLst/>
                <a:gdLst/>
                <a:ahLst/>
                <a:cxnLst/>
                <a:rect l="l" t="t" r="r" b="b"/>
                <a:pathLst>
                  <a:path w="778" h="749" extrusionOk="0">
                    <a:moveTo>
                      <a:pt x="376" y="1"/>
                    </a:moveTo>
                    <a:cubicBezTo>
                      <a:pt x="183" y="1"/>
                      <a:pt x="0" y="149"/>
                      <a:pt x="0" y="375"/>
                    </a:cubicBezTo>
                    <a:cubicBezTo>
                      <a:pt x="0" y="600"/>
                      <a:pt x="183" y="748"/>
                      <a:pt x="376" y="748"/>
                    </a:cubicBezTo>
                    <a:cubicBezTo>
                      <a:pt x="466" y="748"/>
                      <a:pt x="560" y="715"/>
                      <a:pt x="637" y="642"/>
                    </a:cubicBezTo>
                    <a:cubicBezTo>
                      <a:pt x="777" y="489"/>
                      <a:pt x="777" y="260"/>
                      <a:pt x="637" y="107"/>
                    </a:cubicBezTo>
                    <a:cubicBezTo>
                      <a:pt x="560" y="34"/>
                      <a:pt x="466" y="1"/>
                      <a:pt x="37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9" name="Google Shape;2873;p55"/>
              <p:cNvSpPr/>
              <p:nvPr/>
            </p:nvSpPr>
            <p:spPr>
              <a:xfrm rot="2700000">
                <a:off x="818529" y="847782"/>
                <a:ext cx="37589" cy="36283"/>
              </a:xfrm>
              <a:custGeom>
                <a:avLst/>
                <a:gdLst/>
                <a:ahLst/>
                <a:cxnLst/>
                <a:rect l="l" t="t" r="r" b="b"/>
                <a:pathLst>
                  <a:path w="777" h="750" extrusionOk="0">
                    <a:moveTo>
                      <a:pt x="375" y="0"/>
                    </a:moveTo>
                    <a:cubicBezTo>
                      <a:pt x="182" y="0"/>
                      <a:pt x="0" y="154"/>
                      <a:pt x="0" y="379"/>
                    </a:cubicBezTo>
                    <a:cubicBezTo>
                      <a:pt x="0" y="602"/>
                      <a:pt x="178" y="749"/>
                      <a:pt x="368" y="749"/>
                    </a:cubicBezTo>
                    <a:cubicBezTo>
                      <a:pt x="461" y="749"/>
                      <a:pt x="557" y="714"/>
                      <a:pt x="637" y="634"/>
                    </a:cubicBezTo>
                    <a:cubicBezTo>
                      <a:pt x="777" y="494"/>
                      <a:pt x="777" y="252"/>
                      <a:pt x="637" y="112"/>
                    </a:cubicBezTo>
                    <a:cubicBezTo>
                      <a:pt x="559" y="34"/>
                      <a:pt x="466"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0" name="Google Shape;2874;p55"/>
              <p:cNvSpPr/>
              <p:nvPr/>
            </p:nvSpPr>
            <p:spPr>
              <a:xfrm rot="2700000">
                <a:off x="1280073" y="539842"/>
                <a:ext cx="38218" cy="35992"/>
              </a:xfrm>
              <a:custGeom>
                <a:avLst/>
                <a:gdLst/>
                <a:ahLst/>
                <a:cxnLst/>
                <a:rect l="l" t="t" r="r" b="b"/>
                <a:pathLst>
                  <a:path w="790" h="744" extrusionOk="0">
                    <a:moveTo>
                      <a:pt x="381" y="0"/>
                    </a:moveTo>
                    <a:cubicBezTo>
                      <a:pt x="189" y="0"/>
                      <a:pt x="0" y="149"/>
                      <a:pt x="0" y="374"/>
                    </a:cubicBezTo>
                    <a:cubicBezTo>
                      <a:pt x="0" y="596"/>
                      <a:pt x="184" y="744"/>
                      <a:pt x="374" y="744"/>
                    </a:cubicBezTo>
                    <a:cubicBezTo>
                      <a:pt x="467" y="744"/>
                      <a:pt x="561" y="708"/>
                      <a:pt x="637" y="629"/>
                    </a:cubicBezTo>
                    <a:cubicBezTo>
                      <a:pt x="790" y="489"/>
                      <a:pt x="790" y="247"/>
                      <a:pt x="637" y="107"/>
                    </a:cubicBezTo>
                    <a:cubicBezTo>
                      <a:pt x="563" y="33"/>
                      <a:pt x="472" y="0"/>
                      <a:pt x="38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 name="Google Shape;2875;p55"/>
              <p:cNvSpPr/>
              <p:nvPr/>
            </p:nvSpPr>
            <p:spPr>
              <a:xfrm rot="2700000">
                <a:off x="1280260" y="693864"/>
                <a:ext cx="37637" cy="35605"/>
              </a:xfrm>
              <a:custGeom>
                <a:avLst/>
                <a:gdLst/>
                <a:ahLst/>
                <a:cxnLst/>
                <a:rect l="l" t="t" r="r" b="b"/>
                <a:pathLst>
                  <a:path w="778" h="736" extrusionOk="0">
                    <a:moveTo>
                      <a:pt x="382" y="0"/>
                    </a:moveTo>
                    <a:cubicBezTo>
                      <a:pt x="189" y="0"/>
                      <a:pt x="1" y="149"/>
                      <a:pt x="1" y="374"/>
                    </a:cubicBezTo>
                    <a:cubicBezTo>
                      <a:pt x="1" y="590"/>
                      <a:pt x="188" y="735"/>
                      <a:pt x="380" y="735"/>
                    </a:cubicBezTo>
                    <a:cubicBezTo>
                      <a:pt x="472" y="735"/>
                      <a:pt x="564" y="702"/>
                      <a:pt x="638" y="629"/>
                    </a:cubicBezTo>
                    <a:cubicBezTo>
                      <a:pt x="778" y="488"/>
                      <a:pt x="778" y="247"/>
                      <a:pt x="638" y="106"/>
                    </a:cubicBezTo>
                    <a:cubicBezTo>
                      <a:pt x="564" y="33"/>
                      <a:pt x="473" y="0"/>
                      <a:pt x="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 name="Google Shape;2876;p55"/>
              <p:cNvSpPr/>
              <p:nvPr/>
            </p:nvSpPr>
            <p:spPr>
              <a:xfrm rot="2700000">
                <a:off x="1280433" y="847702"/>
                <a:ext cx="37637" cy="35992"/>
              </a:xfrm>
              <a:custGeom>
                <a:avLst/>
                <a:gdLst/>
                <a:ahLst/>
                <a:cxnLst/>
                <a:rect l="l" t="t" r="r" b="b"/>
                <a:pathLst>
                  <a:path w="778" h="744" extrusionOk="0">
                    <a:moveTo>
                      <a:pt x="374" y="0"/>
                    </a:moveTo>
                    <a:cubicBezTo>
                      <a:pt x="184" y="0"/>
                      <a:pt x="1" y="148"/>
                      <a:pt x="1" y="370"/>
                    </a:cubicBezTo>
                    <a:cubicBezTo>
                      <a:pt x="1" y="595"/>
                      <a:pt x="189" y="744"/>
                      <a:pt x="382" y="744"/>
                    </a:cubicBezTo>
                    <a:cubicBezTo>
                      <a:pt x="472" y="744"/>
                      <a:pt x="564" y="711"/>
                      <a:pt x="637" y="637"/>
                    </a:cubicBezTo>
                    <a:cubicBezTo>
                      <a:pt x="778" y="485"/>
                      <a:pt x="778" y="255"/>
                      <a:pt x="637" y="115"/>
                    </a:cubicBezTo>
                    <a:cubicBezTo>
                      <a:pt x="562" y="36"/>
                      <a:pt x="467" y="0"/>
                      <a:pt x="37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 name="Google Shape;2877;p55"/>
              <p:cNvSpPr/>
              <p:nvPr/>
            </p:nvSpPr>
            <p:spPr>
              <a:xfrm rot="2700000">
                <a:off x="1126553" y="539693"/>
                <a:ext cx="37589" cy="36428"/>
              </a:xfrm>
              <a:custGeom>
                <a:avLst/>
                <a:gdLst/>
                <a:ahLst/>
                <a:cxnLst/>
                <a:rect l="l" t="t" r="r" b="b"/>
                <a:pathLst>
                  <a:path w="777" h="753" extrusionOk="0">
                    <a:moveTo>
                      <a:pt x="368" y="0"/>
                    </a:moveTo>
                    <a:cubicBezTo>
                      <a:pt x="178" y="0"/>
                      <a:pt x="0" y="148"/>
                      <a:pt x="0" y="370"/>
                    </a:cubicBezTo>
                    <a:cubicBezTo>
                      <a:pt x="0" y="602"/>
                      <a:pt x="179" y="752"/>
                      <a:pt x="370" y="752"/>
                    </a:cubicBezTo>
                    <a:cubicBezTo>
                      <a:pt x="462" y="752"/>
                      <a:pt x="558" y="717"/>
                      <a:pt x="637" y="638"/>
                    </a:cubicBezTo>
                    <a:cubicBezTo>
                      <a:pt x="777" y="497"/>
                      <a:pt x="777" y="256"/>
                      <a:pt x="637" y="115"/>
                    </a:cubicBezTo>
                    <a:cubicBezTo>
                      <a:pt x="557" y="36"/>
                      <a:pt x="461" y="0"/>
                      <a:pt x="3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 name="Google Shape;2878;p55"/>
              <p:cNvSpPr/>
              <p:nvPr/>
            </p:nvSpPr>
            <p:spPr>
              <a:xfrm rot="2700000">
                <a:off x="1126667" y="693944"/>
                <a:ext cx="37637" cy="35992"/>
              </a:xfrm>
              <a:custGeom>
                <a:avLst/>
                <a:gdLst/>
                <a:ahLst/>
                <a:cxnLst/>
                <a:rect l="l" t="t" r="r" b="b"/>
                <a:pathLst>
                  <a:path w="778" h="744" extrusionOk="0">
                    <a:moveTo>
                      <a:pt x="365" y="0"/>
                    </a:moveTo>
                    <a:cubicBezTo>
                      <a:pt x="179" y="0"/>
                      <a:pt x="1" y="148"/>
                      <a:pt x="1" y="370"/>
                    </a:cubicBezTo>
                    <a:cubicBezTo>
                      <a:pt x="1" y="595"/>
                      <a:pt x="183" y="744"/>
                      <a:pt x="372" y="744"/>
                    </a:cubicBezTo>
                    <a:cubicBezTo>
                      <a:pt x="461" y="744"/>
                      <a:pt x="551" y="711"/>
                      <a:pt x="625" y="637"/>
                    </a:cubicBezTo>
                    <a:cubicBezTo>
                      <a:pt x="778" y="485"/>
                      <a:pt x="778" y="255"/>
                      <a:pt x="625" y="115"/>
                    </a:cubicBezTo>
                    <a:cubicBezTo>
                      <a:pt x="549" y="36"/>
                      <a:pt x="456" y="0"/>
                      <a:pt x="3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 name="Google Shape;2879;p55"/>
              <p:cNvSpPr/>
              <p:nvPr/>
            </p:nvSpPr>
            <p:spPr>
              <a:xfrm rot="2700000">
                <a:off x="1126199" y="847762"/>
                <a:ext cx="38266" cy="36186"/>
              </a:xfrm>
              <a:custGeom>
                <a:avLst/>
                <a:gdLst/>
                <a:ahLst/>
                <a:cxnLst/>
                <a:rect l="l" t="t" r="r" b="b"/>
                <a:pathLst>
                  <a:path w="791" h="748" extrusionOk="0">
                    <a:moveTo>
                      <a:pt x="382" y="0"/>
                    </a:moveTo>
                    <a:cubicBezTo>
                      <a:pt x="189" y="0"/>
                      <a:pt x="1" y="149"/>
                      <a:pt x="1" y="374"/>
                    </a:cubicBezTo>
                    <a:cubicBezTo>
                      <a:pt x="1" y="599"/>
                      <a:pt x="189" y="747"/>
                      <a:pt x="382" y="747"/>
                    </a:cubicBezTo>
                    <a:cubicBezTo>
                      <a:pt x="473" y="747"/>
                      <a:pt x="564" y="715"/>
                      <a:pt x="638" y="641"/>
                    </a:cubicBezTo>
                    <a:cubicBezTo>
                      <a:pt x="790" y="488"/>
                      <a:pt x="790" y="259"/>
                      <a:pt x="638" y="106"/>
                    </a:cubicBezTo>
                    <a:cubicBezTo>
                      <a:pt x="564" y="33"/>
                      <a:pt x="473" y="0"/>
                      <a:pt x="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grpSp>
        <p:nvGrpSpPr>
          <p:cNvPr id="48" name="Google Shape;2021;p35"/>
          <p:cNvGrpSpPr/>
          <p:nvPr/>
        </p:nvGrpSpPr>
        <p:grpSpPr>
          <a:xfrm rot="16200000">
            <a:off x="558243" y="5284318"/>
            <a:ext cx="639389" cy="1393350"/>
            <a:chOff x="5273525" y="899922"/>
            <a:chExt cx="396675" cy="864430"/>
          </a:xfrm>
          <a:solidFill>
            <a:srgbClr val="FEFEF5"/>
          </a:solidFill>
        </p:grpSpPr>
        <p:sp>
          <p:nvSpPr>
            <p:cNvPr id="49" name="Google Shape;2022;p35"/>
            <p:cNvSpPr/>
            <p:nvPr/>
          </p:nvSpPr>
          <p:spPr>
            <a:xfrm rot="8099893">
              <a:off x="5331322" y="1426205"/>
              <a:ext cx="281164" cy="279702"/>
            </a:xfrm>
            <a:custGeom>
              <a:avLst/>
              <a:gdLst/>
              <a:ahLst/>
              <a:cxnLst/>
              <a:rect l="l" t="t" r="r" b="b"/>
              <a:pathLst>
                <a:path w="2484" h="2471" extrusionOk="0">
                  <a:moveTo>
                    <a:pt x="2483" y="1"/>
                  </a:moveTo>
                  <a:lnTo>
                    <a:pt x="0" y="230"/>
                  </a:lnTo>
                  <a:lnTo>
                    <a:pt x="2242" y="2471"/>
                  </a:lnTo>
                  <a:lnTo>
                    <a:pt x="248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 name="Google Shape;2023;p35"/>
            <p:cNvSpPr/>
            <p:nvPr/>
          </p:nvSpPr>
          <p:spPr>
            <a:xfrm rot="8099893">
              <a:off x="5331478" y="1192229"/>
              <a:ext cx="279806" cy="279815"/>
            </a:xfrm>
            <a:custGeom>
              <a:avLst/>
              <a:gdLst/>
              <a:ahLst/>
              <a:cxnLst/>
              <a:rect l="l" t="t" r="r" b="b"/>
              <a:pathLst>
                <a:path w="2472" h="2472" extrusionOk="0">
                  <a:moveTo>
                    <a:pt x="2471" y="1"/>
                  </a:moveTo>
                  <a:lnTo>
                    <a:pt x="1" y="230"/>
                  </a:lnTo>
                  <a:lnTo>
                    <a:pt x="2229" y="2471"/>
                  </a:lnTo>
                  <a:lnTo>
                    <a:pt x="247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 name="Google Shape;2024;p35"/>
            <p:cNvSpPr/>
            <p:nvPr/>
          </p:nvSpPr>
          <p:spPr>
            <a:xfrm rot="8099893">
              <a:off x="5331532" y="957847"/>
              <a:ext cx="279693" cy="279702"/>
            </a:xfrm>
            <a:custGeom>
              <a:avLst/>
              <a:gdLst/>
              <a:ahLst/>
              <a:cxnLst/>
              <a:rect l="l" t="t" r="r" b="b"/>
              <a:pathLst>
                <a:path w="2471" h="2471" extrusionOk="0">
                  <a:moveTo>
                    <a:pt x="2471" y="0"/>
                  </a:moveTo>
                  <a:lnTo>
                    <a:pt x="0" y="229"/>
                  </a:lnTo>
                  <a:lnTo>
                    <a:pt x="2229" y="2471"/>
                  </a:lnTo>
                  <a:lnTo>
                    <a:pt x="247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FEF5"/>
        </a:solidFill>
        <a:effectLst/>
      </p:bgPr>
    </p:bg>
    <p:spTree>
      <p:nvGrpSpPr>
        <p:cNvPr id="1" name=""/>
        <p:cNvGrpSpPr/>
        <p:nvPr/>
      </p:nvGrpSpPr>
      <p:grpSpPr>
        <a:xfrm>
          <a:off x="0" y="0"/>
          <a:ext cx="0" cy="0"/>
          <a:chOff x="0" y="0"/>
          <a:chExt cx="0" cy="0"/>
        </a:xfrm>
      </p:grpSpPr>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60017" y="86523"/>
            <a:ext cx="1880748" cy="521613"/>
          </a:xfrm>
          <a:prstGeom prst="rect">
            <a:avLst/>
          </a:prstGeom>
        </p:spPr>
      </p:pic>
      <p:grpSp>
        <p:nvGrpSpPr>
          <p:cNvPr id="3" name="组合 2"/>
          <p:cNvGrpSpPr/>
          <p:nvPr/>
        </p:nvGrpSpPr>
        <p:grpSpPr>
          <a:xfrm>
            <a:off x="10339635" y="4226900"/>
            <a:ext cx="1521512" cy="4023547"/>
            <a:chOff x="10956468" y="1077300"/>
            <a:chExt cx="870187" cy="2301157"/>
          </a:xfrm>
        </p:grpSpPr>
        <p:grpSp>
          <p:nvGrpSpPr>
            <p:cNvPr id="35" name="Google Shape;2905;p55"/>
            <p:cNvGrpSpPr/>
            <p:nvPr/>
          </p:nvGrpSpPr>
          <p:grpSpPr>
            <a:xfrm rot="5400000">
              <a:off x="10729287" y="2251343"/>
              <a:ext cx="1324550" cy="97225"/>
              <a:chOff x="7102950" y="434363"/>
              <a:chExt cx="1324550" cy="97225"/>
            </a:xfrm>
          </p:grpSpPr>
          <p:cxnSp>
            <p:nvCxnSpPr>
              <p:cNvPr id="36"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37"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2" name="组合 1"/>
            <p:cNvGrpSpPr/>
            <p:nvPr/>
          </p:nvGrpSpPr>
          <p:grpSpPr>
            <a:xfrm>
              <a:off x="10956468" y="1077300"/>
              <a:ext cx="870187" cy="2301157"/>
              <a:chOff x="10956468" y="1077300"/>
              <a:chExt cx="870187" cy="2301157"/>
            </a:xfrm>
          </p:grpSpPr>
          <p:grpSp>
            <p:nvGrpSpPr>
              <p:cNvPr id="27" name="Google Shape;2905;p55"/>
              <p:cNvGrpSpPr/>
              <p:nvPr/>
            </p:nvGrpSpPr>
            <p:grpSpPr>
              <a:xfrm rot="5400000">
                <a:off x="11115768" y="2144030"/>
                <a:ext cx="1324550" cy="97225"/>
                <a:chOff x="7102950" y="434363"/>
                <a:chExt cx="1324550" cy="97225"/>
              </a:xfrm>
            </p:grpSpPr>
            <p:cxnSp>
              <p:nvCxnSpPr>
                <p:cNvPr id="30"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31"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32" name="Google Shape;2905;p55"/>
              <p:cNvGrpSpPr/>
              <p:nvPr/>
            </p:nvGrpSpPr>
            <p:grpSpPr>
              <a:xfrm rot="5400000">
                <a:off x="10434225" y="2179267"/>
                <a:ext cx="2301157" cy="97223"/>
                <a:chOff x="7102950" y="434363"/>
                <a:chExt cx="1324550" cy="97225"/>
              </a:xfrm>
            </p:grpSpPr>
            <p:cxnSp>
              <p:nvCxnSpPr>
                <p:cNvPr id="33"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34"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38" name="Google Shape;2905;p55"/>
              <p:cNvGrpSpPr/>
              <p:nvPr/>
            </p:nvGrpSpPr>
            <p:grpSpPr>
              <a:xfrm rot="5400000">
                <a:off x="10394450" y="1975618"/>
                <a:ext cx="1607743" cy="97225"/>
                <a:chOff x="7102950" y="434363"/>
                <a:chExt cx="1324550" cy="97225"/>
              </a:xfrm>
            </p:grpSpPr>
            <p:cxnSp>
              <p:nvCxnSpPr>
                <p:cNvPr id="39"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48"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49" name="Google Shape;2905;p55"/>
              <p:cNvGrpSpPr/>
              <p:nvPr/>
            </p:nvGrpSpPr>
            <p:grpSpPr>
              <a:xfrm rot="16200000">
                <a:off x="10419128" y="2143618"/>
                <a:ext cx="1171903" cy="97224"/>
                <a:chOff x="7102950" y="434363"/>
                <a:chExt cx="1324550" cy="97225"/>
              </a:xfrm>
            </p:grpSpPr>
            <p:cxnSp>
              <p:nvCxnSpPr>
                <p:cNvPr id="50"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59"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grpSp>
      <p:grpSp>
        <p:nvGrpSpPr>
          <p:cNvPr id="69" name="组合 68"/>
          <p:cNvGrpSpPr/>
          <p:nvPr/>
        </p:nvGrpSpPr>
        <p:grpSpPr>
          <a:xfrm>
            <a:off x="478971" y="455005"/>
            <a:ext cx="4849588" cy="492443"/>
            <a:chOff x="174171" y="513062"/>
            <a:chExt cx="4849588" cy="492443"/>
          </a:xfrm>
        </p:grpSpPr>
        <p:sp>
          <p:nvSpPr>
            <p:cNvPr id="70" name="PA-矩形 4"/>
            <p:cNvSpPr>
              <a:spLocks noChangeArrowheads="1"/>
            </p:cNvSpPr>
            <p:nvPr>
              <p:custDataLst>
                <p:tags r:id="rId3"/>
              </p:custDataLst>
            </p:nvPr>
          </p:nvSpPr>
          <p:spPr bwMode="auto">
            <a:xfrm>
              <a:off x="403999" y="513062"/>
              <a:ext cx="461976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3200" dirty="0">
                  <a:solidFill>
                    <a:schemeClr val="tx1">
                      <a:lumMod val="75000"/>
                      <a:lumOff val="25000"/>
                    </a:schemeClr>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sym typeface="阿里巴巴普惠体 H" panose="00020600040101010101" pitchFamily="18" charset="-122"/>
                </a:rPr>
                <a:t>这里输入标题</a:t>
              </a:r>
              <a:endParaRPr lang="zh-CN" altLang="en-US" sz="3200" dirty="0">
                <a:solidFill>
                  <a:schemeClr val="tx1">
                    <a:lumMod val="75000"/>
                    <a:lumOff val="25000"/>
                  </a:schemeClr>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sym typeface="阿里巴巴普惠体 H" panose="00020600040101010101" pitchFamily="18" charset="-122"/>
              </a:endParaRPr>
            </a:p>
          </p:txBody>
        </p:sp>
        <p:sp>
          <p:nvSpPr>
            <p:cNvPr id="71" name="矩形 70"/>
            <p:cNvSpPr/>
            <p:nvPr/>
          </p:nvSpPr>
          <p:spPr>
            <a:xfrm>
              <a:off x="174171" y="568588"/>
              <a:ext cx="72572" cy="381391"/>
            </a:xfrm>
            <a:prstGeom prst="rect">
              <a:avLst/>
            </a:prstGeom>
            <a:solidFill>
              <a:srgbClr val="6E7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grpSp>
      <p:sp>
        <p:nvSpPr>
          <p:cNvPr id="72" name="矩形: 圆角 71"/>
          <p:cNvSpPr/>
          <p:nvPr/>
        </p:nvSpPr>
        <p:spPr>
          <a:xfrm>
            <a:off x="6669894" y="1948542"/>
            <a:ext cx="2488620" cy="3686628"/>
          </a:xfrm>
          <a:prstGeom prst="roundRect">
            <a:avLst/>
          </a:prstGeom>
          <a:solidFill>
            <a:srgbClr val="FCE6AF">
              <a:alpha val="40000"/>
            </a:srgbClr>
          </a:solidFill>
          <a:ln>
            <a:noFill/>
          </a:ln>
        </p:spPr>
        <p:txBody>
          <a:bodyPr/>
          <a:lstStyle/>
          <a:p>
            <a:pPr fontAlgn="base">
              <a:spcBef>
                <a:spcPct val="0"/>
              </a:spcBef>
              <a:spcAft>
                <a:spcPct val="0"/>
              </a:spcAft>
            </a:pPr>
            <a:endParaRPr lang="zh-CN" altLang="en-US" sz="1600">
              <a:solidFill>
                <a:srgbClr val="D70000"/>
              </a:solidFill>
              <a:ea typeface="思源宋体" panose="02020400000000000000" charset="-122"/>
            </a:endParaRPr>
          </a:p>
        </p:txBody>
      </p:sp>
      <p:sp>
        <p:nvSpPr>
          <p:cNvPr id="73" name="矩形: 圆角 72"/>
          <p:cNvSpPr/>
          <p:nvPr/>
        </p:nvSpPr>
        <p:spPr>
          <a:xfrm>
            <a:off x="3697804" y="1948542"/>
            <a:ext cx="2488620" cy="3686628"/>
          </a:xfrm>
          <a:prstGeom prst="roundRect">
            <a:avLst/>
          </a:prstGeom>
          <a:solidFill>
            <a:srgbClr val="FCE6AF">
              <a:alpha val="40000"/>
            </a:srgbClr>
          </a:solidFill>
          <a:ln>
            <a:noFill/>
          </a:ln>
        </p:spPr>
        <p:txBody>
          <a:bodyPr/>
          <a:lstStyle/>
          <a:p>
            <a:pPr fontAlgn="base">
              <a:spcBef>
                <a:spcPct val="0"/>
              </a:spcBef>
              <a:spcAft>
                <a:spcPct val="0"/>
              </a:spcAft>
            </a:pPr>
            <a:endParaRPr lang="zh-CN" altLang="en-US" sz="1600">
              <a:solidFill>
                <a:srgbClr val="D70000"/>
              </a:solidFill>
              <a:ea typeface="思源宋体" panose="02020400000000000000" charset="-122"/>
            </a:endParaRPr>
          </a:p>
        </p:txBody>
      </p:sp>
      <p:sp>
        <p:nvSpPr>
          <p:cNvPr id="74" name="矩形: 圆角 73"/>
          <p:cNvSpPr/>
          <p:nvPr/>
        </p:nvSpPr>
        <p:spPr>
          <a:xfrm>
            <a:off x="725716" y="1948542"/>
            <a:ext cx="2488620" cy="3686628"/>
          </a:xfrm>
          <a:prstGeom prst="roundRect">
            <a:avLst/>
          </a:prstGeom>
          <a:solidFill>
            <a:srgbClr val="FCE6AF">
              <a:alpha val="40000"/>
            </a:srgbClr>
          </a:solidFill>
          <a:ln>
            <a:noFill/>
          </a:ln>
        </p:spPr>
        <p:txBody>
          <a:bodyPr/>
          <a:lstStyle/>
          <a:p>
            <a:pPr fontAlgn="base">
              <a:spcBef>
                <a:spcPct val="0"/>
              </a:spcBef>
              <a:spcAft>
                <a:spcPct val="0"/>
              </a:spcAft>
            </a:pPr>
            <a:endParaRPr lang="zh-CN" altLang="en-US" sz="1600">
              <a:solidFill>
                <a:srgbClr val="D70000"/>
              </a:solidFill>
              <a:ea typeface="思源宋体" panose="02020400000000000000" charset="-122"/>
            </a:endParaRPr>
          </a:p>
        </p:txBody>
      </p:sp>
      <p:grpSp>
        <p:nvGrpSpPr>
          <p:cNvPr id="75" name="组合 74"/>
          <p:cNvGrpSpPr/>
          <p:nvPr/>
        </p:nvGrpSpPr>
        <p:grpSpPr>
          <a:xfrm>
            <a:off x="1177042" y="3418343"/>
            <a:ext cx="1506716" cy="1673411"/>
            <a:chOff x="1595531" y="3163736"/>
            <a:chExt cx="1506716" cy="1673411"/>
          </a:xfrm>
        </p:grpSpPr>
        <p:sp>
          <p:nvSpPr>
            <p:cNvPr id="76" name="PA-矩形 4"/>
            <p:cNvSpPr>
              <a:spLocks noChangeArrowheads="1"/>
            </p:cNvSpPr>
            <p:nvPr>
              <p:custDataLst>
                <p:tags r:id="rId4"/>
              </p:custDataLst>
            </p:nvPr>
          </p:nvSpPr>
          <p:spPr bwMode="auto">
            <a:xfrm>
              <a:off x="1595921" y="3573211"/>
              <a:ext cx="1505936" cy="1263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rPr>
                <a:t>点击这里，输入您的文本文字，更改文字的颜色或者大小属性。</a:t>
              </a:r>
              <a:endPar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77" name="PA-矩形 4"/>
            <p:cNvSpPr>
              <a:spLocks noChangeArrowheads="1"/>
            </p:cNvSpPr>
            <p:nvPr>
              <p:custDataLst>
                <p:tags r:id="rId5"/>
              </p:custDataLst>
            </p:nvPr>
          </p:nvSpPr>
          <p:spPr bwMode="auto">
            <a:xfrm>
              <a:off x="1595531" y="3163736"/>
              <a:ext cx="15067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rPr>
                <a:t>关键词</a:t>
              </a:r>
              <a:endPar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grpSp>
      <p:grpSp>
        <p:nvGrpSpPr>
          <p:cNvPr id="78" name="组合 77"/>
          <p:cNvGrpSpPr/>
          <p:nvPr/>
        </p:nvGrpSpPr>
        <p:grpSpPr>
          <a:xfrm>
            <a:off x="4168944" y="3418343"/>
            <a:ext cx="1506716" cy="1673411"/>
            <a:chOff x="1595531" y="3163736"/>
            <a:chExt cx="1506716" cy="1673411"/>
          </a:xfrm>
        </p:grpSpPr>
        <p:sp>
          <p:nvSpPr>
            <p:cNvPr id="79" name="PA-矩形 4"/>
            <p:cNvSpPr>
              <a:spLocks noChangeArrowheads="1"/>
            </p:cNvSpPr>
            <p:nvPr>
              <p:custDataLst>
                <p:tags r:id="rId6"/>
              </p:custDataLst>
            </p:nvPr>
          </p:nvSpPr>
          <p:spPr bwMode="auto">
            <a:xfrm>
              <a:off x="1595921" y="3573211"/>
              <a:ext cx="1505936" cy="1263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rPr>
                <a:t>点击这里，输入您的文本文字，更改文字的颜色或者大小属性。</a:t>
              </a:r>
              <a:endPar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80" name="PA-矩形 4"/>
            <p:cNvSpPr>
              <a:spLocks noChangeArrowheads="1"/>
            </p:cNvSpPr>
            <p:nvPr>
              <p:custDataLst>
                <p:tags r:id="rId7"/>
              </p:custDataLst>
            </p:nvPr>
          </p:nvSpPr>
          <p:spPr bwMode="auto">
            <a:xfrm>
              <a:off x="1595531" y="3163736"/>
              <a:ext cx="15067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rPr>
                <a:t>关键词</a:t>
              </a:r>
              <a:endPar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grpSp>
      <p:grpSp>
        <p:nvGrpSpPr>
          <p:cNvPr id="81" name="组合 80"/>
          <p:cNvGrpSpPr/>
          <p:nvPr/>
        </p:nvGrpSpPr>
        <p:grpSpPr>
          <a:xfrm>
            <a:off x="7160846" y="3418343"/>
            <a:ext cx="1506716" cy="1673411"/>
            <a:chOff x="1595531" y="3163736"/>
            <a:chExt cx="1506716" cy="1673411"/>
          </a:xfrm>
        </p:grpSpPr>
        <p:sp>
          <p:nvSpPr>
            <p:cNvPr id="82" name="PA-矩形 4"/>
            <p:cNvSpPr>
              <a:spLocks noChangeArrowheads="1"/>
            </p:cNvSpPr>
            <p:nvPr>
              <p:custDataLst>
                <p:tags r:id="rId8"/>
              </p:custDataLst>
            </p:nvPr>
          </p:nvSpPr>
          <p:spPr bwMode="auto">
            <a:xfrm>
              <a:off x="1595921" y="3573211"/>
              <a:ext cx="1505936" cy="1263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rPr>
                <a:t>点击这里，输入您的文本文字，更改文字的颜色或者大小属性。</a:t>
              </a:r>
              <a:endPar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83" name="PA-矩形 4"/>
            <p:cNvSpPr>
              <a:spLocks noChangeArrowheads="1"/>
            </p:cNvSpPr>
            <p:nvPr>
              <p:custDataLst>
                <p:tags r:id="rId9"/>
              </p:custDataLst>
            </p:nvPr>
          </p:nvSpPr>
          <p:spPr bwMode="auto">
            <a:xfrm>
              <a:off x="1595531" y="3163736"/>
              <a:ext cx="15067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rPr>
                <a:t>关键词</a:t>
              </a:r>
              <a:endPar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grpSp>
      <p:sp>
        <p:nvSpPr>
          <p:cNvPr id="84" name="矩形: 圆角 83"/>
          <p:cNvSpPr/>
          <p:nvPr/>
        </p:nvSpPr>
        <p:spPr>
          <a:xfrm>
            <a:off x="1603829" y="2496456"/>
            <a:ext cx="653143" cy="653143"/>
          </a:xfrm>
          <a:prstGeom prst="roundRect">
            <a:avLst>
              <a:gd name="adj" fmla="val 50000"/>
            </a:avLst>
          </a:prstGeom>
          <a:solidFill>
            <a:srgbClr val="F9C9B2"/>
          </a:solidFill>
          <a:ln>
            <a:noFill/>
          </a:ln>
        </p:spPr>
        <p:txBody>
          <a:bodyPr/>
          <a:lstStyle/>
          <a:p>
            <a:pPr algn="ctr" fontAlgn="base">
              <a:lnSpc>
                <a:spcPct val="150000"/>
              </a:lnSpc>
              <a:spcBef>
                <a:spcPct val="0"/>
              </a:spcBef>
              <a:spcAft>
                <a:spcPct val="0"/>
              </a:spcAft>
            </a:pPr>
            <a:r>
              <a:rPr lang="en-US" altLang="zh-CN" sz="1600" dirty="0">
                <a:solidFill>
                  <a:schemeClr val="bg1"/>
                </a:solidFill>
                <a:ea typeface="思源宋体" panose="02020400000000000000" charset="-122"/>
              </a:rPr>
              <a:t>01</a:t>
            </a:r>
            <a:endParaRPr lang="zh-CN" altLang="en-US" sz="1600" dirty="0">
              <a:solidFill>
                <a:schemeClr val="bg1"/>
              </a:solidFill>
              <a:ea typeface="思源宋体" panose="02020400000000000000" charset="-122"/>
            </a:endParaRPr>
          </a:p>
        </p:txBody>
      </p:sp>
      <p:sp>
        <p:nvSpPr>
          <p:cNvPr id="85" name="矩形: 圆角 84"/>
          <p:cNvSpPr/>
          <p:nvPr/>
        </p:nvSpPr>
        <p:spPr>
          <a:xfrm>
            <a:off x="4595731" y="2496456"/>
            <a:ext cx="653143" cy="653143"/>
          </a:xfrm>
          <a:prstGeom prst="roundRect">
            <a:avLst>
              <a:gd name="adj" fmla="val 50000"/>
            </a:avLst>
          </a:prstGeom>
          <a:solidFill>
            <a:srgbClr val="FCE6AF"/>
          </a:solidFill>
          <a:ln>
            <a:noFill/>
          </a:ln>
        </p:spPr>
        <p:txBody>
          <a:bodyPr/>
          <a:lstStyle/>
          <a:p>
            <a:pPr algn="ctr" fontAlgn="base">
              <a:lnSpc>
                <a:spcPct val="150000"/>
              </a:lnSpc>
              <a:spcBef>
                <a:spcPct val="0"/>
              </a:spcBef>
              <a:spcAft>
                <a:spcPct val="0"/>
              </a:spcAft>
            </a:pPr>
            <a:r>
              <a:rPr lang="en-US" altLang="zh-CN" sz="1600" dirty="0">
                <a:solidFill>
                  <a:schemeClr val="bg1"/>
                </a:solidFill>
                <a:ea typeface="思源宋体" panose="02020400000000000000" charset="-122"/>
              </a:rPr>
              <a:t>02</a:t>
            </a:r>
            <a:endParaRPr lang="zh-CN" altLang="en-US" sz="1600" dirty="0">
              <a:solidFill>
                <a:schemeClr val="bg1"/>
              </a:solidFill>
              <a:ea typeface="思源宋体" panose="02020400000000000000" charset="-122"/>
            </a:endParaRPr>
          </a:p>
        </p:txBody>
      </p:sp>
      <p:sp>
        <p:nvSpPr>
          <p:cNvPr id="86" name="矩形: 圆角 85"/>
          <p:cNvSpPr/>
          <p:nvPr/>
        </p:nvSpPr>
        <p:spPr>
          <a:xfrm>
            <a:off x="7587633" y="2496456"/>
            <a:ext cx="653143" cy="653143"/>
          </a:xfrm>
          <a:prstGeom prst="roundRect">
            <a:avLst>
              <a:gd name="adj" fmla="val 50000"/>
            </a:avLst>
          </a:prstGeom>
          <a:solidFill>
            <a:srgbClr val="C8D7D0"/>
          </a:solidFill>
          <a:ln>
            <a:noFill/>
          </a:ln>
        </p:spPr>
        <p:txBody>
          <a:bodyPr/>
          <a:lstStyle/>
          <a:p>
            <a:pPr algn="ctr" fontAlgn="base">
              <a:lnSpc>
                <a:spcPct val="150000"/>
              </a:lnSpc>
              <a:spcBef>
                <a:spcPct val="0"/>
              </a:spcBef>
              <a:spcAft>
                <a:spcPct val="0"/>
              </a:spcAft>
            </a:pPr>
            <a:r>
              <a:rPr lang="en-US" altLang="zh-CN" sz="1600" dirty="0">
                <a:solidFill>
                  <a:schemeClr val="bg1"/>
                </a:solidFill>
                <a:ea typeface="思源宋体" panose="02020400000000000000" charset="-122"/>
              </a:rPr>
              <a:t>03</a:t>
            </a:r>
            <a:endParaRPr lang="zh-CN" altLang="en-US" sz="1600" dirty="0">
              <a:solidFill>
                <a:schemeClr val="bg1"/>
              </a:solidFill>
              <a:ea typeface="思源宋体" panose="02020400000000000000" charset="-122"/>
            </a:endParaRPr>
          </a:p>
        </p:txBody>
      </p:sp>
      <p:sp>
        <p:nvSpPr>
          <p:cNvPr id="43" name="文本框 42"/>
          <p:cNvSpPr txBox="1"/>
          <p:nvPr/>
        </p:nvSpPr>
        <p:spPr>
          <a:xfrm>
            <a:off x="9582143" y="2180103"/>
            <a:ext cx="1613789" cy="1938992"/>
          </a:xfrm>
          <a:prstGeom prst="rect">
            <a:avLst/>
          </a:prstGeom>
          <a:noFill/>
        </p:spPr>
        <p:txBody>
          <a:bodyPr wrap="square" rtlCol="0">
            <a:spAutoFit/>
          </a:bodyPr>
          <a:lstStyle/>
          <a:p>
            <a:r>
              <a:rPr lang="zh-CN" altLang="en-US" sz="2000" dirty="0">
                <a:solidFill>
                  <a:srgbClr val="6E7D75"/>
                </a:solidFill>
              </a:rPr>
              <a:t>请输入文字请输入文字请输入文字请输入文字请输入文字请输入文字</a:t>
            </a:r>
            <a:endParaRPr lang="zh-CN" altLang="en-US" sz="2000" dirty="0">
              <a:solidFill>
                <a:srgbClr val="6E7D75"/>
              </a:solidFill>
            </a:endParaRPr>
          </a:p>
        </p:txBody>
      </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wipe(down)">
                                      <p:cBhvr>
                                        <p:cTn id="7" dur="500"/>
                                        <p:tgtEl>
                                          <p:spTgt spid="7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84"/>
                                        </p:tgtEl>
                                        <p:attrNameLst>
                                          <p:attrName>style.visibility</p:attrName>
                                        </p:attrNameLst>
                                      </p:cBhvr>
                                      <p:to>
                                        <p:strVal val="visible"/>
                                      </p:to>
                                    </p:set>
                                    <p:animEffect transition="in" filter="wipe(down)">
                                      <p:cBhvr>
                                        <p:cTn id="11" dur="500"/>
                                        <p:tgtEl>
                                          <p:spTgt spid="84"/>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75"/>
                                        </p:tgtEl>
                                        <p:attrNameLst>
                                          <p:attrName>style.visibility</p:attrName>
                                        </p:attrNameLst>
                                      </p:cBhvr>
                                      <p:to>
                                        <p:strVal val="visible"/>
                                      </p:to>
                                    </p:set>
                                    <p:animEffect transition="in" filter="wipe(down)">
                                      <p:cBhvr>
                                        <p:cTn id="15" dur="500"/>
                                        <p:tgtEl>
                                          <p:spTgt spid="75"/>
                                        </p:tgtEl>
                                      </p:cBhvr>
                                    </p:animEffect>
                                  </p:childTnLst>
                                </p:cTn>
                              </p:par>
                            </p:childTnLst>
                          </p:cTn>
                        </p:par>
                        <p:par>
                          <p:cTn id="16" fill="hold">
                            <p:stCondLst>
                              <p:cond delay="1500"/>
                            </p:stCondLst>
                            <p:childTnLst>
                              <p:par>
                                <p:cTn id="17" presetID="22" presetClass="entr" presetSubtype="4" fill="hold" grpId="0" nodeType="afterEffect">
                                  <p:stCondLst>
                                    <p:cond delay="0"/>
                                  </p:stCondLst>
                                  <p:childTnLst>
                                    <p:set>
                                      <p:cBhvr>
                                        <p:cTn id="18" dur="1" fill="hold">
                                          <p:stCondLst>
                                            <p:cond delay="0"/>
                                          </p:stCondLst>
                                        </p:cTn>
                                        <p:tgtEl>
                                          <p:spTgt spid="73"/>
                                        </p:tgtEl>
                                        <p:attrNameLst>
                                          <p:attrName>style.visibility</p:attrName>
                                        </p:attrNameLst>
                                      </p:cBhvr>
                                      <p:to>
                                        <p:strVal val="visible"/>
                                      </p:to>
                                    </p:set>
                                    <p:animEffect transition="in" filter="wipe(down)">
                                      <p:cBhvr>
                                        <p:cTn id="19" dur="500"/>
                                        <p:tgtEl>
                                          <p:spTgt spid="73"/>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85"/>
                                        </p:tgtEl>
                                        <p:attrNameLst>
                                          <p:attrName>style.visibility</p:attrName>
                                        </p:attrNameLst>
                                      </p:cBhvr>
                                      <p:to>
                                        <p:strVal val="visible"/>
                                      </p:to>
                                    </p:set>
                                    <p:animEffect transition="in" filter="wipe(down)">
                                      <p:cBhvr>
                                        <p:cTn id="23" dur="500"/>
                                        <p:tgtEl>
                                          <p:spTgt spid="85"/>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78"/>
                                        </p:tgtEl>
                                        <p:attrNameLst>
                                          <p:attrName>style.visibility</p:attrName>
                                        </p:attrNameLst>
                                      </p:cBhvr>
                                      <p:to>
                                        <p:strVal val="visible"/>
                                      </p:to>
                                    </p:set>
                                    <p:animEffect transition="in" filter="wipe(down)">
                                      <p:cBhvr>
                                        <p:cTn id="27" dur="500"/>
                                        <p:tgtEl>
                                          <p:spTgt spid="78"/>
                                        </p:tgtEl>
                                      </p:cBhvr>
                                    </p:animEffect>
                                  </p:childTnLst>
                                </p:cTn>
                              </p:par>
                            </p:childTnLst>
                          </p:cTn>
                        </p:par>
                        <p:par>
                          <p:cTn id="28" fill="hold">
                            <p:stCondLst>
                              <p:cond delay="3000"/>
                            </p:stCondLst>
                            <p:childTnLst>
                              <p:par>
                                <p:cTn id="29" presetID="22" presetClass="entr" presetSubtype="4" fill="hold" grpId="0" nodeType="afterEffect">
                                  <p:stCondLst>
                                    <p:cond delay="0"/>
                                  </p:stCondLst>
                                  <p:childTnLst>
                                    <p:set>
                                      <p:cBhvr>
                                        <p:cTn id="30" dur="1" fill="hold">
                                          <p:stCondLst>
                                            <p:cond delay="0"/>
                                          </p:stCondLst>
                                        </p:cTn>
                                        <p:tgtEl>
                                          <p:spTgt spid="72"/>
                                        </p:tgtEl>
                                        <p:attrNameLst>
                                          <p:attrName>style.visibility</p:attrName>
                                        </p:attrNameLst>
                                      </p:cBhvr>
                                      <p:to>
                                        <p:strVal val="visible"/>
                                      </p:to>
                                    </p:set>
                                    <p:animEffect transition="in" filter="wipe(down)">
                                      <p:cBhvr>
                                        <p:cTn id="31" dur="500"/>
                                        <p:tgtEl>
                                          <p:spTgt spid="72"/>
                                        </p:tgtEl>
                                      </p:cBhvr>
                                    </p:animEffect>
                                  </p:childTnLst>
                                </p:cTn>
                              </p:par>
                            </p:childTnLst>
                          </p:cTn>
                        </p:par>
                        <p:par>
                          <p:cTn id="32" fill="hold">
                            <p:stCondLst>
                              <p:cond delay="3500"/>
                            </p:stCondLst>
                            <p:childTnLst>
                              <p:par>
                                <p:cTn id="33" presetID="22" presetClass="entr" presetSubtype="4" fill="hold" nodeType="afterEffect">
                                  <p:stCondLst>
                                    <p:cond delay="0"/>
                                  </p:stCondLst>
                                  <p:childTnLst>
                                    <p:set>
                                      <p:cBhvr>
                                        <p:cTn id="34" dur="1" fill="hold">
                                          <p:stCondLst>
                                            <p:cond delay="0"/>
                                          </p:stCondLst>
                                        </p:cTn>
                                        <p:tgtEl>
                                          <p:spTgt spid="81"/>
                                        </p:tgtEl>
                                        <p:attrNameLst>
                                          <p:attrName>style.visibility</p:attrName>
                                        </p:attrNameLst>
                                      </p:cBhvr>
                                      <p:to>
                                        <p:strVal val="visible"/>
                                      </p:to>
                                    </p:set>
                                    <p:animEffect transition="in" filter="wipe(down)">
                                      <p:cBhvr>
                                        <p:cTn id="35" dur="500"/>
                                        <p:tgtEl>
                                          <p:spTgt spid="81"/>
                                        </p:tgtEl>
                                      </p:cBhvr>
                                    </p:animEffect>
                                  </p:childTnLst>
                                </p:cTn>
                              </p:par>
                            </p:childTnLst>
                          </p:cTn>
                        </p:par>
                        <p:par>
                          <p:cTn id="36" fill="hold">
                            <p:stCondLst>
                              <p:cond delay="4000"/>
                            </p:stCondLst>
                            <p:childTnLst>
                              <p:par>
                                <p:cTn id="37" presetID="22" presetClass="entr" presetSubtype="4" fill="hold" grpId="0" nodeType="afterEffect">
                                  <p:stCondLst>
                                    <p:cond delay="0"/>
                                  </p:stCondLst>
                                  <p:childTnLst>
                                    <p:set>
                                      <p:cBhvr>
                                        <p:cTn id="38" dur="1" fill="hold">
                                          <p:stCondLst>
                                            <p:cond delay="0"/>
                                          </p:stCondLst>
                                        </p:cTn>
                                        <p:tgtEl>
                                          <p:spTgt spid="86"/>
                                        </p:tgtEl>
                                        <p:attrNameLst>
                                          <p:attrName>style.visibility</p:attrName>
                                        </p:attrNameLst>
                                      </p:cBhvr>
                                      <p:to>
                                        <p:strVal val="visible"/>
                                      </p:to>
                                    </p:set>
                                    <p:animEffect transition="in" filter="wipe(down)">
                                      <p:cBhvr>
                                        <p:cTn id="39" dur="500"/>
                                        <p:tgtEl>
                                          <p:spTgt spid="8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3"/>
                                        </p:tgtEl>
                                        <p:attrNameLst>
                                          <p:attrName>style.visibility</p:attrName>
                                        </p:attrNameLst>
                                      </p:cBhvr>
                                      <p:to>
                                        <p:strVal val="visible"/>
                                      </p:to>
                                    </p:set>
                                    <p:animEffect transition="in" filter="fade">
                                      <p:cBhvr>
                                        <p:cTn id="44"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73" grpId="0" animBg="1"/>
      <p:bldP spid="74" grpId="0" animBg="1"/>
      <p:bldP spid="84" grpId="0" animBg="1"/>
      <p:bldP spid="85" grpId="0" animBg="1"/>
      <p:bldP spid="86" grpId="0" animBg="1"/>
      <p:bldP spid="4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FEF5"/>
        </a:solidFill>
        <a:effectLst/>
      </p:bgPr>
    </p:bg>
    <p:spTree>
      <p:nvGrpSpPr>
        <p:cNvPr id="1" name=""/>
        <p:cNvGrpSpPr/>
        <p:nvPr/>
      </p:nvGrpSpPr>
      <p:grpSpPr>
        <a:xfrm>
          <a:off x="0" y="0"/>
          <a:ext cx="0" cy="0"/>
          <a:chOff x="0" y="0"/>
          <a:chExt cx="0" cy="0"/>
        </a:xfrm>
      </p:grpSpPr>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60017" y="86523"/>
            <a:ext cx="1880748" cy="521613"/>
          </a:xfrm>
          <a:prstGeom prst="rect">
            <a:avLst/>
          </a:prstGeom>
        </p:spPr>
      </p:pic>
      <p:pic>
        <p:nvPicPr>
          <p:cNvPr id="25" name="Google Shape;2017;p35"/>
          <p:cNvPicPr preferRelativeResize="0"/>
          <p:nvPr/>
        </p:nvPicPr>
        <p:blipFill rotWithShape="1">
          <a:blip r:embed="rId3">
            <a:alphaModFix amt="62000"/>
          </a:blip>
          <a:srcRect t="406" b="416"/>
          <a:stretch>
            <a:fillRect/>
          </a:stretch>
        </p:blipFill>
        <p:spPr>
          <a:xfrm rot="10800000" flipH="1">
            <a:off x="9838303" y="4394092"/>
            <a:ext cx="3369119" cy="3360405"/>
          </a:xfrm>
          <a:prstGeom prst="ellipse">
            <a:avLst/>
          </a:prstGeom>
          <a:solidFill>
            <a:srgbClr val="FCE6AF"/>
          </a:solidFill>
          <a:ln>
            <a:noFill/>
          </a:ln>
        </p:spPr>
      </p:pic>
      <p:grpSp>
        <p:nvGrpSpPr>
          <p:cNvPr id="27" name="Google Shape;2905;p55"/>
          <p:cNvGrpSpPr/>
          <p:nvPr/>
        </p:nvGrpSpPr>
        <p:grpSpPr>
          <a:xfrm rot="5400000">
            <a:off x="11115768" y="2144030"/>
            <a:ext cx="1324550" cy="97225"/>
            <a:chOff x="7102950" y="434363"/>
            <a:chExt cx="1324550" cy="97225"/>
          </a:xfrm>
        </p:grpSpPr>
        <p:cxnSp>
          <p:nvCxnSpPr>
            <p:cNvPr id="30"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31"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32" name="Google Shape;2905;p55"/>
          <p:cNvGrpSpPr/>
          <p:nvPr/>
        </p:nvGrpSpPr>
        <p:grpSpPr>
          <a:xfrm rot="5400000">
            <a:off x="10434225" y="2179267"/>
            <a:ext cx="2301157" cy="97223"/>
            <a:chOff x="7102950" y="434363"/>
            <a:chExt cx="1324550" cy="97225"/>
          </a:xfrm>
        </p:grpSpPr>
        <p:cxnSp>
          <p:nvCxnSpPr>
            <p:cNvPr id="33"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34"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35" name="Google Shape;2905;p55"/>
          <p:cNvGrpSpPr/>
          <p:nvPr/>
        </p:nvGrpSpPr>
        <p:grpSpPr>
          <a:xfrm rot="5400000">
            <a:off x="10729287" y="2251343"/>
            <a:ext cx="1324550" cy="97225"/>
            <a:chOff x="7102950" y="434363"/>
            <a:chExt cx="1324550" cy="97225"/>
          </a:xfrm>
        </p:grpSpPr>
        <p:cxnSp>
          <p:nvCxnSpPr>
            <p:cNvPr id="36"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37"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38" name="Google Shape;2905;p55"/>
          <p:cNvGrpSpPr/>
          <p:nvPr/>
        </p:nvGrpSpPr>
        <p:grpSpPr>
          <a:xfrm rot="5400000">
            <a:off x="10394450" y="1975618"/>
            <a:ext cx="1607743" cy="97225"/>
            <a:chOff x="7102950" y="434363"/>
            <a:chExt cx="1324550" cy="97225"/>
          </a:xfrm>
        </p:grpSpPr>
        <p:cxnSp>
          <p:nvCxnSpPr>
            <p:cNvPr id="39"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48"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49" name="Google Shape;2905;p55"/>
          <p:cNvGrpSpPr/>
          <p:nvPr/>
        </p:nvGrpSpPr>
        <p:grpSpPr>
          <a:xfrm rot="16200000">
            <a:off x="10419128" y="2143618"/>
            <a:ext cx="1171903" cy="97224"/>
            <a:chOff x="7102950" y="434363"/>
            <a:chExt cx="1324550" cy="97225"/>
          </a:xfrm>
        </p:grpSpPr>
        <p:cxnSp>
          <p:nvCxnSpPr>
            <p:cNvPr id="50"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59"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10" name="组合 9"/>
          <p:cNvGrpSpPr/>
          <p:nvPr/>
        </p:nvGrpSpPr>
        <p:grpSpPr>
          <a:xfrm>
            <a:off x="478971" y="455005"/>
            <a:ext cx="4849588" cy="492443"/>
            <a:chOff x="174171" y="513062"/>
            <a:chExt cx="4849588" cy="492443"/>
          </a:xfrm>
        </p:grpSpPr>
        <p:sp>
          <p:nvSpPr>
            <p:cNvPr id="15" name="PA-矩形 4"/>
            <p:cNvSpPr>
              <a:spLocks noChangeArrowheads="1"/>
            </p:cNvSpPr>
            <p:nvPr>
              <p:custDataLst>
                <p:tags r:id="rId4"/>
              </p:custDataLst>
            </p:nvPr>
          </p:nvSpPr>
          <p:spPr bwMode="auto">
            <a:xfrm>
              <a:off x="403999" y="513062"/>
              <a:ext cx="461976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3200" dirty="0">
                  <a:solidFill>
                    <a:srgbClr val="6E7D75"/>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sym typeface="阿里巴巴普惠体 H" panose="00020600040101010101" pitchFamily="18" charset="-122"/>
                </a:rPr>
                <a:t>这里输入标题</a:t>
              </a:r>
              <a:endParaRPr lang="zh-CN" altLang="en-US" sz="3200" dirty="0">
                <a:solidFill>
                  <a:srgbClr val="6E7D75"/>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sym typeface="阿里巴巴普惠体 H" panose="00020600040101010101" pitchFamily="18" charset="-122"/>
              </a:endParaRPr>
            </a:p>
          </p:txBody>
        </p:sp>
        <p:sp>
          <p:nvSpPr>
            <p:cNvPr id="19" name="矩形 18"/>
            <p:cNvSpPr/>
            <p:nvPr/>
          </p:nvSpPr>
          <p:spPr>
            <a:xfrm>
              <a:off x="174171" y="568588"/>
              <a:ext cx="72572" cy="381391"/>
            </a:xfrm>
            <a:prstGeom prst="rect">
              <a:avLst/>
            </a:prstGeom>
            <a:solidFill>
              <a:srgbClr val="6E7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 name="Freeform 7"/>
          <p:cNvSpPr/>
          <p:nvPr/>
        </p:nvSpPr>
        <p:spPr bwMode="auto">
          <a:xfrm>
            <a:off x="652452" y="1837070"/>
            <a:ext cx="1340584" cy="3819320"/>
          </a:xfrm>
          <a:custGeom>
            <a:avLst/>
            <a:gdLst>
              <a:gd name="T0" fmla="*/ 1750 w 1750"/>
              <a:gd name="T1" fmla="*/ 272 h 5527"/>
              <a:gd name="T2" fmla="*/ 314 w 1750"/>
              <a:gd name="T3" fmla="*/ 2778 h 5527"/>
              <a:gd name="T4" fmla="*/ 1699 w 1750"/>
              <a:gd name="T5" fmla="*/ 5254 h 5527"/>
              <a:gd name="T6" fmla="*/ 1542 w 1750"/>
              <a:gd name="T7" fmla="*/ 5527 h 5527"/>
              <a:gd name="T8" fmla="*/ 0 w 1750"/>
              <a:gd name="T9" fmla="*/ 2778 h 5527"/>
              <a:gd name="T10" fmla="*/ 1593 w 1750"/>
              <a:gd name="T11" fmla="*/ 0 h 5527"/>
              <a:gd name="T12" fmla="*/ 1750 w 1750"/>
              <a:gd name="T13" fmla="*/ 272 h 5527"/>
            </a:gdLst>
            <a:ahLst/>
            <a:cxnLst>
              <a:cxn ang="0">
                <a:pos x="T0" y="T1"/>
              </a:cxn>
              <a:cxn ang="0">
                <a:pos x="T2" y="T3"/>
              </a:cxn>
              <a:cxn ang="0">
                <a:pos x="T4" y="T5"/>
              </a:cxn>
              <a:cxn ang="0">
                <a:pos x="T6" y="T7"/>
              </a:cxn>
              <a:cxn ang="0">
                <a:pos x="T8" y="T9"/>
              </a:cxn>
              <a:cxn ang="0">
                <a:pos x="T10" y="T11"/>
              </a:cxn>
              <a:cxn ang="0">
                <a:pos x="T12" y="T13"/>
              </a:cxn>
            </a:cxnLst>
            <a:rect l="0" t="0" r="r" b="b"/>
            <a:pathLst>
              <a:path w="1750" h="5527">
                <a:moveTo>
                  <a:pt x="1750" y="272"/>
                </a:moveTo>
                <a:cubicBezTo>
                  <a:pt x="891" y="777"/>
                  <a:pt x="314" y="1710"/>
                  <a:pt x="314" y="2778"/>
                </a:cubicBezTo>
                <a:cubicBezTo>
                  <a:pt x="314" y="3825"/>
                  <a:pt x="868" y="4743"/>
                  <a:pt x="1699" y="5254"/>
                </a:cubicBezTo>
                <a:lnTo>
                  <a:pt x="1542" y="5527"/>
                </a:lnTo>
                <a:cubicBezTo>
                  <a:pt x="617" y="4961"/>
                  <a:pt x="0" y="3942"/>
                  <a:pt x="0" y="2778"/>
                </a:cubicBezTo>
                <a:cubicBezTo>
                  <a:pt x="0" y="1594"/>
                  <a:pt x="640" y="559"/>
                  <a:pt x="1593" y="0"/>
                </a:cubicBezTo>
                <a:lnTo>
                  <a:pt x="1750" y="272"/>
                </a:lnTo>
                <a:close/>
              </a:path>
            </a:pathLst>
          </a:custGeom>
          <a:solidFill>
            <a:srgbClr val="C8D7D0"/>
          </a:solidFill>
          <a:ln>
            <a:noFill/>
          </a:ln>
          <a:effectLst/>
        </p:spPr>
        <p:txBody>
          <a:bodyPr vert="horz" wrap="square" lIns="121917" tIns="60958" rIns="121917" bIns="60958" numCol="1" anchor="t" anchorCtr="0" compatLnSpc="1"/>
          <a:lstStyle/>
          <a:p>
            <a:endParaRPr lang="zh-CN" altLang="en-US" dirty="0">
              <a:latin typeface="字魂45号-冰宇雅宋" panose="00000500000000000000" charset="-122"/>
              <a:ea typeface="字魂45号-冰宇雅宋" panose="00000500000000000000" charset="-122"/>
              <a:cs typeface="字魂45号-冰宇雅宋" panose="00000500000000000000" charset="-122"/>
            </a:endParaRPr>
          </a:p>
        </p:txBody>
      </p:sp>
      <p:sp>
        <p:nvSpPr>
          <p:cNvPr id="3" name="圆角矩形 25"/>
          <p:cNvSpPr/>
          <p:nvPr/>
        </p:nvSpPr>
        <p:spPr>
          <a:xfrm rot="16200000">
            <a:off x="2400943" y="804385"/>
            <a:ext cx="618184" cy="2705606"/>
          </a:xfrm>
          <a:prstGeom prst="roundRect">
            <a:avLst>
              <a:gd name="adj" fmla="val 50000"/>
            </a:avLst>
          </a:prstGeom>
          <a:solidFill>
            <a:srgbClr val="FCE6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字魂45号-冰宇雅宋" panose="00000500000000000000" charset="-122"/>
              <a:ea typeface="字魂45号-冰宇雅宋" panose="00000500000000000000" charset="-122"/>
              <a:cs typeface="字魂45号-冰宇雅宋" panose="00000500000000000000" charset="-122"/>
            </a:endParaRPr>
          </a:p>
        </p:txBody>
      </p:sp>
      <p:sp>
        <p:nvSpPr>
          <p:cNvPr id="4" name="圆角矩形 28"/>
          <p:cNvSpPr/>
          <p:nvPr/>
        </p:nvSpPr>
        <p:spPr>
          <a:xfrm rot="16200000">
            <a:off x="2400943" y="3984604"/>
            <a:ext cx="618184" cy="2705606"/>
          </a:xfrm>
          <a:prstGeom prst="roundRect">
            <a:avLst>
              <a:gd name="adj" fmla="val 50000"/>
            </a:avLst>
          </a:prstGeom>
          <a:solidFill>
            <a:srgbClr val="F9C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字魂45号-冰宇雅宋" panose="00000500000000000000" charset="-122"/>
              <a:ea typeface="字魂45号-冰宇雅宋" panose="00000500000000000000" charset="-122"/>
              <a:cs typeface="字魂45号-冰宇雅宋" panose="00000500000000000000" charset="-122"/>
            </a:endParaRPr>
          </a:p>
        </p:txBody>
      </p:sp>
      <p:sp>
        <p:nvSpPr>
          <p:cNvPr id="5" name="PA-矩形 4"/>
          <p:cNvSpPr>
            <a:spLocks noChangeArrowheads="1"/>
          </p:cNvSpPr>
          <p:nvPr>
            <p:custDataLst>
              <p:tags r:id="rId5"/>
            </p:custDataLst>
          </p:nvPr>
        </p:nvSpPr>
        <p:spPr bwMode="auto">
          <a:xfrm>
            <a:off x="1607841" y="2861706"/>
            <a:ext cx="2983944" cy="617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rPr>
              <a:t>点击这里，输入您的文本文字，更改文字的颜色或者大小属性。</a:t>
            </a:r>
            <a:endPar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6" name="PA-矩形 4"/>
          <p:cNvSpPr>
            <a:spLocks noChangeArrowheads="1"/>
          </p:cNvSpPr>
          <p:nvPr>
            <p:custDataLst>
              <p:tags r:id="rId6"/>
            </p:custDataLst>
          </p:nvPr>
        </p:nvSpPr>
        <p:spPr bwMode="auto">
          <a:xfrm>
            <a:off x="1993035" y="2011696"/>
            <a:ext cx="24189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chemeClr val="bg1"/>
                </a:solidFill>
                <a:latin typeface="OPPOSans B" panose="00020600040101010101" pitchFamily="18" charset="-122"/>
                <a:ea typeface="OPPOSans B" panose="00020600040101010101" pitchFamily="18" charset="-122"/>
                <a:cs typeface="OPPOSans B" panose="00020600040101010101" pitchFamily="18" charset="-122"/>
                <a:sym typeface="+mn-lt"/>
              </a:rPr>
              <a:t>输入关键词</a:t>
            </a:r>
            <a:endParaRPr lang="zh-CN" altLang="en-US" sz="2400" dirty="0">
              <a:solidFill>
                <a:schemeClr val="bg1"/>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sp>
        <p:nvSpPr>
          <p:cNvPr id="8" name="PA-矩形 4"/>
          <p:cNvSpPr>
            <a:spLocks noChangeArrowheads="1"/>
          </p:cNvSpPr>
          <p:nvPr>
            <p:custDataLst>
              <p:tags r:id="rId7"/>
            </p:custDataLst>
          </p:nvPr>
        </p:nvSpPr>
        <p:spPr bwMode="auto">
          <a:xfrm>
            <a:off x="1993035" y="5173996"/>
            <a:ext cx="24189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chemeClr val="bg1"/>
                </a:solidFill>
                <a:latin typeface="OPPOSans B" panose="00020600040101010101" pitchFamily="18" charset="-122"/>
                <a:ea typeface="OPPOSans B" panose="00020600040101010101" pitchFamily="18" charset="-122"/>
                <a:cs typeface="OPPOSans B" panose="00020600040101010101" pitchFamily="18" charset="-122"/>
                <a:sym typeface="+mn-lt"/>
              </a:rPr>
              <a:t>输入关键词</a:t>
            </a:r>
            <a:endParaRPr lang="zh-CN" altLang="en-US" sz="2400" dirty="0">
              <a:solidFill>
                <a:schemeClr val="bg1"/>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sp>
        <p:nvSpPr>
          <p:cNvPr id="9" name="PA-矩形 4"/>
          <p:cNvSpPr>
            <a:spLocks noChangeArrowheads="1"/>
          </p:cNvSpPr>
          <p:nvPr>
            <p:custDataLst>
              <p:tags r:id="rId8"/>
            </p:custDataLst>
          </p:nvPr>
        </p:nvSpPr>
        <p:spPr bwMode="auto">
          <a:xfrm>
            <a:off x="1607841" y="3941206"/>
            <a:ext cx="2983944" cy="617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rPr>
              <a:t>点击这里，输入您的文本文字，更改文字的颜色或者大小属性。</a:t>
            </a:r>
            <a:endPar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grpSp>
        <p:nvGrpSpPr>
          <p:cNvPr id="11" name="组合 10"/>
          <p:cNvGrpSpPr/>
          <p:nvPr/>
        </p:nvGrpSpPr>
        <p:grpSpPr>
          <a:xfrm>
            <a:off x="5606043" y="1869077"/>
            <a:ext cx="3788815" cy="1008938"/>
            <a:chOff x="403999" y="5868834"/>
            <a:chExt cx="5865866" cy="1008938"/>
          </a:xfrm>
        </p:grpSpPr>
        <p:sp>
          <p:nvSpPr>
            <p:cNvPr id="12" name="PA-矩形 4"/>
            <p:cNvSpPr>
              <a:spLocks noChangeArrowheads="1"/>
            </p:cNvSpPr>
            <p:nvPr>
              <p:custDataLst>
                <p:tags r:id="rId9"/>
              </p:custDataLst>
            </p:nvPr>
          </p:nvSpPr>
          <p:spPr bwMode="auto">
            <a:xfrm>
              <a:off x="417004" y="6260167"/>
              <a:ext cx="5852861" cy="617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rPr>
                <a:t>点击这里，输入您的文本文字，更改文字的颜色或者大小属性。</a:t>
              </a:r>
              <a:endPar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13" name="PA-矩形 4"/>
            <p:cNvSpPr>
              <a:spLocks noChangeArrowheads="1"/>
            </p:cNvSpPr>
            <p:nvPr>
              <p:custDataLst>
                <p:tags r:id="rId10"/>
              </p:custDataLst>
            </p:nvPr>
          </p:nvSpPr>
          <p:spPr bwMode="auto">
            <a:xfrm>
              <a:off x="403999" y="5868834"/>
              <a:ext cx="46197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rPr>
                <a:t>关键词</a:t>
              </a:r>
              <a:endPar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grpSp>
      <p:grpSp>
        <p:nvGrpSpPr>
          <p:cNvPr id="14" name="组合 13"/>
          <p:cNvGrpSpPr/>
          <p:nvPr/>
        </p:nvGrpSpPr>
        <p:grpSpPr>
          <a:xfrm>
            <a:off x="5606043" y="3227977"/>
            <a:ext cx="3788815" cy="1008938"/>
            <a:chOff x="403999" y="5868834"/>
            <a:chExt cx="5865866" cy="1008938"/>
          </a:xfrm>
        </p:grpSpPr>
        <p:sp>
          <p:nvSpPr>
            <p:cNvPr id="16" name="PA-矩形 4"/>
            <p:cNvSpPr>
              <a:spLocks noChangeArrowheads="1"/>
            </p:cNvSpPr>
            <p:nvPr>
              <p:custDataLst>
                <p:tags r:id="rId11"/>
              </p:custDataLst>
            </p:nvPr>
          </p:nvSpPr>
          <p:spPr bwMode="auto">
            <a:xfrm>
              <a:off x="417004" y="6260167"/>
              <a:ext cx="5852861" cy="617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rPr>
                <a:t>点击这里，输入您的文本文字，更改文字的颜色或者大小属性。</a:t>
              </a:r>
              <a:endPar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17" name="PA-矩形 4"/>
            <p:cNvSpPr>
              <a:spLocks noChangeArrowheads="1"/>
            </p:cNvSpPr>
            <p:nvPr>
              <p:custDataLst>
                <p:tags r:id="rId12"/>
              </p:custDataLst>
            </p:nvPr>
          </p:nvSpPr>
          <p:spPr bwMode="auto">
            <a:xfrm>
              <a:off x="403999" y="5868834"/>
              <a:ext cx="46197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rPr>
                <a:t>关键词</a:t>
              </a:r>
              <a:endPar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grpSp>
      <p:grpSp>
        <p:nvGrpSpPr>
          <p:cNvPr id="18" name="组合 17"/>
          <p:cNvGrpSpPr/>
          <p:nvPr/>
        </p:nvGrpSpPr>
        <p:grpSpPr>
          <a:xfrm>
            <a:off x="5606043" y="4713877"/>
            <a:ext cx="3788815" cy="1008938"/>
            <a:chOff x="403999" y="5868834"/>
            <a:chExt cx="5865866" cy="1008938"/>
          </a:xfrm>
        </p:grpSpPr>
        <p:sp>
          <p:nvSpPr>
            <p:cNvPr id="20" name="PA-矩形 4"/>
            <p:cNvSpPr>
              <a:spLocks noChangeArrowheads="1"/>
            </p:cNvSpPr>
            <p:nvPr>
              <p:custDataLst>
                <p:tags r:id="rId13"/>
              </p:custDataLst>
            </p:nvPr>
          </p:nvSpPr>
          <p:spPr bwMode="auto">
            <a:xfrm>
              <a:off x="417004" y="6260167"/>
              <a:ext cx="5852861" cy="617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pPr>
              <a:r>
                <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rPr>
                <a:t>点击这里，输入您的文本文字，更改文字的颜色或者大小属性。</a:t>
              </a:r>
              <a:endPar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21" name="PA-矩形 4"/>
            <p:cNvSpPr>
              <a:spLocks noChangeArrowheads="1"/>
            </p:cNvSpPr>
            <p:nvPr>
              <p:custDataLst>
                <p:tags r:id="rId14"/>
              </p:custDataLst>
            </p:nvPr>
          </p:nvSpPr>
          <p:spPr bwMode="auto">
            <a:xfrm>
              <a:off x="403999" y="5868834"/>
              <a:ext cx="46197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rPr>
                <a:t>关键词</a:t>
              </a:r>
              <a:endPar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Effect transition="in" filter="fade">
                                      <p:cBhvr>
                                        <p:cTn id="24" dur="500"/>
                                        <p:tgtEl>
                                          <p:spTgt spid="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p:cTn id="32" dur="500" fill="hold"/>
                                        <p:tgtEl>
                                          <p:spTgt spid="8"/>
                                        </p:tgtEl>
                                        <p:attrNameLst>
                                          <p:attrName>ppt_w</p:attrName>
                                        </p:attrNameLst>
                                      </p:cBhvr>
                                      <p:tavLst>
                                        <p:tav tm="0">
                                          <p:val>
                                            <p:fltVal val="0"/>
                                          </p:val>
                                        </p:tav>
                                        <p:tav tm="100000">
                                          <p:val>
                                            <p:strVal val="#ppt_w"/>
                                          </p:val>
                                        </p:tav>
                                      </p:tavLst>
                                    </p:anim>
                                    <p:anim calcmode="lin" valueType="num">
                                      <p:cBhvr>
                                        <p:cTn id="33" dur="500" fill="hold"/>
                                        <p:tgtEl>
                                          <p:spTgt spid="8"/>
                                        </p:tgtEl>
                                        <p:attrNameLst>
                                          <p:attrName>ppt_h</p:attrName>
                                        </p:attrNameLst>
                                      </p:cBhvr>
                                      <p:tavLst>
                                        <p:tav tm="0">
                                          <p:val>
                                            <p:fltVal val="0"/>
                                          </p:val>
                                        </p:tav>
                                        <p:tav tm="100000">
                                          <p:val>
                                            <p:strVal val="#ppt_h"/>
                                          </p:val>
                                        </p:tav>
                                      </p:tavLst>
                                    </p:anim>
                                    <p:animEffect transition="in" filter="fade">
                                      <p:cBhvr>
                                        <p:cTn id="34" dur="500"/>
                                        <p:tgtEl>
                                          <p:spTgt spid="8"/>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500" fill="hold"/>
                                        <p:tgtEl>
                                          <p:spTgt spid="9"/>
                                        </p:tgtEl>
                                        <p:attrNameLst>
                                          <p:attrName>ppt_w</p:attrName>
                                        </p:attrNameLst>
                                      </p:cBhvr>
                                      <p:tavLst>
                                        <p:tav tm="0">
                                          <p:val>
                                            <p:fltVal val="0"/>
                                          </p:val>
                                        </p:tav>
                                        <p:tav tm="100000">
                                          <p:val>
                                            <p:strVal val="#ppt_w"/>
                                          </p:val>
                                        </p:tav>
                                      </p:tavLst>
                                    </p:anim>
                                    <p:anim calcmode="lin" valueType="num">
                                      <p:cBhvr>
                                        <p:cTn id="38" dur="500" fill="hold"/>
                                        <p:tgtEl>
                                          <p:spTgt spid="9"/>
                                        </p:tgtEl>
                                        <p:attrNameLst>
                                          <p:attrName>ppt_h</p:attrName>
                                        </p:attrNameLst>
                                      </p:cBhvr>
                                      <p:tavLst>
                                        <p:tav tm="0">
                                          <p:val>
                                            <p:fltVal val="0"/>
                                          </p:val>
                                        </p:tav>
                                        <p:tav tm="100000">
                                          <p:val>
                                            <p:strVal val="#ppt_h"/>
                                          </p:val>
                                        </p:tav>
                                      </p:tavLst>
                                    </p:anim>
                                    <p:animEffect transition="in" filter="fade">
                                      <p:cBhvr>
                                        <p:cTn id="39" dur="5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wipe(left)">
                                      <p:cBhvr>
                                        <p:cTn id="44" dur="500"/>
                                        <p:tgtEl>
                                          <p:spTgt spid="11"/>
                                        </p:tgtEl>
                                      </p:cBhvr>
                                    </p:animEffect>
                                  </p:childTnLst>
                                </p:cTn>
                              </p:par>
                              <p:par>
                                <p:cTn id="45" presetID="22" presetClass="entr" presetSubtype="8"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par>
                                <p:cTn id="48" presetID="22" presetClass="entr" presetSubtype="8"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wipe(left)">
                                      <p:cBhvr>
                                        <p:cTn id="5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p:bldP spid="6" grpId="0"/>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FEF5"/>
        </a:solidFill>
        <a:effectLst/>
      </p:bgPr>
    </p:bg>
    <p:spTree>
      <p:nvGrpSpPr>
        <p:cNvPr id="1" name=""/>
        <p:cNvGrpSpPr/>
        <p:nvPr/>
      </p:nvGrpSpPr>
      <p:grpSpPr>
        <a:xfrm>
          <a:off x="0" y="0"/>
          <a:ext cx="0" cy="0"/>
          <a:chOff x="0" y="0"/>
          <a:chExt cx="0" cy="0"/>
        </a:xfrm>
      </p:grpSpPr>
      <p:sp>
        <p:nvSpPr>
          <p:cNvPr id="45" name="矩形 44"/>
          <p:cNvSpPr/>
          <p:nvPr/>
        </p:nvSpPr>
        <p:spPr>
          <a:xfrm>
            <a:off x="-8773" y="0"/>
            <a:ext cx="4805554" cy="6858000"/>
          </a:xfrm>
          <a:prstGeom prst="rect">
            <a:avLst/>
          </a:prstGeom>
          <a:solidFill>
            <a:srgbClr val="F9C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60017" y="86523"/>
            <a:ext cx="1880748" cy="521613"/>
          </a:xfrm>
          <a:prstGeom prst="rect">
            <a:avLst/>
          </a:prstGeom>
        </p:spPr>
      </p:pic>
      <p:pic>
        <p:nvPicPr>
          <p:cNvPr id="3" name="图片 2"/>
          <p:cNvPicPr>
            <a:picLocks noChangeAspect="1"/>
          </p:cNvPicPr>
          <p:nvPr/>
        </p:nvPicPr>
        <p:blipFill rotWithShape="1">
          <a:blip r:embed="rId3" cstate="print">
            <a:extLst>
              <a:ext uri="{28A0092B-C50C-407E-A947-70E740481C1C}">
                <a14:useLocalDpi xmlns:a14="http://schemas.microsoft.com/office/drawing/2010/main" val="0"/>
              </a:ext>
            </a:extLst>
          </a:blip>
          <a:srcRect l="28029" r="13"/>
          <a:stretch>
            <a:fillRect/>
          </a:stretch>
        </p:blipFill>
        <p:spPr>
          <a:xfrm>
            <a:off x="896249" y="450005"/>
            <a:ext cx="6430851" cy="5957990"/>
          </a:xfrm>
          <a:prstGeom prst="cloud">
            <a:avLst/>
          </a:prstGeom>
          <a:ln w="28575">
            <a:solidFill>
              <a:srgbClr val="FEFEF5"/>
            </a:solidFill>
            <a:prstDash val="sysDash"/>
          </a:ln>
        </p:spPr>
      </p:pic>
      <p:grpSp>
        <p:nvGrpSpPr>
          <p:cNvPr id="13" name="Google Shape;2021;p35"/>
          <p:cNvGrpSpPr/>
          <p:nvPr/>
        </p:nvGrpSpPr>
        <p:grpSpPr>
          <a:xfrm rot="16200000">
            <a:off x="451563" y="5056233"/>
            <a:ext cx="639389" cy="1393350"/>
            <a:chOff x="5273525" y="899922"/>
            <a:chExt cx="396675" cy="864430"/>
          </a:xfrm>
          <a:solidFill>
            <a:srgbClr val="FEFEF5"/>
          </a:solidFill>
        </p:grpSpPr>
        <p:sp>
          <p:nvSpPr>
            <p:cNvPr id="14" name="Google Shape;2022;p35"/>
            <p:cNvSpPr/>
            <p:nvPr/>
          </p:nvSpPr>
          <p:spPr>
            <a:xfrm rot="8099893">
              <a:off x="5331322" y="1426205"/>
              <a:ext cx="281164" cy="279702"/>
            </a:xfrm>
            <a:custGeom>
              <a:avLst/>
              <a:gdLst/>
              <a:ahLst/>
              <a:cxnLst/>
              <a:rect l="l" t="t" r="r" b="b"/>
              <a:pathLst>
                <a:path w="2484" h="2471" extrusionOk="0">
                  <a:moveTo>
                    <a:pt x="2483" y="1"/>
                  </a:moveTo>
                  <a:lnTo>
                    <a:pt x="0" y="230"/>
                  </a:lnTo>
                  <a:lnTo>
                    <a:pt x="2242" y="2471"/>
                  </a:lnTo>
                  <a:lnTo>
                    <a:pt x="248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2023;p35"/>
            <p:cNvSpPr/>
            <p:nvPr/>
          </p:nvSpPr>
          <p:spPr>
            <a:xfrm rot="8099893">
              <a:off x="5331478" y="1192229"/>
              <a:ext cx="279806" cy="279815"/>
            </a:xfrm>
            <a:custGeom>
              <a:avLst/>
              <a:gdLst/>
              <a:ahLst/>
              <a:cxnLst/>
              <a:rect l="l" t="t" r="r" b="b"/>
              <a:pathLst>
                <a:path w="2472" h="2472" extrusionOk="0">
                  <a:moveTo>
                    <a:pt x="2471" y="1"/>
                  </a:moveTo>
                  <a:lnTo>
                    <a:pt x="1" y="230"/>
                  </a:lnTo>
                  <a:lnTo>
                    <a:pt x="2229" y="2471"/>
                  </a:lnTo>
                  <a:lnTo>
                    <a:pt x="247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 name="Google Shape;2024;p35"/>
            <p:cNvSpPr/>
            <p:nvPr/>
          </p:nvSpPr>
          <p:spPr>
            <a:xfrm rot="8099893">
              <a:off x="5331532" y="957847"/>
              <a:ext cx="279693" cy="279702"/>
            </a:xfrm>
            <a:custGeom>
              <a:avLst/>
              <a:gdLst/>
              <a:ahLst/>
              <a:cxnLst/>
              <a:rect l="l" t="t" r="r" b="b"/>
              <a:pathLst>
                <a:path w="2471" h="2471" extrusionOk="0">
                  <a:moveTo>
                    <a:pt x="2471" y="0"/>
                  </a:moveTo>
                  <a:lnTo>
                    <a:pt x="0" y="229"/>
                  </a:lnTo>
                  <a:lnTo>
                    <a:pt x="2229" y="2471"/>
                  </a:lnTo>
                  <a:lnTo>
                    <a:pt x="247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8" name="Google Shape;2853;p55"/>
          <p:cNvGrpSpPr/>
          <p:nvPr/>
        </p:nvGrpSpPr>
        <p:grpSpPr>
          <a:xfrm rot="10800000">
            <a:off x="1038156" y="1424144"/>
            <a:ext cx="1182555" cy="747706"/>
            <a:chOff x="1847510" y="943299"/>
            <a:chExt cx="813484" cy="514350"/>
          </a:xfrm>
          <a:solidFill>
            <a:schemeClr val="bg1"/>
          </a:solidFill>
        </p:grpSpPr>
        <p:grpSp>
          <p:nvGrpSpPr>
            <p:cNvPr id="20" name="Google Shape;2854;p55"/>
            <p:cNvGrpSpPr/>
            <p:nvPr/>
          </p:nvGrpSpPr>
          <p:grpSpPr>
            <a:xfrm rot="5400000">
              <a:off x="1770623" y="1020186"/>
              <a:ext cx="514350" cy="360576"/>
              <a:chOff x="811070" y="531598"/>
              <a:chExt cx="514350" cy="360576"/>
            </a:xfrm>
            <a:grpFill/>
          </p:grpSpPr>
          <p:sp>
            <p:nvSpPr>
              <p:cNvPr id="36" name="Google Shape;2855;p55"/>
              <p:cNvSpPr/>
              <p:nvPr/>
            </p:nvSpPr>
            <p:spPr>
              <a:xfrm rot="2700000">
                <a:off x="972493" y="539771"/>
                <a:ext cx="37637" cy="35992"/>
              </a:xfrm>
              <a:custGeom>
                <a:avLst/>
                <a:gdLst/>
                <a:ahLst/>
                <a:cxnLst/>
                <a:rect l="l" t="t" r="r" b="b"/>
                <a:pathLst>
                  <a:path w="778" h="744" extrusionOk="0">
                    <a:moveTo>
                      <a:pt x="368" y="0"/>
                    </a:moveTo>
                    <a:cubicBezTo>
                      <a:pt x="178" y="0"/>
                      <a:pt x="0" y="148"/>
                      <a:pt x="0" y="370"/>
                    </a:cubicBezTo>
                    <a:cubicBezTo>
                      <a:pt x="0" y="595"/>
                      <a:pt x="183" y="744"/>
                      <a:pt x="376" y="744"/>
                    </a:cubicBezTo>
                    <a:cubicBezTo>
                      <a:pt x="466" y="744"/>
                      <a:pt x="560" y="711"/>
                      <a:pt x="637" y="637"/>
                    </a:cubicBezTo>
                    <a:cubicBezTo>
                      <a:pt x="777" y="485"/>
                      <a:pt x="777" y="255"/>
                      <a:pt x="637" y="115"/>
                    </a:cubicBezTo>
                    <a:cubicBezTo>
                      <a:pt x="557" y="36"/>
                      <a:pt x="461" y="0"/>
                      <a:pt x="3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2856;p55"/>
              <p:cNvSpPr/>
              <p:nvPr/>
            </p:nvSpPr>
            <p:spPr>
              <a:xfrm rot="2700000">
                <a:off x="972568" y="693793"/>
                <a:ext cx="37589" cy="36186"/>
              </a:xfrm>
              <a:custGeom>
                <a:avLst/>
                <a:gdLst/>
                <a:ahLst/>
                <a:cxnLst/>
                <a:rect l="l" t="t" r="r" b="b"/>
                <a:pathLst>
                  <a:path w="777" h="748" extrusionOk="0">
                    <a:moveTo>
                      <a:pt x="375" y="0"/>
                    </a:moveTo>
                    <a:cubicBezTo>
                      <a:pt x="183" y="0"/>
                      <a:pt x="0" y="149"/>
                      <a:pt x="0" y="374"/>
                    </a:cubicBezTo>
                    <a:cubicBezTo>
                      <a:pt x="0" y="599"/>
                      <a:pt x="183" y="747"/>
                      <a:pt x="375" y="747"/>
                    </a:cubicBezTo>
                    <a:cubicBezTo>
                      <a:pt x="466" y="747"/>
                      <a:pt x="559" y="715"/>
                      <a:pt x="637" y="641"/>
                    </a:cubicBezTo>
                    <a:cubicBezTo>
                      <a:pt x="777" y="488"/>
                      <a:pt x="777" y="259"/>
                      <a:pt x="637" y="106"/>
                    </a:cubicBezTo>
                    <a:cubicBezTo>
                      <a:pt x="559" y="33"/>
                      <a:pt x="466"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2857;p55"/>
              <p:cNvSpPr/>
              <p:nvPr/>
            </p:nvSpPr>
            <p:spPr>
              <a:xfrm rot="2700000">
                <a:off x="972048" y="847735"/>
                <a:ext cx="38218" cy="36234"/>
              </a:xfrm>
              <a:custGeom>
                <a:avLst/>
                <a:gdLst/>
                <a:ahLst/>
                <a:cxnLst/>
                <a:rect l="l" t="t" r="r" b="b"/>
                <a:pathLst>
                  <a:path w="790" h="749" extrusionOk="0">
                    <a:moveTo>
                      <a:pt x="381" y="1"/>
                    </a:moveTo>
                    <a:cubicBezTo>
                      <a:pt x="189" y="1"/>
                      <a:pt x="0" y="149"/>
                      <a:pt x="0" y="375"/>
                    </a:cubicBezTo>
                    <a:cubicBezTo>
                      <a:pt x="0" y="600"/>
                      <a:pt x="189" y="748"/>
                      <a:pt x="381" y="748"/>
                    </a:cubicBezTo>
                    <a:cubicBezTo>
                      <a:pt x="472" y="748"/>
                      <a:pt x="563" y="715"/>
                      <a:pt x="637" y="642"/>
                    </a:cubicBezTo>
                    <a:cubicBezTo>
                      <a:pt x="790" y="489"/>
                      <a:pt x="790" y="260"/>
                      <a:pt x="637" y="107"/>
                    </a:cubicBezTo>
                    <a:cubicBezTo>
                      <a:pt x="563" y="34"/>
                      <a:pt x="472" y="1"/>
                      <a:pt x="3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 name="Google Shape;2858;p55"/>
              <p:cNvSpPr/>
              <p:nvPr/>
            </p:nvSpPr>
            <p:spPr>
              <a:xfrm rot="2700000">
                <a:off x="818352" y="539605"/>
                <a:ext cx="37637" cy="36186"/>
              </a:xfrm>
              <a:custGeom>
                <a:avLst/>
                <a:gdLst/>
                <a:ahLst/>
                <a:cxnLst/>
                <a:rect l="l" t="t" r="r" b="b"/>
                <a:pathLst>
                  <a:path w="778" h="748" extrusionOk="0">
                    <a:moveTo>
                      <a:pt x="376" y="0"/>
                    </a:moveTo>
                    <a:cubicBezTo>
                      <a:pt x="183" y="0"/>
                      <a:pt x="0" y="149"/>
                      <a:pt x="0" y="374"/>
                    </a:cubicBezTo>
                    <a:cubicBezTo>
                      <a:pt x="0" y="599"/>
                      <a:pt x="183" y="747"/>
                      <a:pt x="376" y="747"/>
                    </a:cubicBezTo>
                    <a:cubicBezTo>
                      <a:pt x="467" y="747"/>
                      <a:pt x="560" y="715"/>
                      <a:pt x="637" y="641"/>
                    </a:cubicBezTo>
                    <a:cubicBezTo>
                      <a:pt x="777" y="488"/>
                      <a:pt x="777" y="259"/>
                      <a:pt x="637" y="106"/>
                    </a:cubicBezTo>
                    <a:cubicBezTo>
                      <a:pt x="560" y="33"/>
                      <a:pt x="467" y="0"/>
                      <a:pt x="37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 name="Google Shape;2859;p55"/>
              <p:cNvSpPr/>
              <p:nvPr/>
            </p:nvSpPr>
            <p:spPr>
              <a:xfrm rot="2700000">
                <a:off x="818369" y="693769"/>
                <a:ext cx="37637" cy="36234"/>
              </a:xfrm>
              <a:custGeom>
                <a:avLst/>
                <a:gdLst/>
                <a:ahLst/>
                <a:cxnLst/>
                <a:rect l="l" t="t" r="r" b="b"/>
                <a:pathLst>
                  <a:path w="778" h="749" extrusionOk="0">
                    <a:moveTo>
                      <a:pt x="376" y="1"/>
                    </a:moveTo>
                    <a:cubicBezTo>
                      <a:pt x="183" y="1"/>
                      <a:pt x="0" y="149"/>
                      <a:pt x="0" y="375"/>
                    </a:cubicBezTo>
                    <a:cubicBezTo>
                      <a:pt x="0" y="600"/>
                      <a:pt x="183" y="748"/>
                      <a:pt x="376" y="748"/>
                    </a:cubicBezTo>
                    <a:cubicBezTo>
                      <a:pt x="466" y="748"/>
                      <a:pt x="560" y="715"/>
                      <a:pt x="637" y="642"/>
                    </a:cubicBezTo>
                    <a:cubicBezTo>
                      <a:pt x="777" y="489"/>
                      <a:pt x="777" y="260"/>
                      <a:pt x="637" y="107"/>
                    </a:cubicBezTo>
                    <a:cubicBezTo>
                      <a:pt x="560" y="34"/>
                      <a:pt x="466" y="1"/>
                      <a:pt x="37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 name="Google Shape;2860;p55"/>
              <p:cNvSpPr/>
              <p:nvPr/>
            </p:nvSpPr>
            <p:spPr>
              <a:xfrm rot="2700000">
                <a:off x="818530" y="847779"/>
                <a:ext cx="37589" cy="36283"/>
              </a:xfrm>
              <a:custGeom>
                <a:avLst/>
                <a:gdLst/>
                <a:ahLst/>
                <a:cxnLst/>
                <a:rect l="l" t="t" r="r" b="b"/>
                <a:pathLst>
                  <a:path w="777" h="750" extrusionOk="0">
                    <a:moveTo>
                      <a:pt x="375" y="0"/>
                    </a:moveTo>
                    <a:cubicBezTo>
                      <a:pt x="182" y="0"/>
                      <a:pt x="0" y="154"/>
                      <a:pt x="0" y="379"/>
                    </a:cubicBezTo>
                    <a:cubicBezTo>
                      <a:pt x="0" y="602"/>
                      <a:pt x="178" y="749"/>
                      <a:pt x="368" y="749"/>
                    </a:cubicBezTo>
                    <a:cubicBezTo>
                      <a:pt x="461" y="749"/>
                      <a:pt x="557" y="714"/>
                      <a:pt x="637" y="634"/>
                    </a:cubicBezTo>
                    <a:cubicBezTo>
                      <a:pt x="777" y="494"/>
                      <a:pt x="777" y="252"/>
                      <a:pt x="637" y="112"/>
                    </a:cubicBezTo>
                    <a:cubicBezTo>
                      <a:pt x="559" y="34"/>
                      <a:pt x="466"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 name="Google Shape;2861;p55"/>
              <p:cNvSpPr/>
              <p:nvPr/>
            </p:nvSpPr>
            <p:spPr>
              <a:xfrm rot="2700000">
                <a:off x="1280074" y="539839"/>
                <a:ext cx="38218" cy="35992"/>
              </a:xfrm>
              <a:custGeom>
                <a:avLst/>
                <a:gdLst/>
                <a:ahLst/>
                <a:cxnLst/>
                <a:rect l="l" t="t" r="r" b="b"/>
                <a:pathLst>
                  <a:path w="790" h="744" extrusionOk="0">
                    <a:moveTo>
                      <a:pt x="381" y="0"/>
                    </a:moveTo>
                    <a:cubicBezTo>
                      <a:pt x="189" y="0"/>
                      <a:pt x="0" y="149"/>
                      <a:pt x="0" y="374"/>
                    </a:cubicBezTo>
                    <a:cubicBezTo>
                      <a:pt x="0" y="596"/>
                      <a:pt x="184" y="744"/>
                      <a:pt x="374" y="744"/>
                    </a:cubicBezTo>
                    <a:cubicBezTo>
                      <a:pt x="467" y="744"/>
                      <a:pt x="561" y="708"/>
                      <a:pt x="637" y="629"/>
                    </a:cubicBezTo>
                    <a:cubicBezTo>
                      <a:pt x="790" y="489"/>
                      <a:pt x="790" y="247"/>
                      <a:pt x="637" y="107"/>
                    </a:cubicBezTo>
                    <a:cubicBezTo>
                      <a:pt x="563" y="33"/>
                      <a:pt x="472" y="0"/>
                      <a:pt x="38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 name="Google Shape;2862;p55"/>
              <p:cNvSpPr/>
              <p:nvPr/>
            </p:nvSpPr>
            <p:spPr>
              <a:xfrm rot="2700000">
                <a:off x="1280261" y="693861"/>
                <a:ext cx="37637" cy="35605"/>
              </a:xfrm>
              <a:custGeom>
                <a:avLst/>
                <a:gdLst/>
                <a:ahLst/>
                <a:cxnLst/>
                <a:rect l="l" t="t" r="r" b="b"/>
                <a:pathLst>
                  <a:path w="778" h="736" extrusionOk="0">
                    <a:moveTo>
                      <a:pt x="382" y="0"/>
                    </a:moveTo>
                    <a:cubicBezTo>
                      <a:pt x="189" y="0"/>
                      <a:pt x="1" y="149"/>
                      <a:pt x="1" y="374"/>
                    </a:cubicBezTo>
                    <a:cubicBezTo>
                      <a:pt x="1" y="590"/>
                      <a:pt x="188" y="735"/>
                      <a:pt x="380" y="735"/>
                    </a:cubicBezTo>
                    <a:cubicBezTo>
                      <a:pt x="472" y="735"/>
                      <a:pt x="564" y="702"/>
                      <a:pt x="638" y="629"/>
                    </a:cubicBezTo>
                    <a:cubicBezTo>
                      <a:pt x="778" y="488"/>
                      <a:pt x="778" y="247"/>
                      <a:pt x="638" y="106"/>
                    </a:cubicBezTo>
                    <a:cubicBezTo>
                      <a:pt x="564" y="33"/>
                      <a:pt x="473" y="0"/>
                      <a:pt x="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 name="Google Shape;2863;p55"/>
              <p:cNvSpPr/>
              <p:nvPr/>
            </p:nvSpPr>
            <p:spPr>
              <a:xfrm rot="2700000">
                <a:off x="1280432" y="847702"/>
                <a:ext cx="37637" cy="35992"/>
              </a:xfrm>
              <a:custGeom>
                <a:avLst/>
                <a:gdLst/>
                <a:ahLst/>
                <a:cxnLst/>
                <a:rect l="l" t="t" r="r" b="b"/>
                <a:pathLst>
                  <a:path w="778" h="744" extrusionOk="0">
                    <a:moveTo>
                      <a:pt x="374" y="0"/>
                    </a:moveTo>
                    <a:cubicBezTo>
                      <a:pt x="184" y="0"/>
                      <a:pt x="1" y="148"/>
                      <a:pt x="1" y="370"/>
                    </a:cubicBezTo>
                    <a:cubicBezTo>
                      <a:pt x="1" y="595"/>
                      <a:pt x="189" y="744"/>
                      <a:pt x="382" y="744"/>
                    </a:cubicBezTo>
                    <a:cubicBezTo>
                      <a:pt x="472" y="744"/>
                      <a:pt x="564" y="711"/>
                      <a:pt x="637" y="637"/>
                    </a:cubicBezTo>
                    <a:cubicBezTo>
                      <a:pt x="778" y="485"/>
                      <a:pt x="778" y="255"/>
                      <a:pt x="637" y="115"/>
                    </a:cubicBezTo>
                    <a:cubicBezTo>
                      <a:pt x="562" y="36"/>
                      <a:pt x="467" y="0"/>
                      <a:pt x="37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 name="Google Shape;2864;p55"/>
              <p:cNvSpPr/>
              <p:nvPr/>
            </p:nvSpPr>
            <p:spPr>
              <a:xfrm rot="2700000">
                <a:off x="1126555" y="539690"/>
                <a:ext cx="37589" cy="36428"/>
              </a:xfrm>
              <a:custGeom>
                <a:avLst/>
                <a:gdLst/>
                <a:ahLst/>
                <a:cxnLst/>
                <a:rect l="l" t="t" r="r" b="b"/>
                <a:pathLst>
                  <a:path w="777" h="753" extrusionOk="0">
                    <a:moveTo>
                      <a:pt x="368" y="0"/>
                    </a:moveTo>
                    <a:cubicBezTo>
                      <a:pt x="178" y="0"/>
                      <a:pt x="0" y="148"/>
                      <a:pt x="0" y="370"/>
                    </a:cubicBezTo>
                    <a:cubicBezTo>
                      <a:pt x="0" y="602"/>
                      <a:pt x="179" y="752"/>
                      <a:pt x="370" y="752"/>
                    </a:cubicBezTo>
                    <a:cubicBezTo>
                      <a:pt x="462" y="752"/>
                      <a:pt x="558" y="717"/>
                      <a:pt x="637" y="638"/>
                    </a:cubicBezTo>
                    <a:cubicBezTo>
                      <a:pt x="777" y="497"/>
                      <a:pt x="777" y="256"/>
                      <a:pt x="637" y="115"/>
                    </a:cubicBezTo>
                    <a:cubicBezTo>
                      <a:pt x="557" y="36"/>
                      <a:pt x="461" y="0"/>
                      <a:pt x="3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 name="Google Shape;2865;p55"/>
              <p:cNvSpPr/>
              <p:nvPr/>
            </p:nvSpPr>
            <p:spPr>
              <a:xfrm rot="2700000">
                <a:off x="1126668" y="693941"/>
                <a:ext cx="37637" cy="35992"/>
              </a:xfrm>
              <a:custGeom>
                <a:avLst/>
                <a:gdLst/>
                <a:ahLst/>
                <a:cxnLst/>
                <a:rect l="l" t="t" r="r" b="b"/>
                <a:pathLst>
                  <a:path w="778" h="744" extrusionOk="0">
                    <a:moveTo>
                      <a:pt x="365" y="0"/>
                    </a:moveTo>
                    <a:cubicBezTo>
                      <a:pt x="179" y="0"/>
                      <a:pt x="1" y="148"/>
                      <a:pt x="1" y="370"/>
                    </a:cubicBezTo>
                    <a:cubicBezTo>
                      <a:pt x="1" y="595"/>
                      <a:pt x="183" y="744"/>
                      <a:pt x="372" y="744"/>
                    </a:cubicBezTo>
                    <a:cubicBezTo>
                      <a:pt x="461" y="744"/>
                      <a:pt x="551" y="711"/>
                      <a:pt x="625" y="637"/>
                    </a:cubicBezTo>
                    <a:cubicBezTo>
                      <a:pt x="778" y="485"/>
                      <a:pt x="778" y="255"/>
                      <a:pt x="625" y="115"/>
                    </a:cubicBezTo>
                    <a:cubicBezTo>
                      <a:pt x="549" y="36"/>
                      <a:pt x="456" y="0"/>
                      <a:pt x="3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 name="Google Shape;2866;p55"/>
              <p:cNvSpPr/>
              <p:nvPr/>
            </p:nvSpPr>
            <p:spPr>
              <a:xfrm rot="2700000">
                <a:off x="1126199" y="847759"/>
                <a:ext cx="38266" cy="36186"/>
              </a:xfrm>
              <a:custGeom>
                <a:avLst/>
                <a:gdLst/>
                <a:ahLst/>
                <a:cxnLst/>
                <a:rect l="l" t="t" r="r" b="b"/>
                <a:pathLst>
                  <a:path w="791" h="748" extrusionOk="0">
                    <a:moveTo>
                      <a:pt x="382" y="0"/>
                    </a:moveTo>
                    <a:cubicBezTo>
                      <a:pt x="189" y="0"/>
                      <a:pt x="1" y="149"/>
                      <a:pt x="1" y="374"/>
                    </a:cubicBezTo>
                    <a:cubicBezTo>
                      <a:pt x="1" y="599"/>
                      <a:pt x="189" y="747"/>
                      <a:pt x="382" y="747"/>
                    </a:cubicBezTo>
                    <a:cubicBezTo>
                      <a:pt x="473" y="747"/>
                      <a:pt x="564" y="715"/>
                      <a:pt x="638" y="641"/>
                    </a:cubicBezTo>
                    <a:cubicBezTo>
                      <a:pt x="790" y="488"/>
                      <a:pt x="790" y="259"/>
                      <a:pt x="638" y="106"/>
                    </a:cubicBezTo>
                    <a:cubicBezTo>
                      <a:pt x="564" y="33"/>
                      <a:pt x="473" y="0"/>
                      <a:pt x="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1" name="Google Shape;2867;p55"/>
            <p:cNvGrpSpPr/>
            <p:nvPr/>
          </p:nvGrpSpPr>
          <p:grpSpPr>
            <a:xfrm rot="5400000">
              <a:off x="2238776" y="1027263"/>
              <a:ext cx="498177" cy="346259"/>
              <a:chOff x="819071" y="538729"/>
              <a:chExt cx="498177" cy="346259"/>
            </a:xfrm>
            <a:grpFill/>
          </p:grpSpPr>
          <p:sp>
            <p:nvSpPr>
              <p:cNvPr id="22" name="Google Shape;2868;p55"/>
              <p:cNvSpPr/>
              <p:nvPr/>
            </p:nvSpPr>
            <p:spPr>
              <a:xfrm rot="2700000">
                <a:off x="972491" y="539775"/>
                <a:ext cx="37637" cy="35992"/>
              </a:xfrm>
              <a:custGeom>
                <a:avLst/>
                <a:gdLst/>
                <a:ahLst/>
                <a:cxnLst/>
                <a:rect l="l" t="t" r="r" b="b"/>
                <a:pathLst>
                  <a:path w="778" h="744" extrusionOk="0">
                    <a:moveTo>
                      <a:pt x="368" y="0"/>
                    </a:moveTo>
                    <a:cubicBezTo>
                      <a:pt x="178" y="0"/>
                      <a:pt x="0" y="148"/>
                      <a:pt x="0" y="370"/>
                    </a:cubicBezTo>
                    <a:cubicBezTo>
                      <a:pt x="0" y="595"/>
                      <a:pt x="183" y="744"/>
                      <a:pt x="376" y="744"/>
                    </a:cubicBezTo>
                    <a:cubicBezTo>
                      <a:pt x="466" y="744"/>
                      <a:pt x="560" y="711"/>
                      <a:pt x="637" y="637"/>
                    </a:cubicBezTo>
                    <a:cubicBezTo>
                      <a:pt x="777" y="485"/>
                      <a:pt x="777" y="255"/>
                      <a:pt x="637" y="115"/>
                    </a:cubicBezTo>
                    <a:cubicBezTo>
                      <a:pt x="557" y="36"/>
                      <a:pt x="461" y="0"/>
                      <a:pt x="3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 name="Google Shape;2869;p55"/>
              <p:cNvSpPr/>
              <p:nvPr/>
            </p:nvSpPr>
            <p:spPr>
              <a:xfrm rot="2700000">
                <a:off x="972567" y="693797"/>
                <a:ext cx="37589" cy="36186"/>
              </a:xfrm>
              <a:custGeom>
                <a:avLst/>
                <a:gdLst/>
                <a:ahLst/>
                <a:cxnLst/>
                <a:rect l="l" t="t" r="r" b="b"/>
                <a:pathLst>
                  <a:path w="777" h="748" extrusionOk="0">
                    <a:moveTo>
                      <a:pt x="375" y="0"/>
                    </a:moveTo>
                    <a:cubicBezTo>
                      <a:pt x="183" y="0"/>
                      <a:pt x="0" y="149"/>
                      <a:pt x="0" y="374"/>
                    </a:cubicBezTo>
                    <a:cubicBezTo>
                      <a:pt x="0" y="599"/>
                      <a:pt x="183" y="747"/>
                      <a:pt x="375" y="747"/>
                    </a:cubicBezTo>
                    <a:cubicBezTo>
                      <a:pt x="466" y="747"/>
                      <a:pt x="559" y="715"/>
                      <a:pt x="637" y="641"/>
                    </a:cubicBezTo>
                    <a:cubicBezTo>
                      <a:pt x="777" y="488"/>
                      <a:pt x="777" y="259"/>
                      <a:pt x="637" y="106"/>
                    </a:cubicBezTo>
                    <a:cubicBezTo>
                      <a:pt x="559" y="33"/>
                      <a:pt x="466"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 name="Google Shape;2870;p55"/>
              <p:cNvSpPr/>
              <p:nvPr/>
            </p:nvSpPr>
            <p:spPr>
              <a:xfrm rot="2700000">
                <a:off x="972049" y="847736"/>
                <a:ext cx="38218" cy="36234"/>
              </a:xfrm>
              <a:custGeom>
                <a:avLst/>
                <a:gdLst/>
                <a:ahLst/>
                <a:cxnLst/>
                <a:rect l="l" t="t" r="r" b="b"/>
                <a:pathLst>
                  <a:path w="790" h="749" extrusionOk="0">
                    <a:moveTo>
                      <a:pt x="381" y="1"/>
                    </a:moveTo>
                    <a:cubicBezTo>
                      <a:pt x="189" y="1"/>
                      <a:pt x="0" y="149"/>
                      <a:pt x="0" y="375"/>
                    </a:cubicBezTo>
                    <a:cubicBezTo>
                      <a:pt x="0" y="600"/>
                      <a:pt x="189" y="748"/>
                      <a:pt x="381" y="748"/>
                    </a:cubicBezTo>
                    <a:cubicBezTo>
                      <a:pt x="472" y="748"/>
                      <a:pt x="563" y="715"/>
                      <a:pt x="637" y="642"/>
                    </a:cubicBezTo>
                    <a:cubicBezTo>
                      <a:pt x="790" y="489"/>
                      <a:pt x="790" y="260"/>
                      <a:pt x="637" y="107"/>
                    </a:cubicBezTo>
                    <a:cubicBezTo>
                      <a:pt x="563" y="34"/>
                      <a:pt x="472" y="1"/>
                      <a:pt x="3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 name="Google Shape;2871;p55"/>
              <p:cNvSpPr/>
              <p:nvPr/>
            </p:nvSpPr>
            <p:spPr>
              <a:xfrm rot="2700000">
                <a:off x="818349" y="539611"/>
                <a:ext cx="37637" cy="36186"/>
              </a:xfrm>
              <a:custGeom>
                <a:avLst/>
                <a:gdLst/>
                <a:ahLst/>
                <a:cxnLst/>
                <a:rect l="l" t="t" r="r" b="b"/>
                <a:pathLst>
                  <a:path w="778" h="748" extrusionOk="0">
                    <a:moveTo>
                      <a:pt x="376" y="0"/>
                    </a:moveTo>
                    <a:cubicBezTo>
                      <a:pt x="183" y="0"/>
                      <a:pt x="0" y="149"/>
                      <a:pt x="0" y="374"/>
                    </a:cubicBezTo>
                    <a:cubicBezTo>
                      <a:pt x="0" y="599"/>
                      <a:pt x="183" y="747"/>
                      <a:pt x="376" y="747"/>
                    </a:cubicBezTo>
                    <a:cubicBezTo>
                      <a:pt x="467" y="747"/>
                      <a:pt x="560" y="715"/>
                      <a:pt x="637" y="641"/>
                    </a:cubicBezTo>
                    <a:cubicBezTo>
                      <a:pt x="777" y="488"/>
                      <a:pt x="777" y="259"/>
                      <a:pt x="637" y="106"/>
                    </a:cubicBezTo>
                    <a:cubicBezTo>
                      <a:pt x="560" y="33"/>
                      <a:pt x="467" y="0"/>
                      <a:pt x="37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2872;p55"/>
              <p:cNvSpPr/>
              <p:nvPr/>
            </p:nvSpPr>
            <p:spPr>
              <a:xfrm rot="2700000">
                <a:off x="818369" y="693772"/>
                <a:ext cx="37637" cy="36234"/>
              </a:xfrm>
              <a:custGeom>
                <a:avLst/>
                <a:gdLst/>
                <a:ahLst/>
                <a:cxnLst/>
                <a:rect l="l" t="t" r="r" b="b"/>
                <a:pathLst>
                  <a:path w="778" h="749" extrusionOk="0">
                    <a:moveTo>
                      <a:pt x="376" y="1"/>
                    </a:moveTo>
                    <a:cubicBezTo>
                      <a:pt x="183" y="1"/>
                      <a:pt x="0" y="149"/>
                      <a:pt x="0" y="375"/>
                    </a:cubicBezTo>
                    <a:cubicBezTo>
                      <a:pt x="0" y="600"/>
                      <a:pt x="183" y="748"/>
                      <a:pt x="376" y="748"/>
                    </a:cubicBezTo>
                    <a:cubicBezTo>
                      <a:pt x="466" y="748"/>
                      <a:pt x="560" y="715"/>
                      <a:pt x="637" y="642"/>
                    </a:cubicBezTo>
                    <a:cubicBezTo>
                      <a:pt x="777" y="489"/>
                      <a:pt x="777" y="260"/>
                      <a:pt x="637" y="107"/>
                    </a:cubicBezTo>
                    <a:cubicBezTo>
                      <a:pt x="560" y="34"/>
                      <a:pt x="466" y="1"/>
                      <a:pt x="37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2873;p55"/>
              <p:cNvSpPr/>
              <p:nvPr/>
            </p:nvSpPr>
            <p:spPr>
              <a:xfrm rot="2700000">
                <a:off x="818529" y="847782"/>
                <a:ext cx="37589" cy="36283"/>
              </a:xfrm>
              <a:custGeom>
                <a:avLst/>
                <a:gdLst/>
                <a:ahLst/>
                <a:cxnLst/>
                <a:rect l="l" t="t" r="r" b="b"/>
                <a:pathLst>
                  <a:path w="777" h="750" extrusionOk="0">
                    <a:moveTo>
                      <a:pt x="375" y="0"/>
                    </a:moveTo>
                    <a:cubicBezTo>
                      <a:pt x="182" y="0"/>
                      <a:pt x="0" y="154"/>
                      <a:pt x="0" y="379"/>
                    </a:cubicBezTo>
                    <a:cubicBezTo>
                      <a:pt x="0" y="602"/>
                      <a:pt x="178" y="749"/>
                      <a:pt x="368" y="749"/>
                    </a:cubicBezTo>
                    <a:cubicBezTo>
                      <a:pt x="461" y="749"/>
                      <a:pt x="557" y="714"/>
                      <a:pt x="637" y="634"/>
                    </a:cubicBezTo>
                    <a:cubicBezTo>
                      <a:pt x="777" y="494"/>
                      <a:pt x="777" y="252"/>
                      <a:pt x="637" y="112"/>
                    </a:cubicBezTo>
                    <a:cubicBezTo>
                      <a:pt x="559" y="34"/>
                      <a:pt x="466"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2874;p55"/>
              <p:cNvSpPr/>
              <p:nvPr/>
            </p:nvSpPr>
            <p:spPr>
              <a:xfrm rot="2700000">
                <a:off x="1280073" y="539842"/>
                <a:ext cx="38218" cy="35992"/>
              </a:xfrm>
              <a:custGeom>
                <a:avLst/>
                <a:gdLst/>
                <a:ahLst/>
                <a:cxnLst/>
                <a:rect l="l" t="t" r="r" b="b"/>
                <a:pathLst>
                  <a:path w="790" h="744" extrusionOk="0">
                    <a:moveTo>
                      <a:pt x="381" y="0"/>
                    </a:moveTo>
                    <a:cubicBezTo>
                      <a:pt x="189" y="0"/>
                      <a:pt x="0" y="149"/>
                      <a:pt x="0" y="374"/>
                    </a:cubicBezTo>
                    <a:cubicBezTo>
                      <a:pt x="0" y="596"/>
                      <a:pt x="184" y="744"/>
                      <a:pt x="374" y="744"/>
                    </a:cubicBezTo>
                    <a:cubicBezTo>
                      <a:pt x="467" y="744"/>
                      <a:pt x="561" y="708"/>
                      <a:pt x="637" y="629"/>
                    </a:cubicBezTo>
                    <a:cubicBezTo>
                      <a:pt x="790" y="489"/>
                      <a:pt x="790" y="247"/>
                      <a:pt x="637" y="107"/>
                    </a:cubicBezTo>
                    <a:cubicBezTo>
                      <a:pt x="563" y="33"/>
                      <a:pt x="472" y="0"/>
                      <a:pt x="38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 name="Google Shape;2875;p55"/>
              <p:cNvSpPr/>
              <p:nvPr/>
            </p:nvSpPr>
            <p:spPr>
              <a:xfrm rot="2700000">
                <a:off x="1280260" y="693864"/>
                <a:ext cx="37637" cy="35605"/>
              </a:xfrm>
              <a:custGeom>
                <a:avLst/>
                <a:gdLst/>
                <a:ahLst/>
                <a:cxnLst/>
                <a:rect l="l" t="t" r="r" b="b"/>
                <a:pathLst>
                  <a:path w="778" h="736" extrusionOk="0">
                    <a:moveTo>
                      <a:pt x="382" y="0"/>
                    </a:moveTo>
                    <a:cubicBezTo>
                      <a:pt x="189" y="0"/>
                      <a:pt x="1" y="149"/>
                      <a:pt x="1" y="374"/>
                    </a:cubicBezTo>
                    <a:cubicBezTo>
                      <a:pt x="1" y="590"/>
                      <a:pt x="188" y="735"/>
                      <a:pt x="380" y="735"/>
                    </a:cubicBezTo>
                    <a:cubicBezTo>
                      <a:pt x="472" y="735"/>
                      <a:pt x="564" y="702"/>
                      <a:pt x="638" y="629"/>
                    </a:cubicBezTo>
                    <a:cubicBezTo>
                      <a:pt x="778" y="488"/>
                      <a:pt x="778" y="247"/>
                      <a:pt x="638" y="106"/>
                    </a:cubicBezTo>
                    <a:cubicBezTo>
                      <a:pt x="564" y="33"/>
                      <a:pt x="473" y="0"/>
                      <a:pt x="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 name="Google Shape;2876;p55"/>
              <p:cNvSpPr/>
              <p:nvPr/>
            </p:nvSpPr>
            <p:spPr>
              <a:xfrm rot="2700000">
                <a:off x="1280433" y="847702"/>
                <a:ext cx="37637" cy="35992"/>
              </a:xfrm>
              <a:custGeom>
                <a:avLst/>
                <a:gdLst/>
                <a:ahLst/>
                <a:cxnLst/>
                <a:rect l="l" t="t" r="r" b="b"/>
                <a:pathLst>
                  <a:path w="778" h="744" extrusionOk="0">
                    <a:moveTo>
                      <a:pt x="374" y="0"/>
                    </a:moveTo>
                    <a:cubicBezTo>
                      <a:pt x="184" y="0"/>
                      <a:pt x="1" y="148"/>
                      <a:pt x="1" y="370"/>
                    </a:cubicBezTo>
                    <a:cubicBezTo>
                      <a:pt x="1" y="595"/>
                      <a:pt x="189" y="744"/>
                      <a:pt x="382" y="744"/>
                    </a:cubicBezTo>
                    <a:cubicBezTo>
                      <a:pt x="472" y="744"/>
                      <a:pt x="564" y="711"/>
                      <a:pt x="637" y="637"/>
                    </a:cubicBezTo>
                    <a:cubicBezTo>
                      <a:pt x="778" y="485"/>
                      <a:pt x="778" y="255"/>
                      <a:pt x="637" y="115"/>
                    </a:cubicBezTo>
                    <a:cubicBezTo>
                      <a:pt x="562" y="36"/>
                      <a:pt x="467" y="0"/>
                      <a:pt x="37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 name="Google Shape;2877;p55"/>
              <p:cNvSpPr/>
              <p:nvPr/>
            </p:nvSpPr>
            <p:spPr>
              <a:xfrm rot="2700000">
                <a:off x="1126553" y="539693"/>
                <a:ext cx="37589" cy="36428"/>
              </a:xfrm>
              <a:custGeom>
                <a:avLst/>
                <a:gdLst/>
                <a:ahLst/>
                <a:cxnLst/>
                <a:rect l="l" t="t" r="r" b="b"/>
                <a:pathLst>
                  <a:path w="777" h="753" extrusionOk="0">
                    <a:moveTo>
                      <a:pt x="368" y="0"/>
                    </a:moveTo>
                    <a:cubicBezTo>
                      <a:pt x="178" y="0"/>
                      <a:pt x="0" y="148"/>
                      <a:pt x="0" y="370"/>
                    </a:cubicBezTo>
                    <a:cubicBezTo>
                      <a:pt x="0" y="602"/>
                      <a:pt x="179" y="752"/>
                      <a:pt x="370" y="752"/>
                    </a:cubicBezTo>
                    <a:cubicBezTo>
                      <a:pt x="462" y="752"/>
                      <a:pt x="558" y="717"/>
                      <a:pt x="637" y="638"/>
                    </a:cubicBezTo>
                    <a:cubicBezTo>
                      <a:pt x="777" y="497"/>
                      <a:pt x="777" y="256"/>
                      <a:pt x="637" y="115"/>
                    </a:cubicBezTo>
                    <a:cubicBezTo>
                      <a:pt x="557" y="36"/>
                      <a:pt x="461" y="0"/>
                      <a:pt x="3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 name="Google Shape;2878;p55"/>
              <p:cNvSpPr/>
              <p:nvPr/>
            </p:nvSpPr>
            <p:spPr>
              <a:xfrm rot="2700000">
                <a:off x="1126667" y="693944"/>
                <a:ext cx="37637" cy="35992"/>
              </a:xfrm>
              <a:custGeom>
                <a:avLst/>
                <a:gdLst/>
                <a:ahLst/>
                <a:cxnLst/>
                <a:rect l="l" t="t" r="r" b="b"/>
                <a:pathLst>
                  <a:path w="778" h="744" extrusionOk="0">
                    <a:moveTo>
                      <a:pt x="365" y="0"/>
                    </a:moveTo>
                    <a:cubicBezTo>
                      <a:pt x="179" y="0"/>
                      <a:pt x="1" y="148"/>
                      <a:pt x="1" y="370"/>
                    </a:cubicBezTo>
                    <a:cubicBezTo>
                      <a:pt x="1" y="595"/>
                      <a:pt x="183" y="744"/>
                      <a:pt x="372" y="744"/>
                    </a:cubicBezTo>
                    <a:cubicBezTo>
                      <a:pt x="461" y="744"/>
                      <a:pt x="551" y="711"/>
                      <a:pt x="625" y="637"/>
                    </a:cubicBezTo>
                    <a:cubicBezTo>
                      <a:pt x="778" y="485"/>
                      <a:pt x="778" y="255"/>
                      <a:pt x="625" y="115"/>
                    </a:cubicBezTo>
                    <a:cubicBezTo>
                      <a:pt x="549" y="36"/>
                      <a:pt x="456" y="0"/>
                      <a:pt x="3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 name="Google Shape;2879;p55"/>
              <p:cNvSpPr/>
              <p:nvPr/>
            </p:nvSpPr>
            <p:spPr>
              <a:xfrm rot="2700000">
                <a:off x="1126199" y="847762"/>
                <a:ext cx="38266" cy="36186"/>
              </a:xfrm>
              <a:custGeom>
                <a:avLst/>
                <a:gdLst/>
                <a:ahLst/>
                <a:cxnLst/>
                <a:rect l="l" t="t" r="r" b="b"/>
                <a:pathLst>
                  <a:path w="791" h="748" extrusionOk="0">
                    <a:moveTo>
                      <a:pt x="382" y="0"/>
                    </a:moveTo>
                    <a:cubicBezTo>
                      <a:pt x="189" y="0"/>
                      <a:pt x="1" y="149"/>
                      <a:pt x="1" y="374"/>
                    </a:cubicBezTo>
                    <a:cubicBezTo>
                      <a:pt x="1" y="599"/>
                      <a:pt x="189" y="747"/>
                      <a:pt x="382" y="747"/>
                    </a:cubicBezTo>
                    <a:cubicBezTo>
                      <a:pt x="473" y="747"/>
                      <a:pt x="564" y="715"/>
                      <a:pt x="638" y="641"/>
                    </a:cubicBezTo>
                    <a:cubicBezTo>
                      <a:pt x="790" y="488"/>
                      <a:pt x="790" y="259"/>
                      <a:pt x="638" y="106"/>
                    </a:cubicBezTo>
                    <a:cubicBezTo>
                      <a:pt x="564" y="33"/>
                      <a:pt x="473" y="0"/>
                      <a:pt x="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64" name="文本框 63"/>
          <p:cNvSpPr txBox="1"/>
          <p:nvPr/>
        </p:nvSpPr>
        <p:spPr>
          <a:xfrm>
            <a:off x="7577455" y="1290320"/>
            <a:ext cx="3970020" cy="1014730"/>
          </a:xfrm>
          <a:prstGeom prst="rect">
            <a:avLst/>
          </a:prstGeom>
          <a:noFill/>
        </p:spPr>
        <p:txBody>
          <a:bodyPr wrap="square" rtlCol="0">
            <a:spAutoFit/>
          </a:bodyPr>
          <a:lstStyle/>
          <a:p>
            <a:r>
              <a:rPr lang="en-US" altLang="zh-CN" sz="6000" dirty="0">
                <a:solidFill>
                  <a:srgbClr val="DD8F8D"/>
                </a:solidFill>
                <a:latin typeface="Mukta SemiBold" panose="020B0000000000000000"/>
              </a:rPr>
              <a:t>PART 3</a:t>
            </a:r>
            <a:endParaRPr lang="zh-CN" altLang="en-US" sz="6000" dirty="0">
              <a:solidFill>
                <a:srgbClr val="DD8F8D"/>
              </a:solidFill>
              <a:latin typeface="Mukta SemiBold" panose="020B0000000000000000"/>
            </a:endParaRPr>
          </a:p>
        </p:txBody>
      </p:sp>
      <p:sp>
        <p:nvSpPr>
          <p:cNvPr id="65" name="文本框 64"/>
          <p:cNvSpPr txBox="1"/>
          <p:nvPr/>
        </p:nvSpPr>
        <p:spPr>
          <a:xfrm>
            <a:off x="7577470" y="2987859"/>
            <a:ext cx="3969489" cy="584775"/>
          </a:xfrm>
          <a:prstGeom prst="rect">
            <a:avLst/>
          </a:prstGeom>
          <a:noFill/>
        </p:spPr>
        <p:txBody>
          <a:bodyPr wrap="square" rtlCol="0">
            <a:spAutoFit/>
          </a:bodyPr>
          <a:lstStyle/>
          <a:p>
            <a:r>
              <a:rPr lang="zh-CN" altLang="en-US" sz="3200" dirty="0">
                <a:solidFill>
                  <a:srgbClr val="6E7D75"/>
                </a:solidFill>
                <a:latin typeface="+mn-ea"/>
              </a:rPr>
              <a:t>请输入文字</a:t>
            </a:r>
            <a:endParaRPr lang="zh-CN" altLang="en-US" sz="3200" dirty="0">
              <a:solidFill>
                <a:srgbClr val="6E7D75"/>
              </a:solidFill>
              <a:latin typeface="+mn-ea"/>
            </a:endParaRPr>
          </a:p>
        </p:txBody>
      </p:sp>
      <p:sp>
        <p:nvSpPr>
          <p:cNvPr id="66" name="文本框 65"/>
          <p:cNvSpPr txBox="1"/>
          <p:nvPr/>
        </p:nvSpPr>
        <p:spPr>
          <a:xfrm>
            <a:off x="7577470" y="3792999"/>
            <a:ext cx="3140149" cy="830997"/>
          </a:xfrm>
          <a:prstGeom prst="rect">
            <a:avLst/>
          </a:prstGeom>
          <a:noFill/>
        </p:spPr>
        <p:txBody>
          <a:bodyPr wrap="square" rtlCol="0">
            <a:spAutoFit/>
          </a:bodyPr>
          <a:lstStyle/>
          <a:p>
            <a:r>
              <a:rPr lang="zh-CN" altLang="en-US" sz="1600" dirty="0">
                <a:solidFill>
                  <a:srgbClr val="6E7D75"/>
                </a:solidFill>
              </a:rPr>
              <a:t>请输入文字请输入文字请输入文字请输入文字请输入文字请输入文字</a:t>
            </a:r>
            <a:endParaRPr lang="zh-CN" altLang="en-US" sz="1600" dirty="0">
              <a:solidFill>
                <a:srgbClr val="6E7D75"/>
              </a:solidFill>
            </a:endParaRPr>
          </a:p>
        </p:txBody>
      </p:sp>
      <p:cxnSp>
        <p:nvCxnSpPr>
          <p:cNvPr id="42" name="直接连接符 41"/>
          <p:cNvCxnSpPr/>
          <p:nvPr/>
        </p:nvCxnSpPr>
        <p:spPr>
          <a:xfrm>
            <a:off x="7686336" y="4862622"/>
            <a:ext cx="3996652" cy="0"/>
          </a:xfrm>
          <a:prstGeom prst="line">
            <a:avLst/>
          </a:prstGeom>
          <a:ln w="38100">
            <a:solidFill>
              <a:srgbClr val="DD8F8D"/>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EFEF5"/>
        </a:solidFill>
        <a:effectLst/>
      </p:bgPr>
    </p:bg>
    <p:spTree>
      <p:nvGrpSpPr>
        <p:cNvPr id="1" name=""/>
        <p:cNvGrpSpPr/>
        <p:nvPr/>
      </p:nvGrpSpPr>
      <p:grpSpPr>
        <a:xfrm>
          <a:off x="0" y="0"/>
          <a:ext cx="0" cy="0"/>
          <a:chOff x="0" y="0"/>
          <a:chExt cx="0" cy="0"/>
        </a:xfrm>
      </p:grpSpPr>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60017" y="86523"/>
            <a:ext cx="1880748" cy="521613"/>
          </a:xfrm>
          <a:prstGeom prst="rect">
            <a:avLst/>
          </a:prstGeom>
        </p:spPr>
      </p:pic>
      <p:pic>
        <p:nvPicPr>
          <p:cNvPr id="25" name="Google Shape;2017;p35"/>
          <p:cNvPicPr preferRelativeResize="0"/>
          <p:nvPr/>
        </p:nvPicPr>
        <p:blipFill rotWithShape="1">
          <a:blip r:embed="rId3">
            <a:alphaModFix amt="62000"/>
          </a:blip>
          <a:srcRect t="406" b="416"/>
          <a:stretch>
            <a:fillRect/>
          </a:stretch>
        </p:blipFill>
        <p:spPr>
          <a:xfrm rot="10800000" flipH="1">
            <a:off x="-1333657" y="4611286"/>
            <a:ext cx="3369119" cy="3360405"/>
          </a:xfrm>
          <a:prstGeom prst="ellipse">
            <a:avLst/>
          </a:prstGeom>
          <a:solidFill>
            <a:srgbClr val="FCE6AF"/>
          </a:solidFill>
          <a:ln>
            <a:noFill/>
          </a:ln>
        </p:spPr>
      </p:pic>
      <p:grpSp>
        <p:nvGrpSpPr>
          <p:cNvPr id="10" name="组合 9"/>
          <p:cNvGrpSpPr/>
          <p:nvPr/>
        </p:nvGrpSpPr>
        <p:grpSpPr>
          <a:xfrm>
            <a:off x="478971" y="455005"/>
            <a:ext cx="4849588" cy="492443"/>
            <a:chOff x="174171" y="513062"/>
            <a:chExt cx="4849588" cy="492443"/>
          </a:xfrm>
        </p:grpSpPr>
        <p:sp>
          <p:nvSpPr>
            <p:cNvPr id="15" name="PA-矩形 4"/>
            <p:cNvSpPr>
              <a:spLocks noChangeArrowheads="1"/>
            </p:cNvSpPr>
            <p:nvPr>
              <p:custDataLst>
                <p:tags r:id="rId4"/>
              </p:custDataLst>
            </p:nvPr>
          </p:nvSpPr>
          <p:spPr bwMode="auto">
            <a:xfrm>
              <a:off x="403999" y="513062"/>
              <a:ext cx="461976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3200" dirty="0">
                  <a:solidFill>
                    <a:srgbClr val="6E7D75"/>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sym typeface="阿里巴巴普惠体 H" panose="00020600040101010101" pitchFamily="18" charset="-122"/>
                </a:rPr>
                <a:t>这里输入标题</a:t>
              </a:r>
              <a:endParaRPr lang="zh-CN" altLang="en-US" sz="3200" dirty="0">
                <a:solidFill>
                  <a:srgbClr val="6E7D75"/>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sym typeface="阿里巴巴普惠体 H" panose="00020600040101010101" pitchFamily="18" charset="-122"/>
              </a:endParaRPr>
            </a:p>
          </p:txBody>
        </p:sp>
        <p:sp>
          <p:nvSpPr>
            <p:cNvPr id="19" name="矩形 18"/>
            <p:cNvSpPr/>
            <p:nvPr/>
          </p:nvSpPr>
          <p:spPr>
            <a:xfrm>
              <a:off x="174171" y="568588"/>
              <a:ext cx="72572" cy="381391"/>
            </a:xfrm>
            <a:prstGeom prst="rect">
              <a:avLst/>
            </a:prstGeom>
            <a:solidFill>
              <a:srgbClr val="6E7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23" name="Rectangle 26"/>
          <p:cNvSpPr/>
          <p:nvPr/>
        </p:nvSpPr>
        <p:spPr>
          <a:xfrm>
            <a:off x="1602167" y="1861492"/>
            <a:ext cx="1976619" cy="923330"/>
          </a:xfrm>
          <a:prstGeom prst="rect">
            <a:avLst/>
          </a:prstGeom>
          <a:solidFill>
            <a:srgbClr val="DD8F8D"/>
          </a:solidFill>
          <a:ln>
            <a:noFill/>
          </a:ln>
        </p:spPr>
        <p:txBody>
          <a:bodyPr wrap="square">
            <a:spAutoFit/>
          </a:bodyPr>
          <a:lstStyle/>
          <a:p>
            <a:pPr algn="ctr"/>
            <a:r>
              <a:rPr lang="en-US" sz="5400" b="1" dirty="0">
                <a:solidFill>
                  <a:schemeClr val="bg1"/>
                </a:solidFill>
                <a:latin typeface="Poppins" panose="02000000000000000000" pitchFamily="50" charset="0"/>
                <a:ea typeface="Roboto Condensed" panose="02000000000000000000" pitchFamily="2" charset="0"/>
                <a:cs typeface="Poppins" panose="02000000000000000000" pitchFamily="50" charset="0"/>
              </a:rPr>
              <a:t>1</a:t>
            </a:r>
            <a:endParaRPr lang="en-US" sz="2400" dirty="0">
              <a:solidFill>
                <a:schemeClr val="bg1">
                  <a:alpha val="20000"/>
                </a:schemeClr>
              </a:solidFill>
              <a:latin typeface="Poppins" panose="02000000000000000000" pitchFamily="50" charset="0"/>
              <a:ea typeface="Roboto Condensed" panose="02000000000000000000" pitchFamily="2" charset="0"/>
              <a:cs typeface="Poppins" panose="02000000000000000000" pitchFamily="50" charset="0"/>
            </a:endParaRPr>
          </a:p>
        </p:txBody>
      </p:sp>
      <p:grpSp>
        <p:nvGrpSpPr>
          <p:cNvPr id="124" name="Group 4"/>
          <p:cNvGrpSpPr/>
          <p:nvPr/>
        </p:nvGrpSpPr>
        <p:grpSpPr>
          <a:xfrm>
            <a:off x="1602167" y="3235288"/>
            <a:ext cx="2534247" cy="1341536"/>
            <a:chOff x="468354" y="3272417"/>
            <a:chExt cx="2534247" cy="522921"/>
          </a:xfrm>
          <a:solidFill>
            <a:srgbClr val="DD8F8D"/>
          </a:solidFill>
        </p:grpSpPr>
        <p:sp>
          <p:nvSpPr>
            <p:cNvPr id="125" name="Rectangle 24"/>
            <p:cNvSpPr/>
            <p:nvPr/>
          </p:nvSpPr>
          <p:spPr>
            <a:xfrm>
              <a:off x="468354" y="3272417"/>
              <a:ext cx="2534247" cy="338554"/>
            </a:xfrm>
            <a:prstGeom prst="rect">
              <a:avLst/>
            </a:prstGeom>
            <a:grpFill/>
            <a:ln>
              <a:noFill/>
            </a:ln>
          </p:spPr>
          <p:txBody>
            <a:bodyPr wrap="square">
              <a:spAutoFit/>
            </a:bodyPr>
            <a:lstStyle/>
            <a:p>
              <a:r>
                <a:rPr lang="zh-CN" altLang="en-US" sz="1600" b="1" dirty="0">
                  <a:solidFill>
                    <a:schemeClr val="bg1"/>
                  </a:solidFill>
                  <a:latin typeface="+mn-ea"/>
                  <a:cs typeface="Poppins" panose="02000000000000000000" pitchFamily="50" charset="0"/>
                </a:rPr>
                <a:t>关键词</a:t>
              </a:r>
              <a:endParaRPr lang="en-US" sz="1600" b="1" dirty="0">
                <a:solidFill>
                  <a:schemeClr val="bg1"/>
                </a:solidFill>
                <a:latin typeface="+mn-ea"/>
                <a:cs typeface="Poppins" panose="02000000000000000000" pitchFamily="50" charset="0"/>
              </a:endParaRPr>
            </a:p>
          </p:txBody>
        </p:sp>
        <p:sp>
          <p:nvSpPr>
            <p:cNvPr id="126" name="Rectangle 63"/>
            <p:cNvSpPr/>
            <p:nvPr/>
          </p:nvSpPr>
          <p:spPr>
            <a:xfrm>
              <a:off x="468354" y="3672370"/>
              <a:ext cx="2124317" cy="122968"/>
            </a:xfrm>
            <a:prstGeom prst="rect">
              <a:avLst/>
            </a:prstGeom>
            <a:grpFill/>
            <a:ln>
              <a:noFill/>
            </a:ln>
          </p:spPr>
          <p:txBody>
            <a:bodyPr wrap="square">
              <a:spAutoFit/>
            </a:bodyPr>
            <a:lstStyle/>
            <a:p>
              <a:pPr>
                <a:lnSpc>
                  <a:spcPct val="130000"/>
                </a:lnSpc>
              </a:pPr>
              <a:r>
                <a:rPr lang="zh-CN" altLang="en-US" sz="1200" dirty="0">
                  <a:solidFill>
                    <a:schemeClr val="bg1"/>
                  </a:solidFill>
                  <a:latin typeface="Poppins Light" panose="02000000000000000000" pitchFamily="2" charset="0"/>
                  <a:cs typeface="Poppins Light" panose="02000000000000000000" pitchFamily="2" charset="0"/>
                </a:rPr>
                <a:t>输入文字</a:t>
              </a:r>
              <a:endParaRPr lang="id-ID" sz="1200" dirty="0">
                <a:solidFill>
                  <a:schemeClr val="bg1"/>
                </a:solidFill>
                <a:latin typeface="Poppins Light" panose="02000000000000000000" pitchFamily="2" charset="0"/>
                <a:cs typeface="Poppins Light" panose="02000000000000000000" pitchFamily="2" charset="0"/>
              </a:endParaRPr>
            </a:p>
          </p:txBody>
        </p:sp>
      </p:grpSp>
      <p:sp>
        <p:nvSpPr>
          <p:cNvPr id="131" name="Rectangle 26"/>
          <p:cNvSpPr/>
          <p:nvPr/>
        </p:nvSpPr>
        <p:spPr>
          <a:xfrm>
            <a:off x="4969035" y="1861492"/>
            <a:ext cx="1976619" cy="923330"/>
          </a:xfrm>
          <a:prstGeom prst="rect">
            <a:avLst/>
          </a:prstGeom>
          <a:solidFill>
            <a:srgbClr val="FCE6AF"/>
          </a:solidFill>
          <a:ln>
            <a:noFill/>
          </a:ln>
        </p:spPr>
        <p:txBody>
          <a:bodyPr wrap="square">
            <a:spAutoFit/>
          </a:bodyPr>
          <a:lstStyle/>
          <a:p>
            <a:pPr algn="ctr"/>
            <a:r>
              <a:rPr lang="en-US" sz="5400" b="1" dirty="0">
                <a:solidFill>
                  <a:schemeClr val="bg1"/>
                </a:solidFill>
                <a:latin typeface="Poppins" panose="02000000000000000000" pitchFamily="50" charset="0"/>
                <a:ea typeface="Roboto Condensed" panose="02000000000000000000" pitchFamily="2" charset="0"/>
                <a:cs typeface="Poppins" panose="02000000000000000000" pitchFamily="50" charset="0"/>
              </a:rPr>
              <a:t>2</a:t>
            </a:r>
            <a:endParaRPr lang="en-US" sz="2400" dirty="0">
              <a:solidFill>
                <a:schemeClr val="bg1">
                  <a:alpha val="20000"/>
                </a:schemeClr>
              </a:solidFill>
              <a:latin typeface="Poppins" panose="02000000000000000000" pitchFamily="50" charset="0"/>
              <a:ea typeface="Roboto Condensed" panose="02000000000000000000" pitchFamily="2" charset="0"/>
              <a:cs typeface="Poppins" panose="02000000000000000000" pitchFamily="50" charset="0"/>
            </a:endParaRPr>
          </a:p>
        </p:txBody>
      </p:sp>
      <p:grpSp>
        <p:nvGrpSpPr>
          <p:cNvPr id="132" name="Group 4"/>
          <p:cNvGrpSpPr/>
          <p:nvPr/>
        </p:nvGrpSpPr>
        <p:grpSpPr>
          <a:xfrm>
            <a:off x="4969035" y="3235288"/>
            <a:ext cx="2534247" cy="1341536"/>
            <a:chOff x="468354" y="3272417"/>
            <a:chExt cx="2534247" cy="522921"/>
          </a:xfrm>
          <a:solidFill>
            <a:srgbClr val="FCE6AF"/>
          </a:solidFill>
        </p:grpSpPr>
        <p:sp>
          <p:nvSpPr>
            <p:cNvPr id="133" name="Rectangle 24"/>
            <p:cNvSpPr/>
            <p:nvPr/>
          </p:nvSpPr>
          <p:spPr>
            <a:xfrm>
              <a:off x="468354" y="3272417"/>
              <a:ext cx="2534247" cy="338554"/>
            </a:xfrm>
            <a:prstGeom prst="rect">
              <a:avLst/>
            </a:prstGeom>
            <a:grpFill/>
            <a:ln>
              <a:noFill/>
            </a:ln>
          </p:spPr>
          <p:txBody>
            <a:bodyPr wrap="square">
              <a:spAutoFit/>
            </a:bodyPr>
            <a:lstStyle/>
            <a:p>
              <a:r>
                <a:rPr lang="zh-CN" altLang="en-US" sz="1600" b="1" dirty="0">
                  <a:solidFill>
                    <a:schemeClr val="bg1"/>
                  </a:solidFill>
                  <a:latin typeface="+mn-ea"/>
                  <a:cs typeface="Poppins" panose="02000000000000000000" pitchFamily="50" charset="0"/>
                </a:rPr>
                <a:t>关键词</a:t>
              </a:r>
              <a:endParaRPr lang="en-US" sz="1600" b="1" dirty="0">
                <a:solidFill>
                  <a:schemeClr val="bg1"/>
                </a:solidFill>
                <a:latin typeface="+mn-ea"/>
                <a:cs typeface="Poppins" panose="02000000000000000000" pitchFamily="50" charset="0"/>
              </a:endParaRPr>
            </a:p>
          </p:txBody>
        </p:sp>
        <p:sp>
          <p:nvSpPr>
            <p:cNvPr id="134" name="Rectangle 63"/>
            <p:cNvSpPr/>
            <p:nvPr/>
          </p:nvSpPr>
          <p:spPr>
            <a:xfrm>
              <a:off x="468354" y="3672370"/>
              <a:ext cx="2124317" cy="122968"/>
            </a:xfrm>
            <a:prstGeom prst="rect">
              <a:avLst/>
            </a:prstGeom>
            <a:grpFill/>
            <a:ln>
              <a:noFill/>
            </a:ln>
          </p:spPr>
          <p:txBody>
            <a:bodyPr wrap="square">
              <a:spAutoFit/>
            </a:bodyPr>
            <a:lstStyle/>
            <a:p>
              <a:pPr>
                <a:lnSpc>
                  <a:spcPct val="130000"/>
                </a:lnSpc>
              </a:pPr>
              <a:r>
                <a:rPr lang="zh-CN" altLang="en-US" sz="1200" dirty="0">
                  <a:solidFill>
                    <a:schemeClr val="bg1"/>
                  </a:solidFill>
                  <a:latin typeface="Poppins Light" panose="02000000000000000000" pitchFamily="2" charset="0"/>
                  <a:cs typeface="Poppins Light" panose="02000000000000000000" pitchFamily="2" charset="0"/>
                </a:rPr>
                <a:t>输入文字</a:t>
              </a:r>
              <a:r>
                <a:rPr lang="en-US" sz="1200" dirty="0">
                  <a:solidFill>
                    <a:schemeClr val="bg1"/>
                  </a:solidFill>
                  <a:latin typeface="Poppins Light" panose="02000000000000000000" pitchFamily="2" charset="0"/>
                  <a:cs typeface="Poppins Light" panose="02000000000000000000" pitchFamily="2" charset="0"/>
                </a:rPr>
                <a:t>. </a:t>
              </a:r>
              <a:endParaRPr lang="id-ID" sz="1200" dirty="0">
                <a:solidFill>
                  <a:schemeClr val="bg1"/>
                </a:solidFill>
                <a:latin typeface="Poppins Light" panose="02000000000000000000" pitchFamily="2" charset="0"/>
                <a:cs typeface="Poppins Light" panose="02000000000000000000" pitchFamily="2" charset="0"/>
              </a:endParaRPr>
            </a:p>
          </p:txBody>
        </p:sp>
      </p:grpSp>
      <p:sp>
        <p:nvSpPr>
          <p:cNvPr id="139" name="Rectangle 26"/>
          <p:cNvSpPr/>
          <p:nvPr/>
        </p:nvSpPr>
        <p:spPr>
          <a:xfrm>
            <a:off x="8394398" y="1861492"/>
            <a:ext cx="1976619" cy="923330"/>
          </a:xfrm>
          <a:prstGeom prst="rect">
            <a:avLst/>
          </a:prstGeom>
          <a:solidFill>
            <a:srgbClr val="C8D7D0"/>
          </a:solidFill>
          <a:ln>
            <a:noFill/>
          </a:ln>
        </p:spPr>
        <p:txBody>
          <a:bodyPr wrap="square">
            <a:spAutoFit/>
          </a:bodyPr>
          <a:lstStyle/>
          <a:p>
            <a:pPr algn="ctr"/>
            <a:r>
              <a:rPr lang="en-US" sz="5400" b="1" dirty="0">
                <a:solidFill>
                  <a:schemeClr val="bg1"/>
                </a:solidFill>
                <a:latin typeface="Poppins" panose="02000000000000000000" pitchFamily="50" charset="0"/>
                <a:ea typeface="Roboto Condensed" panose="02000000000000000000" pitchFamily="2" charset="0"/>
                <a:cs typeface="Poppins" panose="02000000000000000000" pitchFamily="50" charset="0"/>
              </a:rPr>
              <a:t>3</a:t>
            </a:r>
            <a:endParaRPr lang="en-US" sz="2400" dirty="0">
              <a:solidFill>
                <a:schemeClr val="bg1">
                  <a:alpha val="20000"/>
                </a:schemeClr>
              </a:solidFill>
              <a:latin typeface="Poppins" panose="02000000000000000000" pitchFamily="50" charset="0"/>
              <a:ea typeface="Roboto Condensed" panose="02000000000000000000" pitchFamily="2" charset="0"/>
              <a:cs typeface="Poppins" panose="02000000000000000000" pitchFamily="50" charset="0"/>
            </a:endParaRPr>
          </a:p>
        </p:txBody>
      </p:sp>
      <p:grpSp>
        <p:nvGrpSpPr>
          <p:cNvPr id="140" name="Group 4"/>
          <p:cNvGrpSpPr/>
          <p:nvPr/>
        </p:nvGrpSpPr>
        <p:grpSpPr>
          <a:xfrm>
            <a:off x="8394398" y="3235289"/>
            <a:ext cx="2534247" cy="1340671"/>
            <a:chOff x="468354" y="3272417"/>
            <a:chExt cx="2534247" cy="523025"/>
          </a:xfrm>
          <a:solidFill>
            <a:srgbClr val="C8D7D0"/>
          </a:solidFill>
        </p:grpSpPr>
        <p:sp>
          <p:nvSpPr>
            <p:cNvPr id="141" name="Rectangle 24"/>
            <p:cNvSpPr/>
            <p:nvPr/>
          </p:nvSpPr>
          <p:spPr>
            <a:xfrm>
              <a:off x="468354" y="3272417"/>
              <a:ext cx="2534247" cy="338554"/>
            </a:xfrm>
            <a:prstGeom prst="rect">
              <a:avLst/>
            </a:prstGeom>
            <a:grpFill/>
            <a:ln>
              <a:noFill/>
            </a:ln>
          </p:spPr>
          <p:txBody>
            <a:bodyPr wrap="square">
              <a:spAutoFit/>
            </a:bodyPr>
            <a:lstStyle/>
            <a:p>
              <a:r>
                <a:rPr lang="zh-CN" altLang="en-US" sz="1600" b="1" dirty="0">
                  <a:solidFill>
                    <a:schemeClr val="bg1"/>
                  </a:solidFill>
                  <a:latin typeface="+mn-ea"/>
                  <a:cs typeface="Poppins" panose="02000000000000000000" pitchFamily="50" charset="0"/>
                </a:rPr>
                <a:t>关键词</a:t>
              </a:r>
              <a:endParaRPr lang="en-US" sz="1600" b="1" dirty="0">
                <a:solidFill>
                  <a:schemeClr val="bg1"/>
                </a:solidFill>
                <a:latin typeface="+mn-ea"/>
                <a:cs typeface="Poppins" panose="02000000000000000000" pitchFamily="50" charset="0"/>
              </a:endParaRPr>
            </a:p>
          </p:txBody>
        </p:sp>
        <p:sp>
          <p:nvSpPr>
            <p:cNvPr id="142" name="Rectangle 63"/>
            <p:cNvSpPr/>
            <p:nvPr/>
          </p:nvSpPr>
          <p:spPr>
            <a:xfrm>
              <a:off x="468354" y="3672370"/>
              <a:ext cx="2124317" cy="123072"/>
            </a:xfrm>
            <a:prstGeom prst="rect">
              <a:avLst/>
            </a:prstGeom>
            <a:grpFill/>
            <a:ln>
              <a:noFill/>
            </a:ln>
          </p:spPr>
          <p:txBody>
            <a:bodyPr wrap="square">
              <a:spAutoFit/>
            </a:bodyPr>
            <a:lstStyle/>
            <a:p>
              <a:pPr>
                <a:lnSpc>
                  <a:spcPct val="130000"/>
                </a:lnSpc>
              </a:pPr>
              <a:r>
                <a:rPr lang="zh-CN" altLang="en-US" sz="1200" dirty="0">
                  <a:solidFill>
                    <a:schemeClr val="bg1"/>
                  </a:solidFill>
                  <a:latin typeface="Poppins Light" panose="02000000000000000000" pitchFamily="2" charset="0"/>
                  <a:cs typeface="Poppins Light" panose="02000000000000000000" pitchFamily="2" charset="0"/>
                </a:rPr>
                <a:t>输入文字</a:t>
              </a:r>
              <a:endParaRPr lang="id-ID" sz="1200" dirty="0">
                <a:solidFill>
                  <a:schemeClr val="bg1"/>
                </a:solidFill>
                <a:latin typeface="Poppins Light" panose="02000000000000000000" pitchFamily="2" charset="0"/>
                <a:cs typeface="Poppins Light" panose="02000000000000000000" pitchFamily="2" charset="0"/>
              </a:endParaRPr>
            </a:p>
          </p:txBody>
        </p:sp>
      </p:grpSp>
      <p:grpSp>
        <p:nvGrpSpPr>
          <p:cNvPr id="40" name="组合 39"/>
          <p:cNvGrpSpPr/>
          <p:nvPr/>
        </p:nvGrpSpPr>
        <p:grpSpPr>
          <a:xfrm rot="16200000">
            <a:off x="11355875" y="4260988"/>
            <a:ext cx="870187" cy="3622091"/>
            <a:chOff x="10956468" y="1077300"/>
            <a:chExt cx="870187" cy="2301157"/>
          </a:xfrm>
        </p:grpSpPr>
        <p:grpSp>
          <p:nvGrpSpPr>
            <p:cNvPr id="41" name="Google Shape;2905;p55"/>
            <p:cNvGrpSpPr/>
            <p:nvPr/>
          </p:nvGrpSpPr>
          <p:grpSpPr>
            <a:xfrm rot="5400000">
              <a:off x="11115768" y="2144030"/>
              <a:ext cx="1324550" cy="97225"/>
              <a:chOff x="7102950" y="434363"/>
              <a:chExt cx="1324550" cy="97225"/>
            </a:xfrm>
          </p:grpSpPr>
          <p:cxnSp>
            <p:nvCxnSpPr>
              <p:cNvPr id="57" name="Google Shape;2906;p55"/>
              <p:cNvCxnSpPr/>
              <p:nvPr/>
            </p:nvCxnSpPr>
            <p:spPr>
              <a:xfrm>
                <a:off x="7318400" y="434363"/>
                <a:ext cx="1109100" cy="0"/>
              </a:xfrm>
              <a:prstGeom prst="straightConnector1">
                <a:avLst/>
              </a:prstGeom>
              <a:noFill/>
              <a:ln w="31750" cap="rnd" cmpd="sng">
                <a:solidFill>
                  <a:srgbClr val="FCE6AF"/>
                </a:solidFill>
                <a:prstDash val="solid"/>
                <a:round/>
                <a:headEnd type="none" w="med" len="med"/>
                <a:tailEnd type="none" w="med" len="med"/>
              </a:ln>
            </p:spPr>
          </p:cxnSp>
          <p:cxnSp>
            <p:nvCxnSpPr>
              <p:cNvPr id="58" name="Google Shape;2907;p55"/>
              <p:cNvCxnSpPr/>
              <p:nvPr/>
            </p:nvCxnSpPr>
            <p:spPr>
              <a:xfrm>
                <a:off x="7102950" y="531588"/>
                <a:ext cx="1109100" cy="0"/>
              </a:xfrm>
              <a:prstGeom prst="straightConnector1">
                <a:avLst/>
              </a:prstGeom>
              <a:noFill/>
              <a:ln w="31750" cap="rnd" cmpd="sng">
                <a:solidFill>
                  <a:srgbClr val="FCE6AF"/>
                </a:solidFill>
                <a:prstDash val="solid"/>
                <a:round/>
                <a:headEnd type="none" w="med" len="med"/>
                <a:tailEnd type="none" w="med" len="med"/>
              </a:ln>
            </p:spPr>
          </p:cxnSp>
        </p:grpSp>
        <p:grpSp>
          <p:nvGrpSpPr>
            <p:cNvPr id="42" name="Google Shape;2905;p55"/>
            <p:cNvGrpSpPr/>
            <p:nvPr/>
          </p:nvGrpSpPr>
          <p:grpSpPr>
            <a:xfrm rot="5400000">
              <a:off x="10434225" y="2179267"/>
              <a:ext cx="2301157" cy="97223"/>
              <a:chOff x="7102950" y="434363"/>
              <a:chExt cx="1324550" cy="97225"/>
            </a:xfrm>
          </p:grpSpPr>
          <p:cxnSp>
            <p:nvCxnSpPr>
              <p:cNvPr id="55" name="Google Shape;2906;p55"/>
              <p:cNvCxnSpPr/>
              <p:nvPr/>
            </p:nvCxnSpPr>
            <p:spPr>
              <a:xfrm>
                <a:off x="7318400" y="434363"/>
                <a:ext cx="1109100" cy="0"/>
              </a:xfrm>
              <a:prstGeom prst="straightConnector1">
                <a:avLst/>
              </a:prstGeom>
              <a:noFill/>
              <a:ln w="31750" cap="rnd" cmpd="sng">
                <a:solidFill>
                  <a:srgbClr val="FCE6AF"/>
                </a:solidFill>
                <a:prstDash val="solid"/>
                <a:round/>
                <a:headEnd type="none" w="med" len="med"/>
                <a:tailEnd type="none" w="med" len="med"/>
              </a:ln>
            </p:spPr>
          </p:cxnSp>
          <p:cxnSp>
            <p:nvCxnSpPr>
              <p:cNvPr id="56" name="Google Shape;2907;p55"/>
              <p:cNvCxnSpPr/>
              <p:nvPr/>
            </p:nvCxnSpPr>
            <p:spPr>
              <a:xfrm>
                <a:off x="7102950" y="531588"/>
                <a:ext cx="1109100" cy="0"/>
              </a:xfrm>
              <a:prstGeom prst="straightConnector1">
                <a:avLst/>
              </a:prstGeom>
              <a:noFill/>
              <a:ln w="31750" cap="rnd" cmpd="sng">
                <a:solidFill>
                  <a:srgbClr val="FCE6AF"/>
                </a:solidFill>
                <a:prstDash val="solid"/>
                <a:round/>
                <a:headEnd type="none" w="med" len="med"/>
                <a:tailEnd type="none" w="med" len="med"/>
              </a:ln>
            </p:spPr>
          </p:cxnSp>
        </p:grpSp>
        <p:grpSp>
          <p:nvGrpSpPr>
            <p:cNvPr id="43" name="Google Shape;2905;p55"/>
            <p:cNvGrpSpPr/>
            <p:nvPr/>
          </p:nvGrpSpPr>
          <p:grpSpPr>
            <a:xfrm rot="5400000">
              <a:off x="10729287" y="2251343"/>
              <a:ext cx="1324550" cy="97225"/>
              <a:chOff x="7102950" y="434363"/>
              <a:chExt cx="1324550" cy="97225"/>
            </a:xfrm>
          </p:grpSpPr>
          <p:cxnSp>
            <p:nvCxnSpPr>
              <p:cNvPr id="53" name="Google Shape;2906;p55"/>
              <p:cNvCxnSpPr/>
              <p:nvPr/>
            </p:nvCxnSpPr>
            <p:spPr>
              <a:xfrm>
                <a:off x="7318400" y="434363"/>
                <a:ext cx="1109100" cy="0"/>
              </a:xfrm>
              <a:prstGeom prst="straightConnector1">
                <a:avLst/>
              </a:prstGeom>
              <a:noFill/>
              <a:ln w="31750" cap="rnd" cmpd="sng">
                <a:solidFill>
                  <a:srgbClr val="FCE6AF"/>
                </a:solidFill>
                <a:prstDash val="solid"/>
                <a:round/>
                <a:headEnd type="none" w="med" len="med"/>
                <a:tailEnd type="none" w="med" len="med"/>
              </a:ln>
            </p:spPr>
          </p:cxnSp>
          <p:cxnSp>
            <p:nvCxnSpPr>
              <p:cNvPr id="54" name="Google Shape;2907;p55"/>
              <p:cNvCxnSpPr/>
              <p:nvPr/>
            </p:nvCxnSpPr>
            <p:spPr>
              <a:xfrm>
                <a:off x="7102950" y="531588"/>
                <a:ext cx="1109100" cy="0"/>
              </a:xfrm>
              <a:prstGeom prst="straightConnector1">
                <a:avLst/>
              </a:prstGeom>
              <a:noFill/>
              <a:ln w="31750" cap="rnd" cmpd="sng">
                <a:solidFill>
                  <a:srgbClr val="FCE6AF"/>
                </a:solidFill>
                <a:prstDash val="solid"/>
                <a:round/>
                <a:headEnd type="none" w="med" len="med"/>
                <a:tailEnd type="none" w="med" len="med"/>
              </a:ln>
            </p:spPr>
          </p:cxnSp>
        </p:grpSp>
        <p:grpSp>
          <p:nvGrpSpPr>
            <p:cNvPr id="44" name="Google Shape;2905;p55"/>
            <p:cNvGrpSpPr/>
            <p:nvPr/>
          </p:nvGrpSpPr>
          <p:grpSpPr>
            <a:xfrm rot="5400000">
              <a:off x="10394450" y="1975618"/>
              <a:ext cx="1607743" cy="97225"/>
              <a:chOff x="7102950" y="434363"/>
              <a:chExt cx="1324550" cy="97225"/>
            </a:xfrm>
          </p:grpSpPr>
          <p:cxnSp>
            <p:nvCxnSpPr>
              <p:cNvPr id="51" name="Google Shape;2906;p55"/>
              <p:cNvCxnSpPr/>
              <p:nvPr/>
            </p:nvCxnSpPr>
            <p:spPr>
              <a:xfrm>
                <a:off x="7318400" y="434363"/>
                <a:ext cx="1109100" cy="0"/>
              </a:xfrm>
              <a:prstGeom prst="straightConnector1">
                <a:avLst/>
              </a:prstGeom>
              <a:noFill/>
              <a:ln w="31750" cap="rnd" cmpd="sng">
                <a:solidFill>
                  <a:srgbClr val="FCE6AF"/>
                </a:solidFill>
                <a:prstDash val="solid"/>
                <a:round/>
                <a:headEnd type="none" w="med" len="med"/>
                <a:tailEnd type="none" w="med" len="med"/>
              </a:ln>
            </p:spPr>
          </p:cxnSp>
          <p:cxnSp>
            <p:nvCxnSpPr>
              <p:cNvPr id="52" name="Google Shape;2907;p55"/>
              <p:cNvCxnSpPr/>
              <p:nvPr/>
            </p:nvCxnSpPr>
            <p:spPr>
              <a:xfrm>
                <a:off x="7102950" y="531588"/>
                <a:ext cx="1109100" cy="0"/>
              </a:xfrm>
              <a:prstGeom prst="straightConnector1">
                <a:avLst/>
              </a:prstGeom>
              <a:noFill/>
              <a:ln w="31750" cap="rnd" cmpd="sng">
                <a:solidFill>
                  <a:srgbClr val="FCE6AF"/>
                </a:solidFill>
                <a:prstDash val="solid"/>
                <a:round/>
                <a:headEnd type="none" w="med" len="med"/>
                <a:tailEnd type="none" w="med" len="med"/>
              </a:ln>
            </p:spPr>
          </p:cxnSp>
        </p:grpSp>
        <p:grpSp>
          <p:nvGrpSpPr>
            <p:cNvPr id="45" name="Google Shape;2905;p55"/>
            <p:cNvGrpSpPr/>
            <p:nvPr/>
          </p:nvGrpSpPr>
          <p:grpSpPr>
            <a:xfrm rot="16200000">
              <a:off x="10419128" y="2143618"/>
              <a:ext cx="1171903" cy="97224"/>
              <a:chOff x="7102950" y="434363"/>
              <a:chExt cx="1324550" cy="97225"/>
            </a:xfrm>
          </p:grpSpPr>
          <p:cxnSp>
            <p:nvCxnSpPr>
              <p:cNvPr id="46" name="Google Shape;2906;p55"/>
              <p:cNvCxnSpPr/>
              <p:nvPr/>
            </p:nvCxnSpPr>
            <p:spPr>
              <a:xfrm>
                <a:off x="7318400" y="434363"/>
                <a:ext cx="1109100" cy="0"/>
              </a:xfrm>
              <a:prstGeom prst="straightConnector1">
                <a:avLst/>
              </a:prstGeom>
              <a:noFill/>
              <a:ln w="31750" cap="rnd" cmpd="sng">
                <a:solidFill>
                  <a:srgbClr val="FCE6AF"/>
                </a:solidFill>
                <a:prstDash val="solid"/>
                <a:round/>
                <a:headEnd type="none" w="med" len="med"/>
                <a:tailEnd type="none" w="med" len="med"/>
              </a:ln>
            </p:spPr>
          </p:cxnSp>
          <p:cxnSp>
            <p:nvCxnSpPr>
              <p:cNvPr id="47" name="Google Shape;2907;p55"/>
              <p:cNvCxnSpPr/>
              <p:nvPr/>
            </p:nvCxnSpPr>
            <p:spPr>
              <a:xfrm>
                <a:off x="7102950" y="531588"/>
                <a:ext cx="1109100" cy="0"/>
              </a:xfrm>
              <a:prstGeom prst="straightConnector1">
                <a:avLst/>
              </a:prstGeom>
              <a:noFill/>
              <a:ln w="31750" cap="rnd" cmpd="sng">
                <a:solidFill>
                  <a:srgbClr val="FCE6AF"/>
                </a:solidFill>
                <a:prstDash val="solid"/>
                <a:round/>
                <a:headEnd type="none" w="med" len="med"/>
                <a:tailEnd type="none" w="med" len="med"/>
              </a:ln>
            </p:spPr>
          </p:cxnSp>
        </p:grpSp>
      </p:gr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23"/>
                                            </p:tgtEl>
                                            <p:attrNameLst>
                                              <p:attrName>style.visibility</p:attrName>
                                            </p:attrNameLst>
                                          </p:cBhvr>
                                          <p:to>
                                            <p:strVal val="visible"/>
                                          </p:to>
                                        </p:set>
                                        <p:anim calcmode="lin" valueType="num">
                                          <p:cBhvr>
                                            <p:cTn id="7" dur="500" fill="hold"/>
                                            <p:tgtEl>
                                              <p:spTgt spid="123"/>
                                            </p:tgtEl>
                                            <p:attrNameLst>
                                              <p:attrName>ppt_w</p:attrName>
                                            </p:attrNameLst>
                                          </p:cBhvr>
                                          <p:tavLst>
                                            <p:tav tm="0">
                                              <p:val>
                                                <p:fltVal val="0"/>
                                              </p:val>
                                            </p:tav>
                                            <p:tav tm="100000">
                                              <p:val>
                                                <p:strVal val="#ppt_w"/>
                                              </p:val>
                                            </p:tav>
                                          </p:tavLst>
                                        </p:anim>
                                        <p:anim calcmode="lin" valueType="num">
                                          <p:cBhvr>
                                            <p:cTn id="8" dur="500" fill="hold"/>
                                            <p:tgtEl>
                                              <p:spTgt spid="123"/>
                                            </p:tgtEl>
                                            <p:attrNameLst>
                                              <p:attrName>ppt_h</p:attrName>
                                            </p:attrNameLst>
                                          </p:cBhvr>
                                          <p:tavLst>
                                            <p:tav tm="0">
                                              <p:val>
                                                <p:fltVal val="0"/>
                                              </p:val>
                                            </p:tav>
                                            <p:tav tm="100000">
                                              <p:val>
                                                <p:strVal val="#ppt_h"/>
                                              </p:val>
                                            </p:tav>
                                          </p:tavLst>
                                        </p:anim>
                                        <p:animEffect transition="in" filter="fade">
                                          <p:cBhvr>
                                            <p:cTn id="9" dur="500"/>
                                            <p:tgtEl>
                                              <p:spTgt spid="123"/>
                                            </p:tgtEl>
                                          </p:cBhvr>
                                        </p:animEffect>
                                      </p:childTnLst>
                                    </p:cTn>
                                  </p:par>
                                  <p:par>
                                    <p:cTn id="10" presetID="2" presetClass="entr" presetSubtype="4" fill="hold" grpId="1" nodeType="withEffect" p14:presetBounceEnd="66000">
                                      <p:stCondLst>
                                        <p:cond delay="0"/>
                                      </p:stCondLst>
                                      <p:childTnLst>
                                        <p:set>
                                          <p:cBhvr>
                                            <p:cTn id="11" dur="1" fill="hold">
                                              <p:stCondLst>
                                                <p:cond delay="0"/>
                                              </p:stCondLst>
                                            </p:cTn>
                                            <p:tgtEl>
                                              <p:spTgt spid="123"/>
                                            </p:tgtEl>
                                            <p:attrNameLst>
                                              <p:attrName>style.visibility</p:attrName>
                                            </p:attrNameLst>
                                          </p:cBhvr>
                                          <p:to>
                                            <p:strVal val="visible"/>
                                          </p:to>
                                        </p:set>
                                        <p:anim calcmode="lin" valueType="num" p14:bounceEnd="66000">
                                          <p:cBhvr additive="base">
                                            <p:cTn id="12" dur="1000" fill="hold"/>
                                            <p:tgtEl>
                                              <p:spTgt spid="123"/>
                                            </p:tgtEl>
                                            <p:attrNameLst>
                                              <p:attrName>ppt_x</p:attrName>
                                            </p:attrNameLst>
                                          </p:cBhvr>
                                          <p:tavLst>
                                            <p:tav tm="0">
                                              <p:val>
                                                <p:strVal val="#ppt_x"/>
                                              </p:val>
                                            </p:tav>
                                            <p:tav tm="100000">
                                              <p:val>
                                                <p:strVal val="#ppt_x"/>
                                              </p:val>
                                            </p:tav>
                                          </p:tavLst>
                                        </p:anim>
                                        <p:anim calcmode="lin" valueType="num" p14:bounceEnd="66000">
                                          <p:cBhvr additive="base">
                                            <p:cTn id="13" dur="1000" fill="hold"/>
                                            <p:tgtEl>
                                              <p:spTgt spid="123"/>
                                            </p:tgtEl>
                                            <p:attrNameLst>
                                              <p:attrName>ppt_y</p:attrName>
                                            </p:attrNameLst>
                                          </p:cBhvr>
                                          <p:tavLst>
                                            <p:tav tm="0">
                                              <p:val>
                                                <p:strVal val="1+#ppt_h/2"/>
                                              </p:val>
                                            </p:tav>
                                            <p:tav tm="100000">
                                              <p:val>
                                                <p:strVal val="#ppt_y"/>
                                              </p:val>
                                            </p:tav>
                                          </p:tavLst>
                                        </p:anim>
                                      </p:childTnLst>
                                    </p:cTn>
                                  </p:par>
                                  <p:par>
                                    <p:cTn id="14" presetID="6" presetClass="entr" presetSubtype="32" fill="hold" nodeType="withEffect">
                                      <p:stCondLst>
                                        <p:cond delay="250"/>
                                      </p:stCondLst>
                                      <p:childTnLst>
                                        <p:set>
                                          <p:cBhvr>
                                            <p:cTn id="15" dur="1" fill="hold">
                                              <p:stCondLst>
                                                <p:cond delay="0"/>
                                              </p:stCondLst>
                                            </p:cTn>
                                            <p:tgtEl>
                                              <p:spTgt spid="124"/>
                                            </p:tgtEl>
                                            <p:attrNameLst>
                                              <p:attrName>style.visibility</p:attrName>
                                            </p:attrNameLst>
                                          </p:cBhvr>
                                          <p:to>
                                            <p:strVal val="visible"/>
                                          </p:to>
                                        </p:set>
                                        <p:animEffect transition="in" filter="circle(out)">
                                          <p:cBhvr>
                                            <p:cTn id="16" dur="750"/>
                                            <p:tgtEl>
                                              <p:spTgt spid="124"/>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131"/>
                                            </p:tgtEl>
                                            <p:attrNameLst>
                                              <p:attrName>style.visibility</p:attrName>
                                            </p:attrNameLst>
                                          </p:cBhvr>
                                          <p:to>
                                            <p:strVal val="visible"/>
                                          </p:to>
                                        </p:set>
                                        <p:anim calcmode="lin" valueType="num">
                                          <p:cBhvr>
                                            <p:cTn id="19" dur="500" fill="hold"/>
                                            <p:tgtEl>
                                              <p:spTgt spid="131"/>
                                            </p:tgtEl>
                                            <p:attrNameLst>
                                              <p:attrName>ppt_w</p:attrName>
                                            </p:attrNameLst>
                                          </p:cBhvr>
                                          <p:tavLst>
                                            <p:tav tm="0">
                                              <p:val>
                                                <p:fltVal val="0"/>
                                              </p:val>
                                            </p:tav>
                                            <p:tav tm="100000">
                                              <p:val>
                                                <p:strVal val="#ppt_w"/>
                                              </p:val>
                                            </p:tav>
                                          </p:tavLst>
                                        </p:anim>
                                        <p:anim calcmode="lin" valueType="num">
                                          <p:cBhvr>
                                            <p:cTn id="20" dur="500" fill="hold"/>
                                            <p:tgtEl>
                                              <p:spTgt spid="131"/>
                                            </p:tgtEl>
                                            <p:attrNameLst>
                                              <p:attrName>ppt_h</p:attrName>
                                            </p:attrNameLst>
                                          </p:cBhvr>
                                          <p:tavLst>
                                            <p:tav tm="0">
                                              <p:val>
                                                <p:fltVal val="0"/>
                                              </p:val>
                                            </p:tav>
                                            <p:tav tm="100000">
                                              <p:val>
                                                <p:strVal val="#ppt_h"/>
                                              </p:val>
                                            </p:tav>
                                          </p:tavLst>
                                        </p:anim>
                                        <p:animEffect transition="in" filter="fade">
                                          <p:cBhvr>
                                            <p:cTn id="21" dur="500"/>
                                            <p:tgtEl>
                                              <p:spTgt spid="131"/>
                                            </p:tgtEl>
                                          </p:cBhvr>
                                        </p:animEffect>
                                      </p:childTnLst>
                                    </p:cTn>
                                  </p:par>
                                  <p:par>
                                    <p:cTn id="22" presetID="2" presetClass="entr" presetSubtype="4" fill="hold" grpId="1" nodeType="withEffect" p14:presetBounceEnd="66000">
                                      <p:stCondLst>
                                        <p:cond delay="0"/>
                                      </p:stCondLst>
                                      <p:childTnLst>
                                        <p:set>
                                          <p:cBhvr>
                                            <p:cTn id="23" dur="1" fill="hold">
                                              <p:stCondLst>
                                                <p:cond delay="0"/>
                                              </p:stCondLst>
                                            </p:cTn>
                                            <p:tgtEl>
                                              <p:spTgt spid="131"/>
                                            </p:tgtEl>
                                            <p:attrNameLst>
                                              <p:attrName>style.visibility</p:attrName>
                                            </p:attrNameLst>
                                          </p:cBhvr>
                                          <p:to>
                                            <p:strVal val="visible"/>
                                          </p:to>
                                        </p:set>
                                        <p:anim calcmode="lin" valueType="num" p14:bounceEnd="66000">
                                          <p:cBhvr additive="base">
                                            <p:cTn id="24" dur="1000" fill="hold"/>
                                            <p:tgtEl>
                                              <p:spTgt spid="131"/>
                                            </p:tgtEl>
                                            <p:attrNameLst>
                                              <p:attrName>ppt_x</p:attrName>
                                            </p:attrNameLst>
                                          </p:cBhvr>
                                          <p:tavLst>
                                            <p:tav tm="0">
                                              <p:val>
                                                <p:strVal val="#ppt_x"/>
                                              </p:val>
                                            </p:tav>
                                            <p:tav tm="100000">
                                              <p:val>
                                                <p:strVal val="#ppt_x"/>
                                              </p:val>
                                            </p:tav>
                                          </p:tavLst>
                                        </p:anim>
                                        <p:anim calcmode="lin" valueType="num" p14:bounceEnd="66000">
                                          <p:cBhvr additive="base">
                                            <p:cTn id="25" dur="1000" fill="hold"/>
                                            <p:tgtEl>
                                              <p:spTgt spid="131"/>
                                            </p:tgtEl>
                                            <p:attrNameLst>
                                              <p:attrName>ppt_y</p:attrName>
                                            </p:attrNameLst>
                                          </p:cBhvr>
                                          <p:tavLst>
                                            <p:tav tm="0">
                                              <p:val>
                                                <p:strVal val="1+#ppt_h/2"/>
                                              </p:val>
                                            </p:tav>
                                            <p:tav tm="100000">
                                              <p:val>
                                                <p:strVal val="#ppt_y"/>
                                              </p:val>
                                            </p:tav>
                                          </p:tavLst>
                                        </p:anim>
                                      </p:childTnLst>
                                    </p:cTn>
                                  </p:par>
                                  <p:par>
                                    <p:cTn id="26" presetID="6" presetClass="entr" presetSubtype="32" fill="hold" nodeType="withEffect">
                                      <p:stCondLst>
                                        <p:cond delay="250"/>
                                      </p:stCondLst>
                                      <p:childTnLst>
                                        <p:set>
                                          <p:cBhvr>
                                            <p:cTn id="27" dur="1" fill="hold">
                                              <p:stCondLst>
                                                <p:cond delay="0"/>
                                              </p:stCondLst>
                                            </p:cTn>
                                            <p:tgtEl>
                                              <p:spTgt spid="132"/>
                                            </p:tgtEl>
                                            <p:attrNameLst>
                                              <p:attrName>style.visibility</p:attrName>
                                            </p:attrNameLst>
                                          </p:cBhvr>
                                          <p:to>
                                            <p:strVal val="visible"/>
                                          </p:to>
                                        </p:set>
                                        <p:animEffect transition="in" filter="circle(out)">
                                          <p:cBhvr>
                                            <p:cTn id="28" dur="750"/>
                                            <p:tgtEl>
                                              <p:spTgt spid="132"/>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139"/>
                                            </p:tgtEl>
                                            <p:attrNameLst>
                                              <p:attrName>style.visibility</p:attrName>
                                            </p:attrNameLst>
                                          </p:cBhvr>
                                          <p:to>
                                            <p:strVal val="visible"/>
                                          </p:to>
                                        </p:set>
                                        <p:anim calcmode="lin" valueType="num">
                                          <p:cBhvr>
                                            <p:cTn id="31" dur="500" fill="hold"/>
                                            <p:tgtEl>
                                              <p:spTgt spid="139"/>
                                            </p:tgtEl>
                                            <p:attrNameLst>
                                              <p:attrName>ppt_w</p:attrName>
                                            </p:attrNameLst>
                                          </p:cBhvr>
                                          <p:tavLst>
                                            <p:tav tm="0">
                                              <p:val>
                                                <p:fltVal val="0"/>
                                              </p:val>
                                            </p:tav>
                                            <p:tav tm="100000">
                                              <p:val>
                                                <p:strVal val="#ppt_w"/>
                                              </p:val>
                                            </p:tav>
                                          </p:tavLst>
                                        </p:anim>
                                        <p:anim calcmode="lin" valueType="num">
                                          <p:cBhvr>
                                            <p:cTn id="32" dur="500" fill="hold"/>
                                            <p:tgtEl>
                                              <p:spTgt spid="139"/>
                                            </p:tgtEl>
                                            <p:attrNameLst>
                                              <p:attrName>ppt_h</p:attrName>
                                            </p:attrNameLst>
                                          </p:cBhvr>
                                          <p:tavLst>
                                            <p:tav tm="0">
                                              <p:val>
                                                <p:fltVal val="0"/>
                                              </p:val>
                                            </p:tav>
                                            <p:tav tm="100000">
                                              <p:val>
                                                <p:strVal val="#ppt_h"/>
                                              </p:val>
                                            </p:tav>
                                          </p:tavLst>
                                        </p:anim>
                                        <p:animEffect transition="in" filter="fade">
                                          <p:cBhvr>
                                            <p:cTn id="33" dur="500"/>
                                            <p:tgtEl>
                                              <p:spTgt spid="139"/>
                                            </p:tgtEl>
                                          </p:cBhvr>
                                        </p:animEffect>
                                      </p:childTnLst>
                                    </p:cTn>
                                  </p:par>
                                  <p:par>
                                    <p:cTn id="34" presetID="2" presetClass="entr" presetSubtype="4" fill="hold" grpId="1" nodeType="withEffect" p14:presetBounceEnd="66000">
                                      <p:stCondLst>
                                        <p:cond delay="0"/>
                                      </p:stCondLst>
                                      <p:childTnLst>
                                        <p:set>
                                          <p:cBhvr>
                                            <p:cTn id="35" dur="1" fill="hold">
                                              <p:stCondLst>
                                                <p:cond delay="0"/>
                                              </p:stCondLst>
                                            </p:cTn>
                                            <p:tgtEl>
                                              <p:spTgt spid="139"/>
                                            </p:tgtEl>
                                            <p:attrNameLst>
                                              <p:attrName>style.visibility</p:attrName>
                                            </p:attrNameLst>
                                          </p:cBhvr>
                                          <p:to>
                                            <p:strVal val="visible"/>
                                          </p:to>
                                        </p:set>
                                        <p:anim calcmode="lin" valueType="num" p14:bounceEnd="66000">
                                          <p:cBhvr additive="base">
                                            <p:cTn id="36" dur="1000" fill="hold"/>
                                            <p:tgtEl>
                                              <p:spTgt spid="139"/>
                                            </p:tgtEl>
                                            <p:attrNameLst>
                                              <p:attrName>ppt_x</p:attrName>
                                            </p:attrNameLst>
                                          </p:cBhvr>
                                          <p:tavLst>
                                            <p:tav tm="0">
                                              <p:val>
                                                <p:strVal val="#ppt_x"/>
                                              </p:val>
                                            </p:tav>
                                            <p:tav tm="100000">
                                              <p:val>
                                                <p:strVal val="#ppt_x"/>
                                              </p:val>
                                            </p:tav>
                                          </p:tavLst>
                                        </p:anim>
                                        <p:anim calcmode="lin" valueType="num" p14:bounceEnd="66000">
                                          <p:cBhvr additive="base">
                                            <p:cTn id="37" dur="1000" fill="hold"/>
                                            <p:tgtEl>
                                              <p:spTgt spid="139"/>
                                            </p:tgtEl>
                                            <p:attrNameLst>
                                              <p:attrName>ppt_y</p:attrName>
                                            </p:attrNameLst>
                                          </p:cBhvr>
                                          <p:tavLst>
                                            <p:tav tm="0">
                                              <p:val>
                                                <p:strVal val="1+#ppt_h/2"/>
                                              </p:val>
                                            </p:tav>
                                            <p:tav tm="100000">
                                              <p:val>
                                                <p:strVal val="#ppt_y"/>
                                              </p:val>
                                            </p:tav>
                                          </p:tavLst>
                                        </p:anim>
                                      </p:childTnLst>
                                    </p:cTn>
                                  </p:par>
                                  <p:par>
                                    <p:cTn id="38" presetID="6" presetClass="entr" presetSubtype="32" fill="hold" nodeType="withEffect">
                                      <p:stCondLst>
                                        <p:cond delay="250"/>
                                      </p:stCondLst>
                                      <p:childTnLst>
                                        <p:set>
                                          <p:cBhvr>
                                            <p:cTn id="39" dur="1" fill="hold">
                                              <p:stCondLst>
                                                <p:cond delay="0"/>
                                              </p:stCondLst>
                                            </p:cTn>
                                            <p:tgtEl>
                                              <p:spTgt spid="140"/>
                                            </p:tgtEl>
                                            <p:attrNameLst>
                                              <p:attrName>style.visibility</p:attrName>
                                            </p:attrNameLst>
                                          </p:cBhvr>
                                          <p:to>
                                            <p:strVal val="visible"/>
                                          </p:to>
                                        </p:set>
                                        <p:animEffect transition="in" filter="circle(out)">
                                          <p:cBhvr>
                                            <p:cTn id="40" dur="75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P spid="123" grpId="1" animBg="1"/>
          <p:bldP spid="131" grpId="0" animBg="1"/>
          <p:bldP spid="131" grpId="1" animBg="1"/>
          <p:bldP spid="139" grpId="0" animBg="1"/>
          <p:bldP spid="139" grpId="1"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23"/>
                                            </p:tgtEl>
                                            <p:attrNameLst>
                                              <p:attrName>style.visibility</p:attrName>
                                            </p:attrNameLst>
                                          </p:cBhvr>
                                          <p:to>
                                            <p:strVal val="visible"/>
                                          </p:to>
                                        </p:set>
                                        <p:anim calcmode="lin" valueType="num">
                                          <p:cBhvr>
                                            <p:cTn id="7" dur="500" fill="hold"/>
                                            <p:tgtEl>
                                              <p:spTgt spid="123"/>
                                            </p:tgtEl>
                                            <p:attrNameLst>
                                              <p:attrName>ppt_w</p:attrName>
                                            </p:attrNameLst>
                                          </p:cBhvr>
                                          <p:tavLst>
                                            <p:tav tm="0">
                                              <p:val>
                                                <p:fltVal val="0"/>
                                              </p:val>
                                            </p:tav>
                                            <p:tav tm="100000">
                                              <p:val>
                                                <p:strVal val="#ppt_w"/>
                                              </p:val>
                                            </p:tav>
                                          </p:tavLst>
                                        </p:anim>
                                        <p:anim calcmode="lin" valueType="num">
                                          <p:cBhvr>
                                            <p:cTn id="8" dur="500" fill="hold"/>
                                            <p:tgtEl>
                                              <p:spTgt spid="123"/>
                                            </p:tgtEl>
                                            <p:attrNameLst>
                                              <p:attrName>ppt_h</p:attrName>
                                            </p:attrNameLst>
                                          </p:cBhvr>
                                          <p:tavLst>
                                            <p:tav tm="0">
                                              <p:val>
                                                <p:fltVal val="0"/>
                                              </p:val>
                                            </p:tav>
                                            <p:tav tm="100000">
                                              <p:val>
                                                <p:strVal val="#ppt_h"/>
                                              </p:val>
                                            </p:tav>
                                          </p:tavLst>
                                        </p:anim>
                                        <p:animEffect transition="in" filter="fade">
                                          <p:cBhvr>
                                            <p:cTn id="9" dur="500"/>
                                            <p:tgtEl>
                                              <p:spTgt spid="123"/>
                                            </p:tgtEl>
                                          </p:cBhvr>
                                        </p:animEffect>
                                      </p:childTnLst>
                                    </p:cTn>
                                  </p:par>
                                  <p:par>
                                    <p:cTn id="10" presetID="2" presetClass="entr" presetSubtype="4" fill="hold" grpId="1" nodeType="withEffect">
                                      <p:stCondLst>
                                        <p:cond delay="0"/>
                                      </p:stCondLst>
                                      <p:childTnLst>
                                        <p:set>
                                          <p:cBhvr>
                                            <p:cTn id="11" dur="1" fill="hold">
                                              <p:stCondLst>
                                                <p:cond delay="0"/>
                                              </p:stCondLst>
                                            </p:cTn>
                                            <p:tgtEl>
                                              <p:spTgt spid="123"/>
                                            </p:tgtEl>
                                            <p:attrNameLst>
                                              <p:attrName>style.visibility</p:attrName>
                                            </p:attrNameLst>
                                          </p:cBhvr>
                                          <p:to>
                                            <p:strVal val="visible"/>
                                          </p:to>
                                        </p:set>
                                        <p:anim calcmode="lin" valueType="num">
                                          <p:cBhvr additive="base">
                                            <p:cTn id="12" dur="1000" fill="hold"/>
                                            <p:tgtEl>
                                              <p:spTgt spid="123"/>
                                            </p:tgtEl>
                                            <p:attrNameLst>
                                              <p:attrName>ppt_x</p:attrName>
                                            </p:attrNameLst>
                                          </p:cBhvr>
                                          <p:tavLst>
                                            <p:tav tm="0">
                                              <p:val>
                                                <p:strVal val="#ppt_x"/>
                                              </p:val>
                                            </p:tav>
                                            <p:tav tm="100000">
                                              <p:val>
                                                <p:strVal val="#ppt_x"/>
                                              </p:val>
                                            </p:tav>
                                          </p:tavLst>
                                        </p:anim>
                                        <p:anim calcmode="lin" valueType="num">
                                          <p:cBhvr additive="base">
                                            <p:cTn id="13" dur="1000" fill="hold"/>
                                            <p:tgtEl>
                                              <p:spTgt spid="123"/>
                                            </p:tgtEl>
                                            <p:attrNameLst>
                                              <p:attrName>ppt_y</p:attrName>
                                            </p:attrNameLst>
                                          </p:cBhvr>
                                          <p:tavLst>
                                            <p:tav tm="0">
                                              <p:val>
                                                <p:strVal val="1+#ppt_h/2"/>
                                              </p:val>
                                            </p:tav>
                                            <p:tav tm="100000">
                                              <p:val>
                                                <p:strVal val="#ppt_y"/>
                                              </p:val>
                                            </p:tav>
                                          </p:tavLst>
                                        </p:anim>
                                      </p:childTnLst>
                                    </p:cTn>
                                  </p:par>
                                  <p:par>
                                    <p:cTn id="14" presetID="6" presetClass="entr" presetSubtype="32" fill="hold" nodeType="withEffect">
                                      <p:stCondLst>
                                        <p:cond delay="250"/>
                                      </p:stCondLst>
                                      <p:childTnLst>
                                        <p:set>
                                          <p:cBhvr>
                                            <p:cTn id="15" dur="1" fill="hold">
                                              <p:stCondLst>
                                                <p:cond delay="0"/>
                                              </p:stCondLst>
                                            </p:cTn>
                                            <p:tgtEl>
                                              <p:spTgt spid="124"/>
                                            </p:tgtEl>
                                            <p:attrNameLst>
                                              <p:attrName>style.visibility</p:attrName>
                                            </p:attrNameLst>
                                          </p:cBhvr>
                                          <p:to>
                                            <p:strVal val="visible"/>
                                          </p:to>
                                        </p:set>
                                        <p:animEffect transition="in" filter="circle(out)">
                                          <p:cBhvr>
                                            <p:cTn id="16" dur="750"/>
                                            <p:tgtEl>
                                              <p:spTgt spid="124"/>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131"/>
                                            </p:tgtEl>
                                            <p:attrNameLst>
                                              <p:attrName>style.visibility</p:attrName>
                                            </p:attrNameLst>
                                          </p:cBhvr>
                                          <p:to>
                                            <p:strVal val="visible"/>
                                          </p:to>
                                        </p:set>
                                        <p:anim calcmode="lin" valueType="num">
                                          <p:cBhvr>
                                            <p:cTn id="19" dur="500" fill="hold"/>
                                            <p:tgtEl>
                                              <p:spTgt spid="131"/>
                                            </p:tgtEl>
                                            <p:attrNameLst>
                                              <p:attrName>ppt_w</p:attrName>
                                            </p:attrNameLst>
                                          </p:cBhvr>
                                          <p:tavLst>
                                            <p:tav tm="0">
                                              <p:val>
                                                <p:fltVal val="0"/>
                                              </p:val>
                                            </p:tav>
                                            <p:tav tm="100000">
                                              <p:val>
                                                <p:strVal val="#ppt_w"/>
                                              </p:val>
                                            </p:tav>
                                          </p:tavLst>
                                        </p:anim>
                                        <p:anim calcmode="lin" valueType="num">
                                          <p:cBhvr>
                                            <p:cTn id="20" dur="500" fill="hold"/>
                                            <p:tgtEl>
                                              <p:spTgt spid="131"/>
                                            </p:tgtEl>
                                            <p:attrNameLst>
                                              <p:attrName>ppt_h</p:attrName>
                                            </p:attrNameLst>
                                          </p:cBhvr>
                                          <p:tavLst>
                                            <p:tav tm="0">
                                              <p:val>
                                                <p:fltVal val="0"/>
                                              </p:val>
                                            </p:tav>
                                            <p:tav tm="100000">
                                              <p:val>
                                                <p:strVal val="#ppt_h"/>
                                              </p:val>
                                            </p:tav>
                                          </p:tavLst>
                                        </p:anim>
                                        <p:animEffect transition="in" filter="fade">
                                          <p:cBhvr>
                                            <p:cTn id="21" dur="500"/>
                                            <p:tgtEl>
                                              <p:spTgt spid="131"/>
                                            </p:tgtEl>
                                          </p:cBhvr>
                                        </p:animEffect>
                                      </p:childTnLst>
                                    </p:cTn>
                                  </p:par>
                                  <p:par>
                                    <p:cTn id="22" presetID="2" presetClass="entr" presetSubtype="4" fill="hold" grpId="1" nodeType="withEffect">
                                      <p:stCondLst>
                                        <p:cond delay="0"/>
                                      </p:stCondLst>
                                      <p:childTnLst>
                                        <p:set>
                                          <p:cBhvr>
                                            <p:cTn id="23" dur="1" fill="hold">
                                              <p:stCondLst>
                                                <p:cond delay="0"/>
                                              </p:stCondLst>
                                            </p:cTn>
                                            <p:tgtEl>
                                              <p:spTgt spid="131"/>
                                            </p:tgtEl>
                                            <p:attrNameLst>
                                              <p:attrName>style.visibility</p:attrName>
                                            </p:attrNameLst>
                                          </p:cBhvr>
                                          <p:to>
                                            <p:strVal val="visible"/>
                                          </p:to>
                                        </p:set>
                                        <p:anim calcmode="lin" valueType="num">
                                          <p:cBhvr additive="base">
                                            <p:cTn id="24" dur="1000" fill="hold"/>
                                            <p:tgtEl>
                                              <p:spTgt spid="131"/>
                                            </p:tgtEl>
                                            <p:attrNameLst>
                                              <p:attrName>ppt_x</p:attrName>
                                            </p:attrNameLst>
                                          </p:cBhvr>
                                          <p:tavLst>
                                            <p:tav tm="0">
                                              <p:val>
                                                <p:strVal val="#ppt_x"/>
                                              </p:val>
                                            </p:tav>
                                            <p:tav tm="100000">
                                              <p:val>
                                                <p:strVal val="#ppt_x"/>
                                              </p:val>
                                            </p:tav>
                                          </p:tavLst>
                                        </p:anim>
                                        <p:anim calcmode="lin" valueType="num">
                                          <p:cBhvr additive="base">
                                            <p:cTn id="25" dur="1000" fill="hold"/>
                                            <p:tgtEl>
                                              <p:spTgt spid="131"/>
                                            </p:tgtEl>
                                            <p:attrNameLst>
                                              <p:attrName>ppt_y</p:attrName>
                                            </p:attrNameLst>
                                          </p:cBhvr>
                                          <p:tavLst>
                                            <p:tav tm="0">
                                              <p:val>
                                                <p:strVal val="1+#ppt_h/2"/>
                                              </p:val>
                                            </p:tav>
                                            <p:tav tm="100000">
                                              <p:val>
                                                <p:strVal val="#ppt_y"/>
                                              </p:val>
                                            </p:tav>
                                          </p:tavLst>
                                        </p:anim>
                                      </p:childTnLst>
                                    </p:cTn>
                                  </p:par>
                                  <p:par>
                                    <p:cTn id="26" presetID="6" presetClass="entr" presetSubtype="32" fill="hold" nodeType="withEffect">
                                      <p:stCondLst>
                                        <p:cond delay="250"/>
                                      </p:stCondLst>
                                      <p:childTnLst>
                                        <p:set>
                                          <p:cBhvr>
                                            <p:cTn id="27" dur="1" fill="hold">
                                              <p:stCondLst>
                                                <p:cond delay="0"/>
                                              </p:stCondLst>
                                            </p:cTn>
                                            <p:tgtEl>
                                              <p:spTgt spid="132"/>
                                            </p:tgtEl>
                                            <p:attrNameLst>
                                              <p:attrName>style.visibility</p:attrName>
                                            </p:attrNameLst>
                                          </p:cBhvr>
                                          <p:to>
                                            <p:strVal val="visible"/>
                                          </p:to>
                                        </p:set>
                                        <p:animEffect transition="in" filter="circle(out)">
                                          <p:cBhvr>
                                            <p:cTn id="28" dur="750"/>
                                            <p:tgtEl>
                                              <p:spTgt spid="132"/>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139"/>
                                            </p:tgtEl>
                                            <p:attrNameLst>
                                              <p:attrName>style.visibility</p:attrName>
                                            </p:attrNameLst>
                                          </p:cBhvr>
                                          <p:to>
                                            <p:strVal val="visible"/>
                                          </p:to>
                                        </p:set>
                                        <p:anim calcmode="lin" valueType="num">
                                          <p:cBhvr>
                                            <p:cTn id="31" dur="500" fill="hold"/>
                                            <p:tgtEl>
                                              <p:spTgt spid="139"/>
                                            </p:tgtEl>
                                            <p:attrNameLst>
                                              <p:attrName>ppt_w</p:attrName>
                                            </p:attrNameLst>
                                          </p:cBhvr>
                                          <p:tavLst>
                                            <p:tav tm="0">
                                              <p:val>
                                                <p:fltVal val="0"/>
                                              </p:val>
                                            </p:tav>
                                            <p:tav tm="100000">
                                              <p:val>
                                                <p:strVal val="#ppt_w"/>
                                              </p:val>
                                            </p:tav>
                                          </p:tavLst>
                                        </p:anim>
                                        <p:anim calcmode="lin" valueType="num">
                                          <p:cBhvr>
                                            <p:cTn id="32" dur="500" fill="hold"/>
                                            <p:tgtEl>
                                              <p:spTgt spid="139"/>
                                            </p:tgtEl>
                                            <p:attrNameLst>
                                              <p:attrName>ppt_h</p:attrName>
                                            </p:attrNameLst>
                                          </p:cBhvr>
                                          <p:tavLst>
                                            <p:tav tm="0">
                                              <p:val>
                                                <p:fltVal val="0"/>
                                              </p:val>
                                            </p:tav>
                                            <p:tav tm="100000">
                                              <p:val>
                                                <p:strVal val="#ppt_h"/>
                                              </p:val>
                                            </p:tav>
                                          </p:tavLst>
                                        </p:anim>
                                        <p:animEffect transition="in" filter="fade">
                                          <p:cBhvr>
                                            <p:cTn id="33" dur="500"/>
                                            <p:tgtEl>
                                              <p:spTgt spid="139"/>
                                            </p:tgtEl>
                                          </p:cBhvr>
                                        </p:animEffect>
                                      </p:childTnLst>
                                    </p:cTn>
                                  </p:par>
                                  <p:par>
                                    <p:cTn id="34" presetID="2" presetClass="entr" presetSubtype="4" fill="hold" grpId="1" nodeType="withEffect">
                                      <p:stCondLst>
                                        <p:cond delay="0"/>
                                      </p:stCondLst>
                                      <p:childTnLst>
                                        <p:set>
                                          <p:cBhvr>
                                            <p:cTn id="35" dur="1" fill="hold">
                                              <p:stCondLst>
                                                <p:cond delay="0"/>
                                              </p:stCondLst>
                                            </p:cTn>
                                            <p:tgtEl>
                                              <p:spTgt spid="139"/>
                                            </p:tgtEl>
                                            <p:attrNameLst>
                                              <p:attrName>style.visibility</p:attrName>
                                            </p:attrNameLst>
                                          </p:cBhvr>
                                          <p:to>
                                            <p:strVal val="visible"/>
                                          </p:to>
                                        </p:set>
                                        <p:anim calcmode="lin" valueType="num">
                                          <p:cBhvr additive="base">
                                            <p:cTn id="36" dur="1000" fill="hold"/>
                                            <p:tgtEl>
                                              <p:spTgt spid="139"/>
                                            </p:tgtEl>
                                            <p:attrNameLst>
                                              <p:attrName>ppt_x</p:attrName>
                                            </p:attrNameLst>
                                          </p:cBhvr>
                                          <p:tavLst>
                                            <p:tav tm="0">
                                              <p:val>
                                                <p:strVal val="#ppt_x"/>
                                              </p:val>
                                            </p:tav>
                                            <p:tav tm="100000">
                                              <p:val>
                                                <p:strVal val="#ppt_x"/>
                                              </p:val>
                                            </p:tav>
                                          </p:tavLst>
                                        </p:anim>
                                        <p:anim calcmode="lin" valueType="num">
                                          <p:cBhvr additive="base">
                                            <p:cTn id="37" dur="1000" fill="hold"/>
                                            <p:tgtEl>
                                              <p:spTgt spid="139"/>
                                            </p:tgtEl>
                                            <p:attrNameLst>
                                              <p:attrName>ppt_y</p:attrName>
                                            </p:attrNameLst>
                                          </p:cBhvr>
                                          <p:tavLst>
                                            <p:tav tm="0">
                                              <p:val>
                                                <p:strVal val="1+#ppt_h/2"/>
                                              </p:val>
                                            </p:tav>
                                            <p:tav tm="100000">
                                              <p:val>
                                                <p:strVal val="#ppt_y"/>
                                              </p:val>
                                            </p:tav>
                                          </p:tavLst>
                                        </p:anim>
                                      </p:childTnLst>
                                    </p:cTn>
                                  </p:par>
                                  <p:par>
                                    <p:cTn id="38" presetID="6" presetClass="entr" presetSubtype="32" fill="hold" nodeType="withEffect">
                                      <p:stCondLst>
                                        <p:cond delay="250"/>
                                      </p:stCondLst>
                                      <p:childTnLst>
                                        <p:set>
                                          <p:cBhvr>
                                            <p:cTn id="39" dur="1" fill="hold">
                                              <p:stCondLst>
                                                <p:cond delay="0"/>
                                              </p:stCondLst>
                                            </p:cTn>
                                            <p:tgtEl>
                                              <p:spTgt spid="140"/>
                                            </p:tgtEl>
                                            <p:attrNameLst>
                                              <p:attrName>style.visibility</p:attrName>
                                            </p:attrNameLst>
                                          </p:cBhvr>
                                          <p:to>
                                            <p:strVal val="visible"/>
                                          </p:to>
                                        </p:set>
                                        <p:animEffect transition="in" filter="circle(out)">
                                          <p:cBhvr>
                                            <p:cTn id="40" dur="75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P spid="123" grpId="1" animBg="1"/>
          <p:bldP spid="131" grpId="0" animBg="1"/>
          <p:bldP spid="131" grpId="1" animBg="1"/>
          <p:bldP spid="139" grpId="0" animBg="1"/>
          <p:bldP spid="139" grpId="1" animBg="1"/>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EFEF5"/>
        </a:solidFill>
        <a:effectLst/>
      </p:bgPr>
    </p:bg>
    <p:spTree>
      <p:nvGrpSpPr>
        <p:cNvPr id="1" name=""/>
        <p:cNvGrpSpPr/>
        <p:nvPr/>
      </p:nvGrpSpPr>
      <p:grpSpPr>
        <a:xfrm>
          <a:off x="0" y="0"/>
          <a:ext cx="0" cy="0"/>
          <a:chOff x="0" y="0"/>
          <a:chExt cx="0" cy="0"/>
        </a:xfrm>
      </p:grpSpPr>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60017" y="86523"/>
            <a:ext cx="1880748" cy="521613"/>
          </a:xfrm>
          <a:prstGeom prst="rect">
            <a:avLst/>
          </a:prstGeom>
        </p:spPr>
      </p:pic>
      <p:pic>
        <p:nvPicPr>
          <p:cNvPr id="25" name="Google Shape;2017;p35"/>
          <p:cNvPicPr preferRelativeResize="0"/>
          <p:nvPr/>
        </p:nvPicPr>
        <p:blipFill rotWithShape="1">
          <a:blip r:embed="rId3">
            <a:alphaModFix amt="62000"/>
          </a:blip>
          <a:srcRect t="406" b="416"/>
          <a:stretch>
            <a:fillRect/>
          </a:stretch>
        </p:blipFill>
        <p:spPr>
          <a:xfrm rot="10800000" flipH="1">
            <a:off x="9838303" y="4394092"/>
            <a:ext cx="3369119" cy="3360405"/>
          </a:xfrm>
          <a:prstGeom prst="ellipse">
            <a:avLst/>
          </a:prstGeom>
          <a:solidFill>
            <a:srgbClr val="FCE6AF"/>
          </a:solidFill>
          <a:ln>
            <a:noFill/>
          </a:ln>
        </p:spPr>
      </p:pic>
      <p:grpSp>
        <p:nvGrpSpPr>
          <p:cNvPr id="27" name="Google Shape;2905;p55"/>
          <p:cNvGrpSpPr/>
          <p:nvPr/>
        </p:nvGrpSpPr>
        <p:grpSpPr>
          <a:xfrm rot="5400000">
            <a:off x="11115768" y="2144030"/>
            <a:ext cx="1324550" cy="97225"/>
            <a:chOff x="7102950" y="434363"/>
            <a:chExt cx="1324550" cy="97225"/>
          </a:xfrm>
        </p:grpSpPr>
        <p:cxnSp>
          <p:nvCxnSpPr>
            <p:cNvPr id="30"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31"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32" name="Google Shape;2905;p55"/>
          <p:cNvGrpSpPr/>
          <p:nvPr/>
        </p:nvGrpSpPr>
        <p:grpSpPr>
          <a:xfrm rot="5400000">
            <a:off x="10434225" y="2179267"/>
            <a:ext cx="2301157" cy="97223"/>
            <a:chOff x="7102950" y="434363"/>
            <a:chExt cx="1324550" cy="97225"/>
          </a:xfrm>
        </p:grpSpPr>
        <p:cxnSp>
          <p:nvCxnSpPr>
            <p:cNvPr id="33"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34"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35" name="Google Shape;2905;p55"/>
          <p:cNvGrpSpPr/>
          <p:nvPr/>
        </p:nvGrpSpPr>
        <p:grpSpPr>
          <a:xfrm rot="5400000">
            <a:off x="10729287" y="2251343"/>
            <a:ext cx="1324550" cy="97225"/>
            <a:chOff x="7102950" y="434363"/>
            <a:chExt cx="1324550" cy="97225"/>
          </a:xfrm>
        </p:grpSpPr>
        <p:cxnSp>
          <p:nvCxnSpPr>
            <p:cNvPr id="36"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37"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38" name="Google Shape;2905;p55"/>
          <p:cNvGrpSpPr/>
          <p:nvPr/>
        </p:nvGrpSpPr>
        <p:grpSpPr>
          <a:xfrm rot="5400000">
            <a:off x="10394450" y="1975618"/>
            <a:ext cx="1607743" cy="97225"/>
            <a:chOff x="7102950" y="434363"/>
            <a:chExt cx="1324550" cy="97225"/>
          </a:xfrm>
        </p:grpSpPr>
        <p:cxnSp>
          <p:nvCxnSpPr>
            <p:cNvPr id="39"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48"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49" name="Google Shape;2905;p55"/>
          <p:cNvGrpSpPr/>
          <p:nvPr/>
        </p:nvGrpSpPr>
        <p:grpSpPr>
          <a:xfrm rot="16200000">
            <a:off x="10419128" y="2143618"/>
            <a:ext cx="1171903" cy="97224"/>
            <a:chOff x="7102950" y="434363"/>
            <a:chExt cx="1324550" cy="97225"/>
          </a:xfrm>
        </p:grpSpPr>
        <p:cxnSp>
          <p:nvCxnSpPr>
            <p:cNvPr id="50"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59"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sp>
        <p:nvSpPr>
          <p:cNvPr id="2" name="Rectangle 3"/>
          <p:cNvSpPr/>
          <p:nvPr/>
        </p:nvSpPr>
        <p:spPr>
          <a:xfrm>
            <a:off x="2044982" y="1451603"/>
            <a:ext cx="917558" cy="4805145"/>
          </a:xfrm>
          <a:prstGeom prst="rect">
            <a:avLst/>
          </a:prstGeom>
          <a:solidFill>
            <a:srgbClr val="C8D7D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3" name="Rectangle 4"/>
          <p:cNvSpPr/>
          <p:nvPr/>
        </p:nvSpPr>
        <p:spPr>
          <a:xfrm>
            <a:off x="3048903" y="1451603"/>
            <a:ext cx="917558" cy="4805145"/>
          </a:xfrm>
          <a:prstGeom prst="rect">
            <a:avLst/>
          </a:prstGeom>
          <a:solidFill>
            <a:srgbClr val="C8D7D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4" name="Rectangle 5"/>
          <p:cNvSpPr/>
          <p:nvPr/>
        </p:nvSpPr>
        <p:spPr>
          <a:xfrm>
            <a:off x="4060896" y="1445113"/>
            <a:ext cx="917558" cy="4805145"/>
          </a:xfrm>
          <a:prstGeom prst="rect">
            <a:avLst/>
          </a:prstGeom>
          <a:solidFill>
            <a:srgbClr val="C8D7D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5" name="Rectangle 6"/>
          <p:cNvSpPr/>
          <p:nvPr/>
        </p:nvSpPr>
        <p:spPr>
          <a:xfrm>
            <a:off x="5056747" y="1451603"/>
            <a:ext cx="917558" cy="4805145"/>
          </a:xfrm>
          <a:prstGeom prst="rect">
            <a:avLst/>
          </a:prstGeom>
          <a:solidFill>
            <a:srgbClr val="C8D7D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 name="Rectangle 7"/>
          <p:cNvSpPr/>
          <p:nvPr/>
        </p:nvSpPr>
        <p:spPr>
          <a:xfrm>
            <a:off x="6060668" y="1451603"/>
            <a:ext cx="917558" cy="4805145"/>
          </a:xfrm>
          <a:prstGeom prst="rect">
            <a:avLst/>
          </a:prstGeom>
          <a:solidFill>
            <a:srgbClr val="C8D7D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12"/>
          <p:cNvSpPr/>
          <p:nvPr/>
        </p:nvSpPr>
        <p:spPr>
          <a:xfrm>
            <a:off x="2044982" y="3854175"/>
            <a:ext cx="917557" cy="2402573"/>
          </a:xfrm>
          <a:prstGeom prst="rect">
            <a:avLst/>
          </a:prstGeom>
          <a:gradFill>
            <a:gsLst>
              <a:gs pos="100000">
                <a:srgbClr val="F9C9B2"/>
              </a:gs>
              <a:gs pos="0">
                <a:srgbClr val="FBE4D5"/>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9" name="Rectangle 13"/>
          <p:cNvSpPr/>
          <p:nvPr/>
        </p:nvSpPr>
        <p:spPr>
          <a:xfrm>
            <a:off x="3042121" y="3008476"/>
            <a:ext cx="917557" cy="3241782"/>
          </a:xfrm>
          <a:prstGeom prst="rect">
            <a:avLst/>
          </a:prstGeom>
          <a:gradFill>
            <a:gsLst>
              <a:gs pos="100000">
                <a:srgbClr val="98B86A"/>
              </a:gs>
              <a:gs pos="0">
                <a:srgbClr val="C8D7D0"/>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1" name="Rectangle 14"/>
          <p:cNvSpPr/>
          <p:nvPr/>
        </p:nvSpPr>
        <p:spPr>
          <a:xfrm>
            <a:off x="4052825" y="3854175"/>
            <a:ext cx="917557" cy="2402573"/>
          </a:xfrm>
          <a:prstGeom prst="rect">
            <a:avLst/>
          </a:prstGeom>
          <a:gradFill>
            <a:gsLst>
              <a:gs pos="100000">
                <a:srgbClr val="DD8F8D"/>
              </a:gs>
              <a:gs pos="0">
                <a:srgbClr val="F9C9B2"/>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2" name="Rectangle 15"/>
          <p:cNvSpPr/>
          <p:nvPr/>
        </p:nvSpPr>
        <p:spPr>
          <a:xfrm>
            <a:off x="5056747" y="4354993"/>
            <a:ext cx="917558" cy="1901755"/>
          </a:xfrm>
          <a:prstGeom prst="rect">
            <a:avLst/>
          </a:prstGeom>
          <a:gradFill>
            <a:gsLst>
              <a:gs pos="100000">
                <a:srgbClr val="FCE6AF"/>
              </a:gs>
              <a:gs pos="0">
                <a:schemeClr val="accent4">
                  <a:lumMod val="20000"/>
                  <a:lumOff val="8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3" name="Rectangle 16"/>
          <p:cNvSpPr/>
          <p:nvPr/>
        </p:nvSpPr>
        <p:spPr>
          <a:xfrm>
            <a:off x="6060668" y="5221273"/>
            <a:ext cx="917558" cy="1035476"/>
          </a:xfrm>
          <a:prstGeom prst="rect">
            <a:avLst/>
          </a:prstGeom>
          <a:gradFill>
            <a:gsLst>
              <a:gs pos="100000">
                <a:srgbClr val="98B86A"/>
              </a:gs>
              <a:gs pos="0">
                <a:srgbClr val="C8D7D0"/>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grpSp>
        <p:nvGrpSpPr>
          <p:cNvPr id="14" name="Group 1"/>
          <p:cNvGrpSpPr/>
          <p:nvPr/>
        </p:nvGrpSpPr>
        <p:grpSpPr>
          <a:xfrm>
            <a:off x="1041060" y="1333165"/>
            <a:ext cx="917558" cy="4923583"/>
            <a:chOff x="819150" y="847724"/>
            <a:chExt cx="962092" cy="5162552"/>
          </a:xfrm>
          <a:solidFill>
            <a:srgbClr val="C8D7D0">
              <a:alpha val="30000"/>
            </a:srgbClr>
          </a:solidFill>
        </p:grpSpPr>
        <p:sp>
          <p:nvSpPr>
            <p:cNvPr id="16" name="Rectangle 2"/>
            <p:cNvSpPr/>
            <p:nvPr/>
          </p:nvSpPr>
          <p:spPr>
            <a:xfrm>
              <a:off x="819150" y="847724"/>
              <a:ext cx="962092" cy="5162552"/>
            </a:xfrm>
            <a:prstGeom prst="rect">
              <a:avLst/>
            </a:prstGeom>
            <a:grpFill/>
            <a:ln>
              <a:noFill/>
            </a:ln>
            <a:effectLst>
              <a:outerShdw blurRad="1270000" sx="80000" sy="80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17" name="Rectangle 17"/>
            <p:cNvSpPr/>
            <p:nvPr/>
          </p:nvSpPr>
          <p:spPr>
            <a:xfrm>
              <a:off x="819150" y="847724"/>
              <a:ext cx="962092" cy="3352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sp>
        <p:nvSpPr>
          <p:cNvPr id="18" name="Text Placeholder 2"/>
          <p:cNvSpPr txBox="1"/>
          <p:nvPr/>
        </p:nvSpPr>
        <p:spPr>
          <a:xfrm>
            <a:off x="1995633" y="5604703"/>
            <a:ext cx="997346" cy="394870"/>
          </a:xfrm>
          <a:prstGeom prst="rect">
            <a:avLst/>
          </a:prstGeom>
        </p:spPr>
        <p:txBody>
          <a:bodyPr/>
          <a:lstStyle>
            <a:lvl1pPr marL="0" indent="0" algn="ctr" defTabSz="1460500" rtl="0" eaLnBrk="1" latinLnBrk="0" hangingPunct="1">
              <a:lnSpc>
                <a:spcPct val="90000"/>
              </a:lnSpc>
              <a:spcBef>
                <a:spcPts val="1600"/>
              </a:spcBef>
              <a:buFont typeface="Arial" panose="020B0604020202020204" pitchFamily="34" charset="0"/>
              <a:buNone/>
              <a:defRPr sz="4000" kern="1200">
                <a:solidFill>
                  <a:schemeClr val="tx1">
                    <a:lumMod val="65000"/>
                    <a:lumOff val="35000"/>
                  </a:schemeClr>
                </a:solidFill>
                <a:latin typeface="+mn-lt"/>
                <a:ea typeface="+mn-ea"/>
                <a:cs typeface="+mn-cs"/>
              </a:defRPr>
            </a:lvl1pPr>
            <a:lvl2pPr marL="1095375" indent="-365125" algn="l" defTabSz="1460500" rtl="0" eaLnBrk="1" latinLnBrk="0" hangingPunct="1">
              <a:lnSpc>
                <a:spcPct val="90000"/>
              </a:lnSpc>
              <a:spcBef>
                <a:spcPts val="800"/>
              </a:spcBef>
              <a:buFont typeface="Arial" panose="020B0604020202020204" pitchFamily="34" charset="0"/>
              <a:buChar char="•"/>
              <a:defRPr sz="3835" kern="1200">
                <a:solidFill>
                  <a:schemeClr val="tx1"/>
                </a:solidFill>
                <a:latin typeface="+mn-lt"/>
                <a:ea typeface="+mn-ea"/>
                <a:cs typeface="+mn-cs"/>
              </a:defRPr>
            </a:lvl2pPr>
            <a:lvl3pPr marL="1826260" indent="-365125" algn="l" defTabSz="1460500" rtl="0" eaLnBrk="1" latinLnBrk="0" hangingPunct="1">
              <a:lnSpc>
                <a:spcPct val="90000"/>
              </a:lnSpc>
              <a:spcBef>
                <a:spcPts val="800"/>
              </a:spcBef>
              <a:buFont typeface="Arial" panose="020B0604020202020204" pitchFamily="34" charset="0"/>
              <a:buChar char="•"/>
              <a:defRPr sz="3195" kern="1200">
                <a:solidFill>
                  <a:schemeClr val="tx1"/>
                </a:solidFill>
                <a:latin typeface="+mn-lt"/>
                <a:ea typeface="+mn-ea"/>
                <a:cs typeface="+mn-cs"/>
              </a:defRPr>
            </a:lvl3pPr>
            <a:lvl4pPr marL="255651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4pPr>
            <a:lvl5pPr marL="328676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5pPr>
            <a:lvl6pPr marL="401701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6pPr>
            <a:lvl7pPr marL="474726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7pPr>
            <a:lvl8pPr marL="5478145"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8pPr>
            <a:lvl9pPr marL="6208395"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9pPr>
          </a:lstStyle>
          <a:p>
            <a:r>
              <a:rPr lang="en-US" sz="2000" b="1" dirty="0">
                <a:solidFill>
                  <a:schemeClr val="bg1"/>
                </a:solidFill>
                <a:latin typeface="Aller" panose="02000503030000020004" pitchFamily="2" charset="0"/>
              </a:rPr>
              <a:t>50%</a:t>
            </a:r>
            <a:endParaRPr lang="id-ID" sz="2000" b="1" dirty="0">
              <a:solidFill>
                <a:schemeClr val="bg1"/>
              </a:solidFill>
              <a:latin typeface="Aller" panose="02000503030000020004" pitchFamily="2" charset="0"/>
            </a:endParaRPr>
          </a:p>
        </p:txBody>
      </p:sp>
      <p:sp>
        <p:nvSpPr>
          <p:cNvPr id="20" name="Text Placeholder 2"/>
          <p:cNvSpPr txBox="1"/>
          <p:nvPr/>
        </p:nvSpPr>
        <p:spPr>
          <a:xfrm>
            <a:off x="2999555" y="5604703"/>
            <a:ext cx="997346" cy="394870"/>
          </a:xfrm>
          <a:prstGeom prst="rect">
            <a:avLst/>
          </a:prstGeom>
        </p:spPr>
        <p:txBody>
          <a:bodyPr/>
          <a:lstStyle>
            <a:lvl1pPr marL="0" indent="0" algn="ctr" defTabSz="1460500" rtl="0" eaLnBrk="1" latinLnBrk="0" hangingPunct="1">
              <a:lnSpc>
                <a:spcPct val="90000"/>
              </a:lnSpc>
              <a:spcBef>
                <a:spcPts val="1600"/>
              </a:spcBef>
              <a:buFont typeface="Arial" panose="020B0604020202020204" pitchFamily="34" charset="0"/>
              <a:buNone/>
              <a:defRPr sz="4000" kern="1200">
                <a:solidFill>
                  <a:schemeClr val="tx1">
                    <a:lumMod val="65000"/>
                    <a:lumOff val="35000"/>
                  </a:schemeClr>
                </a:solidFill>
                <a:latin typeface="+mn-lt"/>
                <a:ea typeface="+mn-ea"/>
                <a:cs typeface="+mn-cs"/>
              </a:defRPr>
            </a:lvl1pPr>
            <a:lvl2pPr marL="1095375" indent="-365125" algn="l" defTabSz="1460500" rtl="0" eaLnBrk="1" latinLnBrk="0" hangingPunct="1">
              <a:lnSpc>
                <a:spcPct val="90000"/>
              </a:lnSpc>
              <a:spcBef>
                <a:spcPts val="800"/>
              </a:spcBef>
              <a:buFont typeface="Arial" panose="020B0604020202020204" pitchFamily="34" charset="0"/>
              <a:buChar char="•"/>
              <a:defRPr sz="3835" kern="1200">
                <a:solidFill>
                  <a:schemeClr val="tx1"/>
                </a:solidFill>
                <a:latin typeface="+mn-lt"/>
                <a:ea typeface="+mn-ea"/>
                <a:cs typeface="+mn-cs"/>
              </a:defRPr>
            </a:lvl2pPr>
            <a:lvl3pPr marL="1826260" indent="-365125" algn="l" defTabSz="1460500" rtl="0" eaLnBrk="1" latinLnBrk="0" hangingPunct="1">
              <a:lnSpc>
                <a:spcPct val="90000"/>
              </a:lnSpc>
              <a:spcBef>
                <a:spcPts val="800"/>
              </a:spcBef>
              <a:buFont typeface="Arial" panose="020B0604020202020204" pitchFamily="34" charset="0"/>
              <a:buChar char="•"/>
              <a:defRPr sz="3195" kern="1200">
                <a:solidFill>
                  <a:schemeClr val="tx1"/>
                </a:solidFill>
                <a:latin typeface="+mn-lt"/>
                <a:ea typeface="+mn-ea"/>
                <a:cs typeface="+mn-cs"/>
              </a:defRPr>
            </a:lvl3pPr>
            <a:lvl4pPr marL="255651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4pPr>
            <a:lvl5pPr marL="328676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5pPr>
            <a:lvl6pPr marL="401701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6pPr>
            <a:lvl7pPr marL="474726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7pPr>
            <a:lvl8pPr marL="5478145"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8pPr>
            <a:lvl9pPr marL="6208395"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9pPr>
          </a:lstStyle>
          <a:p>
            <a:r>
              <a:rPr lang="en-US" sz="2000" b="1" dirty="0">
                <a:solidFill>
                  <a:schemeClr val="bg1"/>
                </a:solidFill>
                <a:latin typeface="Aller" panose="02000503030000020004" pitchFamily="2" charset="0"/>
              </a:rPr>
              <a:t>70%</a:t>
            </a:r>
            <a:endParaRPr lang="id-ID" sz="2000" b="1" dirty="0">
              <a:solidFill>
                <a:schemeClr val="bg1"/>
              </a:solidFill>
              <a:latin typeface="Aller" panose="02000503030000020004" pitchFamily="2" charset="0"/>
            </a:endParaRPr>
          </a:p>
        </p:txBody>
      </p:sp>
      <p:sp>
        <p:nvSpPr>
          <p:cNvPr id="21" name="Text Placeholder 2"/>
          <p:cNvSpPr txBox="1"/>
          <p:nvPr/>
        </p:nvSpPr>
        <p:spPr>
          <a:xfrm>
            <a:off x="4014867" y="5604703"/>
            <a:ext cx="997346" cy="394870"/>
          </a:xfrm>
          <a:prstGeom prst="rect">
            <a:avLst/>
          </a:prstGeom>
        </p:spPr>
        <p:txBody>
          <a:bodyPr/>
          <a:lstStyle>
            <a:lvl1pPr marL="0" indent="0" algn="ctr" defTabSz="1460500" rtl="0" eaLnBrk="1" latinLnBrk="0" hangingPunct="1">
              <a:lnSpc>
                <a:spcPct val="90000"/>
              </a:lnSpc>
              <a:spcBef>
                <a:spcPts val="1600"/>
              </a:spcBef>
              <a:buFont typeface="Arial" panose="020B0604020202020204" pitchFamily="34" charset="0"/>
              <a:buNone/>
              <a:defRPr sz="4000" kern="1200">
                <a:solidFill>
                  <a:schemeClr val="tx1">
                    <a:lumMod val="65000"/>
                    <a:lumOff val="35000"/>
                  </a:schemeClr>
                </a:solidFill>
                <a:latin typeface="+mn-lt"/>
                <a:ea typeface="+mn-ea"/>
                <a:cs typeface="+mn-cs"/>
              </a:defRPr>
            </a:lvl1pPr>
            <a:lvl2pPr marL="1095375" indent="-365125" algn="l" defTabSz="1460500" rtl="0" eaLnBrk="1" latinLnBrk="0" hangingPunct="1">
              <a:lnSpc>
                <a:spcPct val="90000"/>
              </a:lnSpc>
              <a:spcBef>
                <a:spcPts val="800"/>
              </a:spcBef>
              <a:buFont typeface="Arial" panose="020B0604020202020204" pitchFamily="34" charset="0"/>
              <a:buChar char="•"/>
              <a:defRPr sz="3835" kern="1200">
                <a:solidFill>
                  <a:schemeClr val="tx1"/>
                </a:solidFill>
                <a:latin typeface="+mn-lt"/>
                <a:ea typeface="+mn-ea"/>
                <a:cs typeface="+mn-cs"/>
              </a:defRPr>
            </a:lvl2pPr>
            <a:lvl3pPr marL="1826260" indent="-365125" algn="l" defTabSz="1460500" rtl="0" eaLnBrk="1" latinLnBrk="0" hangingPunct="1">
              <a:lnSpc>
                <a:spcPct val="90000"/>
              </a:lnSpc>
              <a:spcBef>
                <a:spcPts val="800"/>
              </a:spcBef>
              <a:buFont typeface="Arial" panose="020B0604020202020204" pitchFamily="34" charset="0"/>
              <a:buChar char="•"/>
              <a:defRPr sz="3195" kern="1200">
                <a:solidFill>
                  <a:schemeClr val="tx1"/>
                </a:solidFill>
                <a:latin typeface="+mn-lt"/>
                <a:ea typeface="+mn-ea"/>
                <a:cs typeface="+mn-cs"/>
              </a:defRPr>
            </a:lvl3pPr>
            <a:lvl4pPr marL="255651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4pPr>
            <a:lvl5pPr marL="328676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5pPr>
            <a:lvl6pPr marL="401701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6pPr>
            <a:lvl7pPr marL="474726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7pPr>
            <a:lvl8pPr marL="5478145"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8pPr>
            <a:lvl9pPr marL="6208395"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9pPr>
          </a:lstStyle>
          <a:p>
            <a:r>
              <a:rPr lang="en-US" sz="2000" b="1" dirty="0">
                <a:solidFill>
                  <a:schemeClr val="bg1"/>
                </a:solidFill>
                <a:latin typeface="Aller" panose="02000503030000020004" pitchFamily="2" charset="0"/>
              </a:rPr>
              <a:t>50%</a:t>
            </a:r>
            <a:endParaRPr lang="id-ID" sz="2000" b="1" dirty="0">
              <a:solidFill>
                <a:schemeClr val="bg1"/>
              </a:solidFill>
              <a:latin typeface="Aller" panose="02000503030000020004" pitchFamily="2" charset="0"/>
            </a:endParaRPr>
          </a:p>
        </p:txBody>
      </p:sp>
      <p:sp>
        <p:nvSpPr>
          <p:cNvPr id="22" name="Text Placeholder 2"/>
          <p:cNvSpPr txBox="1"/>
          <p:nvPr/>
        </p:nvSpPr>
        <p:spPr>
          <a:xfrm>
            <a:off x="5007399" y="5604703"/>
            <a:ext cx="997346" cy="394870"/>
          </a:xfrm>
          <a:prstGeom prst="rect">
            <a:avLst/>
          </a:prstGeom>
        </p:spPr>
        <p:txBody>
          <a:bodyPr/>
          <a:lstStyle>
            <a:lvl1pPr marL="0" indent="0" algn="ctr" defTabSz="1460500" rtl="0" eaLnBrk="1" latinLnBrk="0" hangingPunct="1">
              <a:lnSpc>
                <a:spcPct val="90000"/>
              </a:lnSpc>
              <a:spcBef>
                <a:spcPts val="1600"/>
              </a:spcBef>
              <a:buFont typeface="Arial" panose="020B0604020202020204" pitchFamily="34" charset="0"/>
              <a:buNone/>
              <a:defRPr sz="4000" kern="1200">
                <a:solidFill>
                  <a:schemeClr val="tx1">
                    <a:lumMod val="65000"/>
                    <a:lumOff val="35000"/>
                  </a:schemeClr>
                </a:solidFill>
                <a:latin typeface="+mn-lt"/>
                <a:ea typeface="+mn-ea"/>
                <a:cs typeface="+mn-cs"/>
              </a:defRPr>
            </a:lvl1pPr>
            <a:lvl2pPr marL="1095375" indent="-365125" algn="l" defTabSz="1460500" rtl="0" eaLnBrk="1" latinLnBrk="0" hangingPunct="1">
              <a:lnSpc>
                <a:spcPct val="90000"/>
              </a:lnSpc>
              <a:spcBef>
                <a:spcPts val="800"/>
              </a:spcBef>
              <a:buFont typeface="Arial" panose="020B0604020202020204" pitchFamily="34" charset="0"/>
              <a:buChar char="•"/>
              <a:defRPr sz="3835" kern="1200">
                <a:solidFill>
                  <a:schemeClr val="tx1"/>
                </a:solidFill>
                <a:latin typeface="+mn-lt"/>
                <a:ea typeface="+mn-ea"/>
                <a:cs typeface="+mn-cs"/>
              </a:defRPr>
            </a:lvl2pPr>
            <a:lvl3pPr marL="1826260" indent="-365125" algn="l" defTabSz="1460500" rtl="0" eaLnBrk="1" latinLnBrk="0" hangingPunct="1">
              <a:lnSpc>
                <a:spcPct val="90000"/>
              </a:lnSpc>
              <a:spcBef>
                <a:spcPts val="800"/>
              </a:spcBef>
              <a:buFont typeface="Arial" panose="020B0604020202020204" pitchFamily="34" charset="0"/>
              <a:buChar char="•"/>
              <a:defRPr sz="3195" kern="1200">
                <a:solidFill>
                  <a:schemeClr val="tx1"/>
                </a:solidFill>
                <a:latin typeface="+mn-lt"/>
                <a:ea typeface="+mn-ea"/>
                <a:cs typeface="+mn-cs"/>
              </a:defRPr>
            </a:lvl3pPr>
            <a:lvl4pPr marL="255651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4pPr>
            <a:lvl5pPr marL="328676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5pPr>
            <a:lvl6pPr marL="401701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6pPr>
            <a:lvl7pPr marL="474726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7pPr>
            <a:lvl8pPr marL="5478145"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8pPr>
            <a:lvl9pPr marL="6208395"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9pPr>
          </a:lstStyle>
          <a:p>
            <a:r>
              <a:rPr lang="en-US" sz="2000" b="1" dirty="0">
                <a:solidFill>
                  <a:schemeClr val="bg1"/>
                </a:solidFill>
                <a:latin typeface="Aller" panose="02000503030000020004" pitchFamily="2" charset="0"/>
              </a:rPr>
              <a:t>40%</a:t>
            </a:r>
            <a:endParaRPr lang="id-ID" sz="2000" b="1" dirty="0">
              <a:solidFill>
                <a:schemeClr val="bg1"/>
              </a:solidFill>
              <a:latin typeface="Aller" panose="02000503030000020004" pitchFamily="2" charset="0"/>
            </a:endParaRPr>
          </a:p>
        </p:txBody>
      </p:sp>
      <p:sp>
        <p:nvSpPr>
          <p:cNvPr id="23" name="Text Placeholder 2"/>
          <p:cNvSpPr txBox="1"/>
          <p:nvPr/>
        </p:nvSpPr>
        <p:spPr>
          <a:xfrm>
            <a:off x="6022711" y="5604703"/>
            <a:ext cx="997346" cy="394870"/>
          </a:xfrm>
          <a:prstGeom prst="rect">
            <a:avLst/>
          </a:prstGeom>
        </p:spPr>
        <p:txBody>
          <a:bodyPr/>
          <a:lstStyle>
            <a:lvl1pPr marL="0" indent="0" algn="ctr" defTabSz="1460500" rtl="0" eaLnBrk="1" latinLnBrk="0" hangingPunct="1">
              <a:lnSpc>
                <a:spcPct val="90000"/>
              </a:lnSpc>
              <a:spcBef>
                <a:spcPts val="1600"/>
              </a:spcBef>
              <a:buFont typeface="Arial" panose="020B0604020202020204" pitchFamily="34" charset="0"/>
              <a:buNone/>
              <a:defRPr sz="4000" kern="1200">
                <a:solidFill>
                  <a:schemeClr val="tx1">
                    <a:lumMod val="65000"/>
                    <a:lumOff val="35000"/>
                  </a:schemeClr>
                </a:solidFill>
                <a:latin typeface="+mn-lt"/>
                <a:ea typeface="+mn-ea"/>
                <a:cs typeface="+mn-cs"/>
              </a:defRPr>
            </a:lvl1pPr>
            <a:lvl2pPr marL="1095375" indent="-365125" algn="l" defTabSz="1460500" rtl="0" eaLnBrk="1" latinLnBrk="0" hangingPunct="1">
              <a:lnSpc>
                <a:spcPct val="90000"/>
              </a:lnSpc>
              <a:spcBef>
                <a:spcPts val="800"/>
              </a:spcBef>
              <a:buFont typeface="Arial" panose="020B0604020202020204" pitchFamily="34" charset="0"/>
              <a:buChar char="•"/>
              <a:defRPr sz="3835" kern="1200">
                <a:solidFill>
                  <a:schemeClr val="tx1"/>
                </a:solidFill>
                <a:latin typeface="+mn-lt"/>
                <a:ea typeface="+mn-ea"/>
                <a:cs typeface="+mn-cs"/>
              </a:defRPr>
            </a:lvl2pPr>
            <a:lvl3pPr marL="1826260" indent="-365125" algn="l" defTabSz="1460500" rtl="0" eaLnBrk="1" latinLnBrk="0" hangingPunct="1">
              <a:lnSpc>
                <a:spcPct val="90000"/>
              </a:lnSpc>
              <a:spcBef>
                <a:spcPts val="800"/>
              </a:spcBef>
              <a:buFont typeface="Arial" panose="020B0604020202020204" pitchFamily="34" charset="0"/>
              <a:buChar char="•"/>
              <a:defRPr sz="3195" kern="1200">
                <a:solidFill>
                  <a:schemeClr val="tx1"/>
                </a:solidFill>
                <a:latin typeface="+mn-lt"/>
                <a:ea typeface="+mn-ea"/>
                <a:cs typeface="+mn-cs"/>
              </a:defRPr>
            </a:lvl3pPr>
            <a:lvl4pPr marL="255651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4pPr>
            <a:lvl5pPr marL="328676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5pPr>
            <a:lvl6pPr marL="401701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6pPr>
            <a:lvl7pPr marL="474726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7pPr>
            <a:lvl8pPr marL="5478145"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8pPr>
            <a:lvl9pPr marL="6208395"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9pPr>
          </a:lstStyle>
          <a:p>
            <a:r>
              <a:rPr lang="en-US" sz="2000" b="1" dirty="0">
                <a:solidFill>
                  <a:schemeClr val="bg1"/>
                </a:solidFill>
                <a:latin typeface="Aller" panose="02000503030000020004" pitchFamily="2" charset="0"/>
              </a:rPr>
              <a:t>20%</a:t>
            </a:r>
            <a:endParaRPr lang="id-ID" sz="2000" b="1" dirty="0">
              <a:solidFill>
                <a:schemeClr val="bg1"/>
              </a:solidFill>
              <a:latin typeface="Aller" panose="02000503030000020004" pitchFamily="2" charset="0"/>
            </a:endParaRPr>
          </a:p>
        </p:txBody>
      </p:sp>
      <p:grpSp>
        <p:nvGrpSpPr>
          <p:cNvPr id="24" name="Group 47"/>
          <p:cNvGrpSpPr/>
          <p:nvPr/>
        </p:nvGrpSpPr>
        <p:grpSpPr>
          <a:xfrm>
            <a:off x="7443399" y="1684569"/>
            <a:ext cx="3843217" cy="1695260"/>
            <a:chOff x="1277986" y="1409314"/>
            <a:chExt cx="3843217" cy="1695260"/>
          </a:xfrm>
        </p:grpSpPr>
        <p:sp>
          <p:nvSpPr>
            <p:cNvPr id="28" name="Text Placeholder 2"/>
            <p:cNvSpPr txBox="1"/>
            <p:nvPr/>
          </p:nvSpPr>
          <p:spPr>
            <a:xfrm>
              <a:off x="1277986" y="1409314"/>
              <a:ext cx="3843217" cy="1282788"/>
            </a:xfrm>
            <a:prstGeom prst="rect">
              <a:avLst/>
            </a:prstGeom>
          </p:spPr>
          <p:txBody>
            <a:bodyPr/>
            <a:lstStyle>
              <a:lvl1pPr marL="0" indent="0" algn="ctr" defTabSz="1460500" rtl="0" eaLnBrk="1" latinLnBrk="0" hangingPunct="1">
                <a:lnSpc>
                  <a:spcPct val="90000"/>
                </a:lnSpc>
                <a:spcBef>
                  <a:spcPts val="1600"/>
                </a:spcBef>
                <a:buFont typeface="Arial" panose="020B0604020202020204" pitchFamily="34" charset="0"/>
                <a:buNone/>
                <a:defRPr sz="4000" kern="1200">
                  <a:solidFill>
                    <a:schemeClr val="tx1">
                      <a:lumMod val="65000"/>
                      <a:lumOff val="35000"/>
                    </a:schemeClr>
                  </a:solidFill>
                  <a:latin typeface="+mn-lt"/>
                  <a:ea typeface="+mn-ea"/>
                  <a:cs typeface="+mn-cs"/>
                </a:defRPr>
              </a:lvl1pPr>
              <a:lvl2pPr marL="1095375" indent="-365125" algn="l" defTabSz="1460500" rtl="0" eaLnBrk="1" latinLnBrk="0" hangingPunct="1">
                <a:lnSpc>
                  <a:spcPct val="90000"/>
                </a:lnSpc>
                <a:spcBef>
                  <a:spcPts val="800"/>
                </a:spcBef>
                <a:buFont typeface="Arial" panose="020B0604020202020204" pitchFamily="34" charset="0"/>
                <a:buChar char="•"/>
                <a:defRPr sz="3835" kern="1200">
                  <a:solidFill>
                    <a:schemeClr val="tx1"/>
                  </a:solidFill>
                  <a:latin typeface="+mn-lt"/>
                  <a:ea typeface="+mn-ea"/>
                  <a:cs typeface="+mn-cs"/>
                </a:defRPr>
              </a:lvl2pPr>
              <a:lvl3pPr marL="1826260" indent="-365125" algn="l" defTabSz="1460500" rtl="0" eaLnBrk="1" latinLnBrk="0" hangingPunct="1">
                <a:lnSpc>
                  <a:spcPct val="90000"/>
                </a:lnSpc>
                <a:spcBef>
                  <a:spcPts val="800"/>
                </a:spcBef>
                <a:buFont typeface="Arial" panose="020B0604020202020204" pitchFamily="34" charset="0"/>
                <a:buChar char="•"/>
                <a:defRPr sz="3195" kern="1200">
                  <a:solidFill>
                    <a:schemeClr val="tx1"/>
                  </a:solidFill>
                  <a:latin typeface="+mn-lt"/>
                  <a:ea typeface="+mn-ea"/>
                  <a:cs typeface="+mn-cs"/>
                </a:defRPr>
              </a:lvl3pPr>
              <a:lvl4pPr marL="255651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4pPr>
              <a:lvl5pPr marL="328676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5pPr>
              <a:lvl6pPr marL="401701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6pPr>
              <a:lvl7pPr marL="474726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7pPr>
              <a:lvl8pPr marL="5478145"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8pPr>
              <a:lvl9pPr marL="6208395"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9pPr>
            </a:lstStyle>
            <a:p>
              <a:pPr algn="l">
                <a:spcBef>
                  <a:spcPts val="0"/>
                </a:spcBef>
              </a:pPr>
              <a:r>
                <a:rPr lang="zh-CN" altLang="en-US" b="1" dirty="0">
                  <a:solidFill>
                    <a:srgbClr val="6E7D75"/>
                  </a:solidFill>
                  <a:latin typeface="Aller" panose="02000503030000020004" pitchFamily="2" charset="0"/>
                </a:rPr>
                <a:t>关键词</a:t>
              </a:r>
              <a:endParaRPr lang="id-ID" b="1" dirty="0">
                <a:solidFill>
                  <a:srgbClr val="6E7D75"/>
                </a:solidFill>
                <a:latin typeface="Aller" panose="02000503030000020004" pitchFamily="2" charset="0"/>
              </a:endParaRPr>
            </a:p>
          </p:txBody>
        </p:sp>
        <p:sp>
          <p:nvSpPr>
            <p:cNvPr id="29" name="Rectangle: Rounded Corners 50"/>
            <p:cNvSpPr/>
            <p:nvPr/>
          </p:nvSpPr>
          <p:spPr>
            <a:xfrm>
              <a:off x="1399175" y="3041947"/>
              <a:ext cx="288000" cy="62627"/>
            </a:xfrm>
            <a:prstGeom prst="roundRect">
              <a:avLst>
                <a:gd name="adj" fmla="val 9388"/>
              </a:avLst>
            </a:prstGeom>
            <a:solidFill>
              <a:srgbClr val="6E7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solidFill>
                  <a:schemeClr val="tx1">
                    <a:lumMod val="75000"/>
                    <a:lumOff val="25000"/>
                  </a:schemeClr>
                </a:solidFill>
              </a:endParaRPr>
            </a:p>
          </p:txBody>
        </p:sp>
      </p:grpSp>
      <p:sp>
        <p:nvSpPr>
          <p:cNvPr id="41" name="Rectangle 11"/>
          <p:cNvSpPr/>
          <p:nvPr/>
        </p:nvSpPr>
        <p:spPr>
          <a:xfrm>
            <a:off x="1041060" y="3421035"/>
            <a:ext cx="917557" cy="2835713"/>
          </a:xfrm>
          <a:prstGeom prst="rect">
            <a:avLst/>
          </a:prstGeom>
          <a:gradFill>
            <a:gsLst>
              <a:gs pos="100000">
                <a:schemeClr val="accent4">
                  <a:lumMod val="20000"/>
                  <a:lumOff val="80000"/>
                </a:schemeClr>
              </a:gs>
              <a:gs pos="0">
                <a:srgbClr val="F6EAAC"/>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42" name="Text Placeholder 2"/>
          <p:cNvSpPr txBox="1"/>
          <p:nvPr/>
        </p:nvSpPr>
        <p:spPr>
          <a:xfrm>
            <a:off x="1003102" y="5604703"/>
            <a:ext cx="997346" cy="394870"/>
          </a:xfrm>
          <a:prstGeom prst="rect">
            <a:avLst/>
          </a:prstGeom>
        </p:spPr>
        <p:txBody>
          <a:bodyPr/>
          <a:lstStyle>
            <a:lvl1pPr marL="0" indent="0" algn="ctr" defTabSz="1460500" rtl="0" eaLnBrk="1" latinLnBrk="0" hangingPunct="1">
              <a:lnSpc>
                <a:spcPct val="90000"/>
              </a:lnSpc>
              <a:spcBef>
                <a:spcPts val="1600"/>
              </a:spcBef>
              <a:buFont typeface="Arial" panose="020B0604020202020204" pitchFamily="34" charset="0"/>
              <a:buNone/>
              <a:defRPr sz="4000" kern="1200">
                <a:solidFill>
                  <a:schemeClr val="tx1">
                    <a:lumMod val="65000"/>
                    <a:lumOff val="35000"/>
                  </a:schemeClr>
                </a:solidFill>
                <a:latin typeface="+mn-lt"/>
                <a:ea typeface="+mn-ea"/>
                <a:cs typeface="+mn-cs"/>
              </a:defRPr>
            </a:lvl1pPr>
            <a:lvl2pPr marL="1095375" indent="-365125" algn="l" defTabSz="1460500" rtl="0" eaLnBrk="1" latinLnBrk="0" hangingPunct="1">
              <a:lnSpc>
                <a:spcPct val="90000"/>
              </a:lnSpc>
              <a:spcBef>
                <a:spcPts val="800"/>
              </a:spcBef>
              <a:buFont typeface="Arial" panose="020B0604020202020204" pitchFamily="34" charset="0"/>
              <a:buChar char="•"/>
              <a:defRPr sz="3835" kern="1200">
                <a:solidFill>
                  <a:schemeClr val="tx1"/>
                </a:solidFill>
                <a:latin typeface="+mn-lt"/>
                <a:ea typeface="+mn-ea"/>
                <a:cs typeface="+mn-cs"/>
              </a:defRPr>
            </a:lvl2pPr>
            <a:lvl3pPr marL="1826260" indent="-365125" algn="l" defTabSz="1460500" rtl="0" eaLnBrk="1" latinLnBrk="0" hangingPunct="1">
              <a:lnSpc>
                <a:spcPct val="90000"/>
              </a:lnSpc>
              <a:spcBef>
                <a:spcPts val="800"/>
              </a:spcBef>
              <a:buFont typeface="Arial" panose="020B0604020202020204" pitchFamily="34" charset="0"/>
              <a:buChar char="•"/>
              <a:defRPr sz="3195" kern="1200">
                <a:solidFill>
                  <a:schemeClr val="tx1"/>
                </a:solidFill>
                <a:latin typeface="+mn-lt"/>
                <a:ea typeface="+mn-ea"/>
                <a:cs typeface="+mn-cs"/>
              </a:defRPr>
            </a:lvl3pPr>
            <a:lvl4pPr marL="255651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4pPr>
            <a:lvl5pPr marL="328676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5pPr>
            <a:lvl6pPr marL="401701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6pPr>
            <a:lvl7pPr marL="474726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7pPr>
            <a:lvl8pPr marL="5478145"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8pPr>
            <a:lvl9pPr marL="6208395"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9pPr>
          </a:lstStyle>
          <a:p>
            <a:r>
              <a:rPr lang="en-US" sz="2000" b="1" dirty="0">
                <a:solidFill>
                  <a:schemeClr val="bg1"/>
                </a:solidFill>
                <a:latin typeface="Aller" panose="02000503030000020004" pitchFamily="2" charset="0"/>
              </a:rPr>
              <a:t>60%</a:t>
            </a:r>
            <a:endParaRPr lang="id-ID" sz="2000" b="1" dirty="0">
              <a:solidFill>
                <a:schemeClr val="bg1"/>
              </a:solidFill>
              <a:latin typeface="Aller" panose="02000503030000020004" pitchFamily="2" charset="0"/>
            </a:endParaRPr>
          </a:p>
        </p:txBody>
      </p:sp>
      <p:sp>
        <p:nvSpPr>
          <p:cNvPr id="10" name="矩形 9"/>
          <p:cNvSpPr/>
          <p:nvPr/>
        </p:nvSpPr>
        <p:spPr>
          <a:xfrm>
            <a:off x="7406539" y="3528065"/>
            <a:ext cx="3647152" cy="646331"/>
          </a:xfrm>
          <a:prstGeom prst="rect">
            <a:avLst/>
          </a:prstGeom>
        </p:spPr>
        <p:txBody>
          <a:bodyPr wrap="none">
            <a:spAutoFit/>
          </a:bodyPr>
          <a:lstStyle/>
          <a:p>
            <a:r>
              <a:rPr lang="zh-CN" altLang="en-US" dirty="0">
                <a:solidFill>
                  <a:srgbClr val="6E7D75"/>
                </a:solidFill>
              </a:rPr>
              <a:t>请输入文字请输入文字请输入文字</a:t>
            </a:r>
            <a:endParaRPr lang="en-US" altLang="zh-CN" dirty="0">
              <a:solidFill>
                <a:srgbClr val="6E7D75"/>
              </a:solidFill>
            </a:endParaRPr>
          </a:p>
          <a:p>
            <a:r>
              <a:rPr lang="zh-CN" altLang="en-US" dirty="0">
                <a:solidFill>
                  <a:srgbClr val="6E7D75"/>
                </a:solidFill>
              </a:rPr>
              <a:t>请输入文字请输入文字请输入文字</a:t>
            </a:r>
            <a:endParaRPr lang="zh-CN" altLang="en-US" dirty="0"/>
          </a:p>
        </p:txBody>
      </p:sp>
      <p:grpSp>
        <p:nvGrpSpPr>
          <p:cNvPr id="46" name="组合 45"/>
          <p:cNvGrpSpPr/>
          <p:nvPr/>
        </p:nvGrpSpPr>
        <p:grpSpPr>
          <a:xfrm>
            <a:off x="478971" y="455005"/>
            <a:ext cx="4849588" cy="492443"/>
            <a:chOff x="174171" y="513062"/>
            <a:chExt cx="4849588" cy="492443"/>
          </a:xfrm>
        </p:grpSpPr>
        <p:sp>
          <p:nvSpPr>
            <p:cNvPr id="47" name="PA-矩形 4"/>
            <p:cNvSpPr>
              <a:spLocks noChangeArrowheads="1"/>
            </p:cNvSpPr>
            <p:nvPr>
              <p:custDataLst>
                <p:tags r:id="rId4"/>
              </p:custDataLst>
            </p:nvPr>
          </p:nvSpPr>
          <p:spPr bwMode="auto">
            <a:xfrm>
              <a:off x="403999" y="513062"/>
              <a:ext cx="461976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3200" dirty="0">
                  <a:solidFill>
                    <a:srgbClr val="6E7D75"/>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sym typeface="阿里巴巴普惠体 H" panose="00020600040101010101" pitchFamily="18" charset="-122"/>
                </a:rPr>
                <a:t>这里输入标题</a:t>
              </a:r>
              <a:endParaRPr lang="zh-CN" altLang="en-US" sz="3200" dirty="0">
                <a:solidFill>
                  <a:srgbClr val="6E7D75"/>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sym typeface="阿里巴巴普惠体 H" panose="00020600040101010101" pitchFamily="18" charset="-122"/>
              </a:endParaRPr>
            </a:p>
          </p:txBody>
        </p:sp>
        <p:sp>
          <p:nvSpPr>
            <p:cNvPr id="51" name="矩形 50"/>
            <p:cNvSpPr/>
            <p:nvPr/>
          </p:nvSpPr>
          <p:spPr>
            <a:xfrm>
              <a:off x="174171" y="568588"/>
              <a:ext cx="72572" cy="381391"/>
            </a:xfrm>
            <a:prstGeom prst="rect">
              <a:avLst/>
            </a:prstGeom>
            <a:solidFill>
              <a:srgbClr val="6E7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nodeType="withEffect">
                                  <p:stCondLst>
                                    <p:cond delay="50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750" fill="hold"/>
                                        <p:tgtEl>
                                          <p:spTgt spid="14"/>
                                        </p:tgtEl>
                                        <p:attrNameLst>
                                          <p:attrName>ppt_x</p:attrName>
                                        </p:attrNameLst>
                                      </p:cBhvr>
                                      <p:tavLst>
                                        <p:tav tm="0">
                                          <p:val>
                                            <p:strVal val="#ppt_x"/>
                                          </p:val>
                                        </p:tav>
                                        <p:tav tm="100000">
                                          <p:val>
                                            <p:strVal val="#ppt_x"/>
                                          </p:val>
                                        </p:tav>
                                      </p:tavLst>
                                    </p:anim>
                                    <p:anim calcmode="lin" valueType="num">
                                      <p:cBhvr additive="base">
                                        <p:cTn id="8" dur="75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5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750" fill="hold"/>
                                        <p:tgtEl>
                                          <p:spTgt spid="2"/>
                                        </p:tgtEl>
                                        <p:attrNameLst>
                                          <p:attrName>ppt_x</p:attrName>
                                        </p:attrNameLst>
                                      </p:cBhvr>
                                      <p:tavLst>
                                        <p:tav tm="0">
                                          <p:val>
                                            <p:strVal val="#ppt_x"/>
                                          </p:val>
                                        </p:tav>
                                        <p:tav tm="100000">
                                          <p:val>
                                            <p:strVal val="#ppt_x"/>
                                          </p:val>
                                        </p:tav>
                                      </p:tavLst>
                                    </p:anim>
                                    <p:anim calcmode="lin" valueType="num">
                                      <p:cBhvr additive="base">
                                        <p:cTn id="12" dur="75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50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750" fill="hold"/>
                                        <p:tgtEl>
                                          <p:spTgt spid="3"/>
                                        </p:tgtEl>
                                        <p:attrNameLst>
                                          <p:attrName>ppt_x</p:attrName>
                                        </p:attrNameLst>
                                      </p:cBhvr>
                                      <p:tavLst>
                                        <p:tav tm="0">
                                          <p:val>
                                            <p:strVal val="#ppt_x"/>
                                          </p:val>
                                        </p:tav>
                                        <p:tav tm="100000">
                                          <p:val>
                                            <p:strVal val="#ppt_x"/>
                                          </p:val>
                                        </p:tav>
                                      </p:tavLst>
                                    </p:anim>
                                    <p:anim calcmode="lin" valueType="num">
                                      <p:cBhvr additive="base">
                                        <p:cTn id="16" dur="750" fill="hold"/>
                                        <p:tgtEl>
                                          <p:spTgt spid="3"/>
                                        </p:tgtEl>
                                        <p:attrNameLst>
                                          <p:attrName>ppt_y</p:attrName>
                                        </p:attrNameLst>
                                      </p:cBhvr>
                                      <p:tavLst>
                                        <p:tav tm="0">
                                          <p:val>
                                            <p:strVal val="1+#ppt_h/2"/>
                                          </p:val>
                                        </p:tav>
                                        <p:tav tm="100000">
                                          <p:val>
                                            <p:strVal val="#ppt_y"/>
                                          </p:val>
                                        </p:tav>
                                      </p:tavLst>
                                    </p:anim>
                                  </p:childTnLst>
                                </p:cTn>
                              </p:par>
                              <p:par>
                                <p:cTn id="17" presetID="2" presetClass="entr" presetSubtype="4" decel="100000" fill="hold" grpId="0" nodeType="withEffect">
                                  <p:stCondLst>
                                    <p:cond delay="50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750" fill="hold"/>
                                        <p:tgtEl>
                                          <p:spTgt spid="4"/>
                                        </p:tgtEl>
                                        <p:attrNameLst>
                                          <p:attrName>ppt_x</p:attrName>
                                        </p:attrNameLst>
                                      </p:cBhvr>
                                      <p:tavLst>
                                        <p:tav tm="0">
                                          <p:val>
                                            <p:strVal val="#ppt_x"/>
                                          </p:val>
                                        </p:tav>
                                        <p:tav tm="100000">
                                          <p:val>
                                            <p:strVal val="#ppt_x"/>
                                          </p:val>
                                        </p:tav>
                                      </p:tavLst>
                                    </p:anim>
                                    <p:anim calcmode="lin" valueType="num">
                                      <p:cBhvr additive="base">
                                        <p:cTn id="20" dur="750" fill="hold"/>
                                        <p:tgtEl>
                                          <p:spTgt spid="4"/>
                                        </p:tgtEl>
                                        <p:attrNameLst>
                                          <p:attrName>ppt_y</p:attrName>
                                        </p:attrNameLst>
                                      </p:cBhvr>
                                      <p:tavLst>
                                        <p:tav tm="0">
                                          <p:val>
                                            <p:strVal val="1+#ppt_h/2"/>
                                          </p:val>
                                        </p:tav>
                                        <p:tav tm="100000">
                                          <p:val>
                                            <p:strVal val="#ppt_y"/>
                                          </p:val>
                                        </p:tav>
                                      </p:tavLst>
                                    </p:anim>
                                  </p:childTnLst>
                                </p:cTn>
                              </p:par>
                              <p:par>
                                <p:cTn id="21" presetID="2" presetClass="entr" presetSubtype="4" decel="100000" fill="hold" grpId="0" nodeType="withEffect">
                                  <p:stCondLst>
                                    <p:cond delay="50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750" fill="hold"/>
                                        <p:tgtEl>
                                          <p:spTgt spid="5"/>
                                        </p:tgtEl>
                                        <p:attrNameLst>
                                          <p:attrName>ppt_x</p:attrName>
                                        </p:attrNameLst>
                                      </p:cBhvr>
                                      <p:tavLst>
                                        <p:tav tm="0">
                                          <p:val>
                                            <p:strVal val="#ppt_x"/>
                                          </p:val>
                                        </p:tav>
                                        <p:tav tm="100000">
                                          <p:val>
                                            <p:strVal val="#ppt_x"/>
                                          </p:val>
                                        </p:tav>
                                      </p:tavLst>
                                    </p:anim>
                                    <p:anim calcmode="lin" valueType="num">
                                      <p:cBhvr additive="base">
                                        <p:cTn id="24" dur="750" fill="hold"/>
                                        <p:tgtEl>
                                          <p:spTgt spid="5"/>
                                        </p:tgtEl>
                                        <p:attrNameLst>
                                          <p:attrName>ppt_y</p:attrName>
                                        </p:attrNameLst>
                                      </p:cBhvr>
                                      <p:tavLst>
                                        <p:tav tm="0">
                                          <p:val>
                                            <p:strVal val="1+#ppt_h/2"/>
                                          </p:val>
                                        </p:tav>
                                        <p:tav tm="100000">
                                          <p:val>
                                            <p:strVal val="#ppt_y"/>
                                          </p:val>
                                        </p:tav>
                                      </p:tavLst>
                                    </p:anim>
                                  </p:childTnLst>
                                </p:cTn>
                              </p:par>
                              <p:par>
                                <p:cTn id="25" presetID="2" presetClass="entr" presetSubtype="4" decel="100000" fill="hold" grpId="0" nodeType="withEffect">
                                  <p:stCondLst>
                                    <p:cond delay="50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750" fill="hold"/>
                                        <p:tgtEl>
                                          <p:spTgt spid="6"/>
                                        </p:tgtEl>
                                        <p:attrNameLst>
                                          <p:attrName>ppt_x</p:attrName>
                                        </p:attrNameLst>
                                      </p:cBhvr>
                                      <p:tavLst>
                                        <p:tav tm="0">
                                          <p:val>
                                            <p:strVal val="#ppt_x"/>
                                          </p:val>
                                        </p:tav>
                                        <p:tav tm="100000">
                                          <p:val>
                                            <p:strVal val="#ppt_x"/>
                                          </p:val>
                                        </p:tav>
                                      </p:tavLst>
                                    </p:anim>
                                    <p:anim calcmode="lin" valueType="num">
                                      <p:cBhvr additive="base">
                                        <p:cTn id="28" dur="750" fill="hold"/>
                                        <p:tgtEl>
                                          <p:spTgt spid="6"/>
                                        </p:tgtEl>
                                        <p:attrNameLst>
                                          <p:attrName>ppt_y</p:attrName>
                                        </p:attrNameLst>
                                      </p:cBhvr>
                                      <p:tavLst>
                                        <p:tav tm="0">
                                          <p:val>
                                            <p:strVal val="1+#ppt_h/2"/>
                                          </p:val>
                                        </p:tav>
                                        <p:tav tm="100000">
                                          <p:val>
                                            <p:strVal val="#ppt_y"/>
                                          </p:val>
                                        </p:tav>
                                      </p:tavLst>
                                    </p:anim>
                                  </p:childTnLst>
                                </p:cTn>
                              </p:par>
                              <p:par>
                                <p:cTn id="29" presetID="22" presetClass="entr" presetSubtype="4" fill="hold" grpId="0" nodeType="withEffect">
                                  <p:stCondLst>
                                    <p:cond delay="1250"/>
                                  </p:stCondLst>
                                  <p:childTnLst>
                                    <p:set>
                                      <p:cBhvr>
                                        <p:cTn id="30" dur="1" fill="hold">
                                          <p:stCondLst>
                                            <p:cond delay="0"/>
                                          </p:stCondLst>
                                        </p:cTn>
                                        <p:tgtEl>
                                          <p:spTgt spid="41"/>
                                        </p:tgtEl>
                                        <p:attrNameLst>
                                          <p:attrName>style.visibility</p:attrName>
                                        </p:attrNameLst>
                                      </p:cBhvr>
                                      <p:to>
                                        <p:strVal val="visible"/>
                                      </p:to>
                                    </p:set>
                                    <p:animEffect transition="in" filter="wipe(down)">
                                      <p:cBhvr>
                                        <p:cTn id="31" dur="750"/>
                                        <p:tgtEl>
                                          <p:spTgt spid="41"/>
                                        </p:tgtEl>
                                      </p:cBhvr>
                                    </p:animEffect>
                                  </p:childTnLst>
                                </p:cTn>
                              </p:par>
                              <p:par>
                                <p:cTn id="32" presetID="22" presetClass="entr" presetSubtype="4" fill="hold" grpId="0" nodeType="withEffect">
                                  <p:stCondLst>
                                    <p:cond delay="1250"/>
                                  </p:stCondLst>
                                  <p:childTnLst>
                                    <p:set>
                                      <p:cBhvr>
                                        <p:cTn id="33" dur="1" fill="hold">
                                          <p:stCondLst>
                                            <p:cond delay="0"/>
                                          </p:stCondLst>
                                        </p:cTn>
                                        <p:tgtEl>
                                          <p:spTgt spid="8"/>
                                        </p:tgtEl>
                                        <p:attrNameLst>
                                          <p:attrName>style.visibility</p:attrName>
                                        </p:attrNameLst>
                                      </p:cBhvr>
                                      <p:to>
                                        <p:strVal val="visible"/>
                                      </p:to>
                                    </p:set>
                                    <p:animEffect transition="in" filter="wipe(down)">
                                      <p:cBhvr>
                                        <p:cTn id="34" dur="750"/>
                                        <p:tgtEl>
                                          <p:spTgt spid="8"/>
                                        </p:tgtEl>
                                      </p:cBhvr>
                                    </p:animEffect>
                                  </p:childTnLst>
                                </p:cTn>
                              </p:par>
                              <p:par>
                                <p:cTn id="35" presetID="22" presetClass="entr" presetSubtype="4" fill="hold" grpId="0" nodeType="withEffect">
                                  <p:stCondLst>
                                    <p:cond delay="1250"/>
                                  </p:stCondLst>
                                  <p:childTnLst>
                                    <p:set>
                                      <p:cBhvr>
                                        <p:cTn id="36" dur="1" fill="hold">
                                          <p:stCondLst>
                                            <p:cond delay="0"/>
                                          </p:stCondLst>
                                        </p:cTn>
                                        <p:tgtEl>
                                          <p:spTgt spid="9"/>
                                        </p:tgtEl>
                                        <p:attrNameLst>
                                          <p:attrName>style.visibility</p:attrName>
                                        </p:attrNameLst>
                                      </p:cBhvr>
                                      <p:to>
                                        <p:strVal val="visible"/>
                                      </p:to>
                                    </p:set>
                                    <p:animEffect transition="in" filter="wipe(down)">
                                      <p:cBhvr>
                                        <p:cTn id="37" dur="750"/>
                                        <p:tgtEl>
                                          <p:spTgt spid="9"/>
                                        </p:tgtEl>
                                      </p:cBhvr>
                                    </p:animEffect>
                                  </p:childTnLst>
                                </p:cTn>
                              </p:par>
                              <p:par>
                                <p:cTn id="38" presetID="22" presetClass="entr" presetSubtype="4" fill="hold" grpId="0" nodeType="withEffect">
                                  <p:stCondLst>
                                    <p:cond delay="1250"/>
                                  </p:stCondLst>
                                  <p:childTnLst>
                                    <p:set>
                                      <p:cBhvr>
                                        <p:cTn id="39" dur="1" fill="hold">
                                          <p:stCondLst>
                                            <p:cond delay="0"/>
                                          </p:stCondLst>
                                        </p:cTn>
                                        <p:tgtEl>
                                          <p:spTgt spid="11"/>
                                        </p:tgtEl>
                                        <p:attrNameLst>
                                          <p:attrName>style.visibility</p:attrName>
                                        </p:attrNameLst>
                                      </p:cBhvr>
                                      <p:to>
                                        <p:strVal val="visible"/>
                                      </p:to>
                                    </p:set>
                                    <p:animEffect transition="in" filter="wipe(down)">
                                      <p:cBhvr>
                                        <p:cTn id="40" dur="750"/>
                                        <p:tgtEl>
                                          <p:spTgt spid="11"/>
                                        </p:tgtEl>
                                      </p:cBhvr>
                                    </p:animEffect>
                                  </p:childTnLst>
                                </p:cTn>
                              </p:par>
                              <p:par>
                                <p:cTn id="41" presetID="22" presetClass="entr" presetSubtype="4" fill="hold" grpId="0" nodeType="withEffect">
                                  <p:stCondLst>
                                    <p:cond delay="1250"/>
                                  </p:stCondLst>
                                  <p:childTnLst>
                                    <p:set>
                                      <p:cBhvr>
                                        <p:cTn id="42" dur="1" fill="hold">
                                          <p:stCondLst>
                                            <p:cond delay="0"/>
                                          </p:stCondLst>
                                        </p:cTn>
                                        <p:tgtEl>
                                          <p:spTgt spid="12"/>
                                        </p:tgtEl>
                                        <p:attrNameLst>
                                          <p:attrName>style.visibility</p:attrName>
                                        </p:attrNameLst>
                                      </p:cBhvr>
                                      <p:to>
                                        <p:strVal val="visible"/>
                                      </p:to>
                                    </p:set>
                                    <p:animEffect transition="in" filter="wipe(down)">
                                      <p:cBhvr>
                                        <p:cTn id="43" dur="750"/>
                                        <p:tgtEl>
                                          <p:spTgt spid="12"/>
                                        </p:tgtEl>
                                      </p:cBhvr>
                                    </p:animEffect>
                                  </p:childTnLst>
                                </p:cTn>
                              </p:par>
                              <p:par>
                                <p:cTn id="44" presetID="22" presetClass="entr" presetSubtype="4" fill="hold" grpId="0" nodeType="withEffect">
                                  <p:stCondLst>
                                    <p:cond delay="1250"/>
                                  </p:stCondLst>
                                  <p:childTnLst>
                                    <p:set>
                                      <p:cBhvr>
                                        <p:cTn id="45" dur="1" fill="hold">
                                          <p:stCondLst>
                                            <p:cond delay="0"/>
                                          </p:stCondLst>
                                        </p:cTn>
                                        <p:tgtEl>
                                          <p:spTgt spid="13"/>
                                        </p:tgtEl>
                                        <p:attrNameLst>
                                          <p:attrName>style.visibility</p:attrName>
                                        </p:attrNameLst>
                                      </p:cBhvr>
                                      <p:to>
                                        <p:strVal val="visible"/>
                                      </p:to>
                                    </p:set>
                                    <p:animEffect transition="in" filter="wipe(down)">
                                      <p:cBhvr>
                                        <p:cTn id="46" dur="750"/>
                                        <p:tgtEl>
                                          <p:spTgt spid="13"/>
                                        </p:tgtEl>
                                      </p:cBhvr>
                                    </p:animEffect>
                                  </p:childTnLst>
                                </p:cTn>
                              </p:par>
                              <p:par>
                                <p:cTn id="47" presetID="10" presetClass="entr" presetSubtype="0" fill="hold" grpId="0" nodeType="withEffect">
                                  <p:stCondLst>
                                    <p:cond delay="150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500"/>
                                        <p:tgtEl>
                                          <p:spTgt spid="42"/>
                                        </p:tgtEl>
                                      </p:cBhvr>
                                    </p:animEffect>
                                  </p:childTnLst>
                                </p:cTn>
                              </p:par>
                              <p:par>
                                <p:cTn id="50" presetID="10" presetClass="entr" presetSubtype="0" fill="hold" grpId="0" nodeType="withEffect">
                                  <p:stCondLst>
                                    <p:cond delay="150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150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grpId="0" nodeType="withEffect">
                                  <p:stCondLst>
                                    <p:cond delay="150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par>
                                <p:cTn id="59" presetID="10" presetClass="entr" presetSubtype="0" fill="hold" grpId="0" nodeType="withEffect">
                                  <p:stCondLst>
                                    <p:cond delay="150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childTnLst>
                                </p:cTn>
                              </p:par>
                              <p:par>
                                <p:cTn id="62" presetID="10" presetClass="entr" presetSubtype="0" fill="hold" grpId="0" nodeType="withEffect">
                                  <p:stCondLst>
                                    <p:cond delay="150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fade">
                                      <p:cBhvr>
                                        <p:cTn id="7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8" grpId="0" animBg="1"/>
      <p:bldP spid="9" grpId="0" animBg="1"/>
      <p:bldP spid="11" grpId="0" animBg="1"/>
      <p:bldP spid="12" grpId="0" animBg="1"/>
      <p:bldP spid="13" grpId="0" animBg="1"/>
      <p:bldP spid="18" grpId="0"/>
      <p:bldP spid="20" grpId="0"/>
      <p:bldP spid="21" grpId="0"/>
      <p:bldP spid="22" grpId="0"/>
      <p:bldP spid="23" grpId="0"/>
      <p:bldP spid="41" grpId="0" animBg="1"/>
      <p:bldP spid="42"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EFEF5"/>
        </a:solidFill>
        <a:effectLst/>
      </p:bgPr>
    </p:bg>
    <p:spTree>
      <p:nvGrpSpPr>
        <p:cNvPr id="1" name=""/>
        <p:cNvGrpSpPr/>
        <p:nvPr/>
      </p:nvGrpSpPr>
      <p:grpSpPr>
        <a:xfrm>
          <a:off x="0" y="0"/>
          <a:ext cx="0" cy="0"/>
          <a:chOff x="0" y="0"/>
          <a:chExt cx="0" cy="0"/>
        </a:xfrm>
      </p:grpSpPr>
      <p:sp>
        <p:nvSpPr>
          <p:cNvPr id="40" name="矩形 39"/>
          <p:cNvSpPr/>
          <p:nvPr/>
        </p:nvSpPr>
        <p:spPr>
          <a:xfrm>
            <a:off x="-8773" y="0"/>
            <a:ext cx="4805554" cy="6858000"/>
          </a:xfrm>
          <a:prstGeom prst="rect">
            <a:avLst/>
          </a:prstGeom>
          <a:solidFill>
            <a:srgbClr val="C8D7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 name="图片 2"/>
          <p:cNvPicPr>
            <a:picLocks noChangeAspect="1"/>
          </p:cNvPicPr>
          <p:nvPr/>
        </p:nvPicPr>
        <p:blipFill rotWithShape="1">
          <a:blip r:embed="rId1" cstate="print">
            <a:extLst>
              <a:ext uri="{28A0092B-C50C-407E-A947-70E740481C1C}">
                <a14:useLocalDpi xmlns:a14="http://schemas.microsoft.com/office/drawing/2010/main" val="0"/>
              </a:ext>
            </a:extLst>
          </a:blip>
          <a:srcRect l="10662"/>
          <a:stretch>
            <a:fillRect/>
          </a:stretch>
        </p:blipFill>
        <p:spPr>
          <a:xfrm>
            <a:off x="0" y="683416"/>
            <a:ext cx="7099200" cy="5297578"/>
          </a:xfrm>
          <a:prstGeom prst="doubleWave">
            <a:avLst/>
          </a:prstGeom>
          <a:ln w="28575">
            <a:solidFill>
              <a:srgbClr val="FEFEF5"/>
            </a:solidFill>
            <a:prstDash val="sysDash"/>
          </a:ln>
        </p:spPr>
      </p:pic>
      <p:pic>
        <p:nvPicPr>
          <p:cNvPr id="7" name="图形 6"/>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160017" y="86523"/>
            <a:ext cx="1880748" cy="521613"/>
          </a:xfrm>
          <a:prstGeom prst="rect">
            <a:avLst/>
          </a:prstGeom>
        </p:spPr>
      </p:pic>
      <p:grpSp>
        <p:nvGrpSpPr>
          <p:cNvPr id="18" name="Google Shape;2853;p55"/>
          <p:cNvGrpSpPr/>
          <p:nvPr/>
        </p:nvGrpSpPr>
        <p:grpSpPr>
          <a:xfrm rot="10800000">
            <a:off x="2948686" y="608136"/>
            <a:ext cx="1182555" cy="747706"/>
            <a:chOff x="1847510" y="943299"/>
            <a:chExt cx="813484" cy="514350"/>
          </a:xfrm>
          <a:solidFill>
            <a:schemeClr val="bg1"/>
          </a:solidFill>
        </p:grpSpPr>
        <p:grpSp>
          <p:nvGrpSpPr>
            <p:cNvPr id="20" name="Google Shape;2854;p55"/>
            <p:cNvGrpSpPr/>
            <p:nvPr/>
          </p:nvGrpSpPr>
          <p:grpSpPr>
            <a:xfrm rot="5400000">
              <a:off x="1770623" y="1020186"/>
              <a:ext cx="514350" cy="360576"/>
              <a:chOff x="811070" y="531598"/>
              <a:chExt cx="514350" cy="360576"/>
            </a:xfrm>
            <a:grpFill/>
          </p:grpSpPr>
          <p:sp>
            <p:nvSpPr>
              <p:cNvPr id="36" name="Google Shape;2855;p55"/>
              <p:cNvSpPr/>
              <p:nvPr/>
            </p:nvSpPr>
            <p:spPr>
              <a:xfrm rot="2700000">
                <a:off x="972493" y="539771"/>
                <a:ext cx="37637" cy="35992"/>
              </a:xfrm>
              <a:custGeom>
                <a:avLst/>
                <a:gdLst/>
                <a:ahLst/>
                <a:cxnLst/>
                <a:rect l="l" t="t" r="r" b="b"/>
                <a:pathLst>
                  <a:path w="778" h="744" extrusionOk="0">
                    <a:moveTo>
                      <a:pt x="368" y="0"/>
                    </a:moveTo>
                    <a:cubicBezTo>
                      <a:pt x="178" y="0"/>
                      <a:pt x="0" y="148"/>
                      <a:pt x="0" y="370"/>
                    </a:cubicBezTo>
                    <a:cubicBezTo>
                      <a:pt x="0" y="595"/>
                      <a:pt x="183" y="744"/>
                      <a:pt x="376" y="744"/>
                    </a:cubicBezTo>
                    <a:cubicBezTo>
                      <a:pt x="466" y="744"/>
                      <a:pt x="560" y="711"/>
                      <a:pt x="637" y="637"/>
                    </a:cubicBezTo>
                    <a:cubicBezTo>
                      <a:pt x="777" y="485"/>
                      <a:pt x="777" y="255"/>
                      <a:pt x="637" y="115"/>
                    </a:cubicBezTo>
                    <a:cubicBezTo>
                      <a:pt x="557" y="36"/>
                      <a:pt x="461" y="0"/>
                      <a:pt x="3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2856;p55"/>
              <p:cNvSpPr/>
              <p:nvPr/>
            </p:nvSpPr>
            <p:spPr>
              <a:xfrm rot="2700000">
                <a:off x="972568" y="693793"/>
                <a:ext cx="37589" cy="36186"/>
              </a:xfrm>
              <a:custGeom>
                <a:avLst/>
                <a:gdLst/>
                <a:ahLst/>
                <a:cxnLst/>
                <a:rect l="l" t="t" r="r" b="b"/>
                <a:pathLst>
                  <a:path w="777" h="748" extrusionOk="0">
                    <a:moveTo>
                      <a:pt x="375" y="0"/>
                    </a:moveTo>
                    <a:cubicBezTo>
                      <a:pt x="183" y="0"/>
                      <a:pt x="0" y="149"/>
                      <a:pt x="0" y="374"/>
                    </a:cubicBezTo>
                    <a:cubicBezTo>
                      <a:pt x="0" y="599"/>
                      <a:pt x="183" y="747"/>
                      <a:pt x="375" y="747"/>
                    </a:cubicBezTo>
                    <a:cubicBezTo>
                      <a:pt x="466" y="747"/>
                      <a:pt x="559" y="715"/>
                      <a:pt x="637" y="641"/>
                    </a:cubicBezTo>
                    <a:cubicBezTo>
                      <a:pt x="777" y="488"/>
                      <a:pt x="777" y="259"/>
                      <a:pt x="637" y="106"/>
                    </a:cubicBezTo>
                    <a:cubicBezTo>
                      <a:pt x="559" y="33"/>
                      <a:pt x="466"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8" name="Google Shape;2857;p55"/>
              <p:cNvSpPr/>
              <p:nvPr/>
            </p:nvSpPr>
            <p:spPr>
              <a:xfrm rot="2700000">
                <a:off x="972048" y="847735"/>
                <a:ext cx="38218" cy="36234"/>
              </a:xfrm>
              <a:custGeom>
                <a:avLst/>
                <a:gdLst/>
                <a:ahLst/>
                <a:cxnLst/>
                <a:rect l="l" t="t" r="r" b="b"/>
                <a:pathLst>
                  <a:path w="790" h="749" extrusionOk="0">
                    <a:moveTo>
                      <a:pt x="381" y="1"/>
                    </a:moveTo>
                    <a:cubicBezTo>
                      <a:pt x="189" y="1"/>
                      <a:pt x="0" y="149"/>
                      <a:pt x="0" y="375"/>
                    </a:cubicBezTo>
                    <a:cubicBezTo>
                      <a:pt x="0" y="600"/>
                      <a:pt x="189" y="748"/>
                      <a:pt x="381" y="748"/>
                    </a:cubicBezTo>
                    <a:cubicBezTo>
                      <a:pt x="472" y="748"/>
                      <a:pt x="563" y="715"/>
                      <a:pt x="637" y="642"/>
                    </a:cubicBezTo>
                    <a:cubicBezTo>
                      <a:pt x="790" y="489"/>
                      <a:pt x="790" y="260"/>
                      <a:pt x="637" y="107"/>
                    </a:cubicBezTo>
                    <a:cubicBezTo>
                      <a:pt x="563" y="34"/>
                      <a:pt x="472" y="1"/>
                      <a:pt x="3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 name="Google Shape;2858;p55"/>
              <p:cNvSpPr/>
              <p:nvPr/>
            </p:nvSpPr>
            <p:spPr>
              <a:xfrm rot="2700000">
                <a:off x="818352" y="539605"/>
                <a:ext cx="37637" cy="36186"/>
              </a:xfrm>
              <a:custGeom>
                <a:avLst/>
                <a:gdLst/>
                <a:ahLst/>
                <a:cxnLst/>
                <a:rect l="l" t="t" r="r" b="b"/>
                <a:pathLst>
                  <a:path w="778" h="748" extrusionOk="0">
                    <a:moveTo>
                      <a:pt x="376" y="0"/>
                    </a:moveTo>
                    <a:cubicBezTo>
                      <a:pt x="183" y="0"/>
                      <a:pt x="0" y="149"/>
                      <a:pt x="0" y="374"/>
                    </a:cubicBezTo>
                    <a:cubicBezTo>
                      <a:pt x="0" y="599"/>
                      <a:pt x="183" y="747"/>
                      <a:pt x="376" y="747"/>
                    </a:cubicBezTo>
                    <a:cubicBezTo>
                      <a:pt x="467" y="747"/>
                      <a:pt x="560" y="715"/>
                      <a:pt x="637" y="641"/>
                    </a:cubicBezTo>
                    <a:cubicBezTo>
                      <a:pt x="777" y="488"/>
                      <a:pt x="777" y="259"/>
                      <a:pt x="637" y="106"/>
                    </a:cubicBezTo>
                    <a:cubicBezTo>
                      <a:pt x="560" y="33"/>
                      <a:pt x="467" y="0"/>
                      <a:pt x="37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 name="Google Shape;2859;p55"/>
              <p:cNvSpPr/>
              <p:nvPr/>
            </p:nvSpPr>
            <p:spPr>
              <a:xfrm rot="2700000">
                <a:off x="818369" y="693769"/>
                <a:ext cx="37637" cy="36234"/>
              </a:xfrm>
              <a:custGeom>
                <a:avLst/>
                <a:gdLst/>
                <a:ahLst/>
                <a:cxnLst/>
                <a:rect l="l" t="t" r="r" b="b"/>
                <a:pathLst>
                  <a:path w="778" h="749" extrusionOk="0">
                    <a:moveTo>
                      <a:pt x="376" y="1"/>
                    </a:moveTo>
                    <a:cubicBezTo>
                      <a:pt x="183" y="1"/>
                      <a:pt x="0" y="149"/>
                      <a:pt x="0" y="375"/>
                    </a:cubicBezTo>
                    <a:cubicBezTo>
                      <a:pt x="0" y="600"/>
                      <a:pt x="183" y="748"/>
                      <a:pt x="376" y="748"/>
                    </a:cubicBezTo>
                    <a:cubicBezTo>
                      <a:pt x="466" y="748"/>
                      <a:pt x="560" y="715"/>
                      <a:pt x="637" y="642"/>
                    </a:cubicBezTo>
                    <a:cubicBezTo>
                      <a:pt x="777" y="489"/>
                      <a:pt x="777" y="260"/>
                      <a:pt x="637" y="107"/>
                    </a:cubicBezTo>
                    <a:cubicBezTo>
                      <a:pt x="560" y="34"/>
                      <a:pt x="466" y="1"/>
                      <a:pt x="37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 name="Google Shape;2860;p55"/>
              <p:cNvSpPr/>
              <p:nvPr/>
            </p:nvSpPr>
            <p:spPr>
              <a:xfrm rot="2700000">
                <a:off x="818530" y="847779"/>
                <a:ext cx="37589" cy="36283"/>
              </a:xfrm>
              <a:custGeom>
                <a:avLst/>
                <a:gdLst/>
                <a:ahLst/>
                <a:cxnLst/>
                <a:rect l="l" t="t" r="r" b="b"/>
                <a:pathLst>
                  <a:path w="777" h="750" extrusionOk="0">
                    <a:moveTo>
                      <a:pt x="375" y="0"/>
                    </a:moveTo>
                    <a:cubicBezTo>
                      <a:pt x="182" y="0"/>
                      <a:pt x="0" y="154"/>
                      <a:pt x="0" y="379"/>
                    </a:cubicBezTo>
                    <a:cubicBezTo>
                      <a:pt x="0" y="602"/>
                      <a:pt x="178" y="749"/>
                      <a:pt x="368" y="749"/>
                    </a:cubicBezTo>
                    <a:cubicBezTo>
                      <a:pt x="461" y="749"/>
                      <a:pt x="557" y="714"/>
                      <a:pt x="637" y="634"/>
                    </a:cubicBezTo>
                    <a:cubicBezTo>
                      <a:pt x="777" y="494"/>
                      <a:pt x="777" y="252"/>
                      <a:pt x="637" y="112"/>
                    </a:cubicBezTo>
                    <a:cubicBezTo>
                      <a:pt x="559" y="34"/>
                      <a:pt x="466"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 name="Google Shape;2861;p55"/>
              <p:cNvSpPr/>
              <p:nvPr/>
            </p:nvSpPr>
            <p:spPr>
              <a:xfrm rot="2700000">
                <a:off x="1280074" y="539839"/>
                <a:ext cx="38218" cy="35992"/>
              </a:xfrm>
              <a:custGeom>
                <a:avLst/>
                <a:gdLst/>
                <a:ahLst/>
                <a:cxnLst/>
                <a:rect l="l" t="t" r="r" b="b"/>
                <a:pathLst>
                  <a:path w="790" h="744" extrusionOk="0">
                    <a:moveTo>
                      <a:pt x="381" y="0"/>
                    </a:moveTo>
                    <a:cubicBezTo>
                      <a:pt x="189" y="0"/>
                      <a:pt x="0" y="149"/>
                      <a:pt x="0" y="374"/>
                    </a:cubicBezTo>
                    <a:cubicBezTo>
                      <a:pt x="0" y="596"/>
                      <a:pt x="184" y="744"/>
                      <a:pt x="374" y="744"/>
                    </a:cubicBezTo>
                    <a:cubicBezTo>
                      <a:pt x="467" y="744"/>
                      <a:pt x="561" y="708"/>
                      <a:pt x="637" y="629"/>
                    </a:cubicBezTo>
                    <a:cubicBezTo>
                      <a:pt x="790" y="489"/>
                      <a:pt x="790" y="247"/>
                      <a:pt x="637" y="107"/>
                    </a:cubicBezTo>
                    <a:cubicBezTo>
                      <a:pt x="563" y="33"/>
                      <a:pt x="472" y="0"/>
                      <a:pt x="38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 name="Google Shape;2862;p55"/>
              <p:cNvSpPr/>
              <p:nvPr/>
            </p:nvSpPr>
            <p:spPr>
              <a:xfrm rot="2700000">
                <a:off x="1280261" y="693861"/>
                <a:ext cx="37637" cy="35605"/>
              </a:xfrm>
              <a:custGeom>
                <a:avLst/>
                <a:gdLst/>
                <a:ahLst/>
                <a:cxnLst/>
                <a:rect l="l" t="t" r="r" b="b"/>
                <a:pathLst>
                  <a:path w="778" h="736" extrusionOk="0">
                    <a:moveTo>
                      <a:pt x="382" y="0"/>
                    </a:moveTo>
                    <a:cubicBezTo>
                      <a:pt x="189" y="0"/>
                      <a:pt x="1" y="149"/>
                      <a:pt x="1" y="374"/>
                    </a:cubicBezTo>
                    <a:cubicBezTo>
                      <a:pt x="1" y="590"/>
                      <a:pt x="188" y="735"/>
                      <a:pt x="380" y="735"/>
                    </a:cubicBezTo>
                    <a:cubicBezTo>
                      <a:pt x="472" y="735"/>
                      <a:pt x="564" y="702"/>
                      <a:pt x="638" y="629"/>
                    </a:cubicBezTo>
                    <a:cubicBezTo>
                      <a:pt x="778" y="488"/>
                      <a:pt x="778" y="247"/>
                      <a:pt x="638" y="106"/>
                    </a:cubicBezTo>
                    <a:cubicBezTo>
                      <a:pt x="564" y="33"/>
                      <a:pt x="473" y="0"/>
                      <a:pt x="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 name="Google Shape;2863;p55"/>
              <p:cNvSpPr/>
              <p:nvPr/>
            </p:nvSpPr>
            <p:spPr>
              <a:xfrm rot="2700000">
                <a:off x="1280432" y="847702"/>
                <a:ext cx="37637" cy="35992"/>
              </a:xfrm>
              <a:custGeom>
                <a:avLst/>
                <a:gdLst/>
                <a:ahLst/>
                <a:cxnLst/>
                <a:rect l="l" t="t" r="r" b="b"/>
                <a:pathLst>
                  <a:path w="778" h="744" extrusionOk="0">
                    <a:moveTo>
                      <a:pt x="374" y="0"/>
                    </a:moveTo>
                    <a:cubicBezTo>
                      <a:pt x="184" y="0"/>
                      <a:pt x="1" y="148"/>
                      <a:pt x="1" y="370"/>
                    </a:cubicBezTo>
                    <a:cubicBezTo>
                      <a:pt x="1" y="595"/>
                      <a:pt x="189" y="744"/>
                      <a:pt x="382" y="744"/>
                    </a:cubicBezTo>
                    <a:cubicBezTo>
                      <a:pt x="472" y="744"/>
                      <a:pt x="564" y="711"/>
                      <a:pt x="637" y="637"/>
                    </a:cubicBezTo>
                    <a:cubicBezTo>
                      <a:pt x="778" y="485"/>
                      <a:pt x="778" y="255"/>
                      <a:pt x="637" y="115"/>
                    </a:cubicBezTo>
                    <a:cubicBezTo>
                      <a:pt x="562" y="36"/>
                      <a:pt x="467" y="0"/>
                      <a:pt x="37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 name="Google Shape;2864;p55"/>
              <p:cNvSpPr/>
              <p:nvPr/>
            </p:nvSpPr>
            <p:spPr>
              <a:xfrm rot="2700000">
                <a:off x="1126555" y="539690"/>
                <a:ext cx="37589" cy="36428"/>
              </a:xfrm>
              <a:custGeom>
                <a:avLst/>
                <a:gdLst/>
                <a:ahLst/>
                <a:cxnLst/>
                <a:rect l="l" t="t" r="r" b="b"/>
                <a:pathLst>
                  <a:path w="777" h="753" extrusionOk="0">
                    <a:moveTo>
                      <a:pt x="368" y="0"/>
                    </a:moveTo>
                    <a:cubicBezTo>
                      <a:pt x="178" y="0"/>
                      <a:pt x="0" y="148"/>
                      <a:pt x="0" y="370"/>
                    </a:cubicBezTo>
                    <a:cubicBezTo>
                      <a:pt x="0" y="602"/>
                      <a:pt x="179" y="752"/>
                      <a:pt x="370" y="752"/>
                    </a:cubicBezTo>
                    <a:cubicBezTo>
                      <a:pt x="462" y="752"/>
                      <a:pt x="558" y="717"/>
                      <a:pt x="637" y="638"/>
                    </a:cubicBezTo>
                    <a:cubicBezTo>
                      <a:pt x="777" y="497"/>
                      <a:pt x="777" y="256"/>
                      <a:pt x="637" y="115"/>
                    </a:cubicBezTo>
                    <a:cubicBezTo>
                      <a:pt x="557" y="36"/>
                      <a:pt x="461" y="0"/>
                      <a:pt x="3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 name="Google Shape;2865;p55"/>
              <p:cNvSpPr/>
              <p:nvPr/>
            </p:nvSpPr>
            <p:spPr>
              <a:xfrm rot="2700000">
                <a:off x="1126668" y="693941"/>
                <a:ext cx="37637" cy="35992"/>
              </a:xfrm>
              <a:custGeom>
                <a:avLst/>
                <a:gdLst/>
                <a:ahLst/>
                <a:cxnLst/>
                <a:rect l="l" t="t" r="r" b="b"/>
                <a:pathLst>
                  <a:path w="778" h="744" extrusionOk="0">
                    <a:moveTo>
                      <a:pt x="365" y="0"/>
                    </a:moveTo>
                    <a:cubicBezTo>
                      <a:pt x="179" y="0"/>
                      <a:pt x="1" y="148"/>
                      <a:pt x="1" y="370"/>
                    </a:cubicBezTo>
                    <a:cubicBezTo>
                      <a:pt x="1" y="595"/>
                      <a:pt x="183" y="744"/>
                      <a:pt x="372" y="744"/>
                    </a:cubicBezTo>
                    <a:cubicBezTo>
                      <a:pt x="461" y="744"/>
                      <a:pt x="551" y="711"/>
                      <a:pt x="625" y="637"/>
                    </a:cubicBezTo>
                    <a:cubicBezTo>
                      <a:pt x="778" y="485"/>
                      <a:pt x="778" y="255"/>
                      <a:pt x="625" y="115"/>
                    </a:cubicBezTo>
                    <a:cubicBezTo>
                      <a:pt x="549" y="36"/>
                      <a:pt x="456" y="0"/>
                      <a:pt x="3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 name="Google Shape;2866;p55"/>
              <p:cNvSpPr/>
              <p:nvPr/>
            </p:nvSpPr>
            <p:spPr>
              <a:xfrm rot="2700000">
                <a:off x="1126199" y="847759"/>
                <a:ext cx="38266" cy="36186"/>
              </a:xfrm>
              <a:custGeom>
                <a:avLst/>
                <a:gdLst/>
                <a:ahLst/>
                <a:cxnLst/>
                <a:rect l="l" t="t" r="r" b="b"/>
                <a:pathLst>
                  <a:path w="791" h="748" extrusionOk="0">
                    <a:moveTo>
                      <a:pt x="382" y="0"/>
                    </a:moveTo>
                    <a:cubicBezTo>
                      <a:pt x="189" y="0"/>
                      <a:pt x="1" y="149"/>
                      <a:pt x="1" y="374"/>
                    </a:cubicBezTo>
                    <a:cubicBezTo>
                      <a:pt x="1" y="599"/>
                      <a:pt x="189" y="747"/>
                      <a:pt x="382" y="747"/>
                    </a:cubicBezTo>
                    <a:cubicBezTo>
                      <a:pt x="473" y="747"/>
                      <a:pt x="564" y="715"/>
                      <a:pt x="638" y="641"/>
                    </a:cubicBezTo>
                    <a:cubicBezTo>
                      <a:pt x="790" y="488"/>
                      <a:pt x="790" y="259"/>
                      <a:pt x="638" y="106"/>
                    </a:cubicBezTo>
                    <a:cubicBezTo>
                      <a:pt x="564" y="33"/>
                      <a:pt x="473" y="0"/>
                      <a:pt x="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1" name="Google Shape;2867;p55"/>
            <p:cNvGrpSpPr/>
            <p:nvPr/>
          </p:nvGrpSpPr>
          <p:grpSpPr>
            <a:xfrm rot="5400000">
              <a:off x="2238776" y="1027263"/>
              <a:ext cx="498177" cy="346259"/>
              <a:chOff x="819071" y="538729"/>
              <a:chExt cx="498177" cy="346259"/>
            </a:xfrm>
            <a:grpFill/>
          </p:grpSpPr>
          <p:sp>
            <p:nvSpPr>
              <p:cNvPr id="22" name="Google Shape;2868;p55"/>
              <p:cNvSpPr/>
              <p:nvPr/>
            </p:nvSpPr>
            <p:spPr>
              <a:xfrm rot="2700000">
                <a:off x="972491" y="539775"/>
                <a:ext cx="37637" cy="35992"/>
              </a:xfrm>
              <a:custGeom>
                <a:avLst/>
                <a:gdLst/>
                <a:ahLst/>
                <a:cxnLst/>
                <a:rect l="l" t="t" r="r" b="b"/>
                <a:pathLst>
                  <a:path w="778" h="744" extrusionOk="0">
                    <a:moveTo>
                      <a:pt x="368" y="0"/>
                    </a:moveTo>
                    <a:cubicBezTo>
                      <a:pt x="178" y="0"/>
                      <a:pt x="0" y="148"/>
                      <a:pt x="0" y="370"/>
                    </a:cubicBezTo>
                    <a:cubicBezTo>
                      <a:pt x="0" y="595"/>
                      <a:pt x="183" y="744"/>
                      <a:pt x="376" y="744"/>
                    </a:cubicBezTo>
                    <a:cubicBezTo>
                      <a:pt x="466" y="744"/>
                      <a:pt x="560" y="711"/>
                      <a:pt x="637" y="637"/>
                    </a:cubicBezTo>
                    <a:cubicBezTo>
                      <a:pt x="777" y="485"/>
                      <a:pt x="777" y="255"/>
                      <a:pt x="637" y="115"/>
                    </a:cubicBezTo>
                    <a:cubicBezTo>
                      <a:pt x="557" y="36"/>
                      <a:pt x="461" y="0"/>
                      <a:pt x="3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 name="Google Shape;2869;p55"/>
              <p:cNvSpPr/>
              <p:nvPr/>
            </p:nvSpPr>
            <p:spPr>
              <a:xfrm rot="2700000">
                <a:off x="972567" y="693797"/>
                <a:ext cx="37589" cy="36186"/>
              </a:xfrm>
              <a:custGeom>
                <a:avLst/>
                <a:gdLst/>
                <a:ahLst/>
                <a:cxnLst/>
                <a:rect l="l" t="t" r="r" b="b"/>
                <a:pathLst>
                  <a:path w="777" h="748" extrusionOk="0">
                    <a:moveTo>
                      <a:pt x="375" y="0"/>
                    </a:moveTo>
                    <a:cubicBezTo>
                      <a:pt x="183" y="0"/>
                      <a:pt x="0" y="149"/>
                      <a:pt x="0" y="374"/>
                    </a:cubicBezTo>
                    <a:cubicBezTo>
                      <a:pt x="0" y="599"/>
                      <a:pt x="183" y="747"/>
                      <a:pt x="375" y="747"/>
                    </a:cubicBezTo>
                    <a:cubicBezTo>
                      <a:pt x="466" y="747"/>
                      <a:pt x="559" y="715"/>
                      <a:pt x="637" y="641"/>
                    </a:cubicBezTo>
                    <a:cubicBezTo>
                      <a:pt x="777" y="488"/>
                      <a:pt x="777" y="259"/>
                      <a:pt x="637" y="106"/>
                    </a:cubicBezTo>
                    <a:cubicBezTo>
                      <a:pt x="559" y="33"/>
                      <a:pt x="466"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 name="Google Shape;2870;p55"/>
              <p:cNvSpPr/>
              <p:nvPr/>
            </p:nvSpPr>
            <p:spPr>
              <a:xfrm rot="2700000">
                <a:off x="972049" y="847736"/>
                <a:ext cx="38218" cy="36234"/>
              </a:xfrm>
              <a:custGeom>
                <a:avLst/>
                <a:gdLst/>
                <a:ahLst/>
                <a:cxnLst/>
                <a:rect l="l" t="t" r="r" b="b"/>
                <a:pathLst>
                  <a:path w="790" h="749" extrusionOk="0">
                    <a:moveTo>
                      <a:pt x="381" y="1"/>
                    </a:moveTo>
                    <a:cubicBezTo>
                      <a:pt x="189" y="1"/>
                      <a:pt x="0" y="149"/>
                      <a:pt x="0" y="375"/>
                    </a:cubicBezTo>
                    <a:cubicBezTo>
                      <a:pt x="0" y="600"/>
                      <a:pt x="189" y="748"/>
                      <a:pt x="381" y="748"/>
                    </a:cubicBezTo>
                    <a:cubicBezTo>
                      <a:pt x="472" y="748"/>
                      <a:pt x="563" y="715"/>
                      <a:pt x="637" y="642"/>
                    </a:cubicBezTo>
                    <a:cubicBezTo>
                      <a:pt x="790" y="489"/>
                      <a:pt x="790" y="260"/>
                      <a:pt x="637" y="107"/>
                    </a:cubicBezTo>
                    <a:cubicBezTo>
                      <a:pt x="563" y="34"/>
                      <a:pt x="472" y="1"/>
                      <a:pt x="3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 name="Google Shape;2871;p55"/>
              <p:cNvSpPr/>
              <p:nvPr/>
            </p:nvSpPr>
            <p:spPr>
              <a:xfrm rot="2700000">
                <a:off x="818349" y="539611"/>
                <a:ext cx="37637" cy="36186"/>
              </a:xfrm>
              <a:custGeom>
                <a:avLst/>
                <a:gdLst/>
                <a:ahLst/>
                <a:cxnLst/>
                <a:rect l="l" t="t" r="r" b="b"/>
                <a:pathLst>
                  <a:path w="778" h="748" extrusionOk="0">
                    <a:moveTo>
                      <a:pt x="376" y="0"/>
                    </a:moveTo>
                    <a:cubicBezTo>
                      <a:pt x="183" y="0"/>
                      <a:pt x="0" y="149"/>
                      <a:pt x="0" y="374"/>
                    </a:cubicBezTo>
                    <a:cubicBezTo>
                      <a:pt x="0" y="599"/>
                      <a:pt x="183" y="747"/>
                      <a:pt x="376" y="747"/>
                    </a:cubicBezTo>
                    <a:cubicBezTo>
                      <a:pt x="467" y="747"/>
                      <a:pt x="560" y="715"/>
                      <a:pt x="637" y="641"/>
                    </a:cubicBezTo>
                    <a:cubicBezTo>
                      <a:pt x="777" y="488"/>
                      <a:pt x="777" y="259"/>
                      <a:pt x="637" y="106"/>
                    </a:cubicBezTo>
                    <a:cubicBezTo>
                      <a:pt x="560" y="33"/>
                      <a:pt x="467" y="0"/>
                      <a:pt x="37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 name="Google Shape;2872;p55"/>
              <p:cNvSpPr/>
              <p:nvPr/>
            </p:nvSpPr>
            <p:spPr>
              <a:xfrm rot="2700000">
                <a:off x="818369" y="693772"/>
                <a:ext cx="37637" cy="36234"/>
              </a:xfrm>
              <a:custGeom>
                <a:avLst/>
                <a:gdLst/>
                <a:ahLst/>
                <a:cxnLst/>
                <a:rect l="l" t="t" r="r" b="b"/>
                <a:pathLst>
                  <a:path w="778" h="749" extrusionOk="0">
                    <a:moveTo>
                      <a:pt x="376" y="1"/>
                    </a:moveTo>
                    <a:cubicBezTo>
                      <a:pt x="183" y="1"/>
                      <a:pt x="0" y="149"/>
                      <a:pt x="0" y="375"/>
                    </a:cubicBezTo>
                    <a:cubicBezTo>
                      <a:pt x="0" y="600"/>
                      <a:pt x="183" y="748"/>
                      <a:pt x="376" y="748"/>
                    </a:cubicBezTo>
                    <a:cubicBezTo>
                      <a:pt x="466" y="748"/>
                      <a:pt x="560" y="715"/>
                      <a:pt x="637" y="642"/>
                    </a:cubicBezTo>
                    <a:cubicBezTo>
                      <a:pt x="777" y="489"/>
                      <a:pt x="777" y="260"/>
                      <a:pt x="637" y="107"/>
                    </a:cubicBezTo>
                    <a:cubicBezTo>
                      <a:pt x="560" y="34"/>
                      <a:pt x="466" y="1"/>
                      <a:pt x="37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7" name="Google Shape;2873;p55"/>
              <p:cNvSpPr/>
              <p:nvPr/>
            </p:nvSpPr>
            <p:spPr>
              <a:xfrm rot="2700000">
                <a:off x="818529" y="847782"/>
                <a:ext cx="37589" cy="36283"/>
              </a:xfrm>
              <a:custGeom>
                <a:avLst/>
                <a:gdLst/>
                <a:ahLst/>
                <a:cxnLst/>
                <a:rect l="l" t="t" r="r" b="b"/>
                <a:pathLst>
                  <a:path w="777" h="750" extrusionOk="0">
                    <a:moveTo>
                      <a:pt x="375" y="0"/>
                    </a:moveTo>
                    <a:cubicBezTo>
                      <a:pt x="182" y="0"/>
                      <a:pt x="0" y="154"/>
                      <a:pt x="0" y="379"/>
                    </a:cubicBezTo>
                    <a:cubicBezTo>
                      <a:pt x="0" y="602"/>
                      <a:pt x="178" y="749"/>
                      <a:pt x="368" y="749"/>
                    </a:cubicBezTo>
                    <a:cubicBezTo>
                      <a:pt x="461" y="749"/>
                      <a:pt x="557" y="714"/>
                      <a:pt x="637" y="634"/>
                    </a:cubicBezTo>
                    <a:cubicBezTo>
                      <a:pt x="777" y="494"/>
                      <a:pt x="777" y="252"/>
                      <a:pt x="637" y="112"/>
                    </a:cubicBezTo>
                    <a:cubicBezTo>
                      <a:pt x="559" y="34"/>
                      <a:pt x="466"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0" name="Google Shape;2874;p55"/>
              <p:cNvSpPr/>
              <p:nvPr/>
            </p:nvSpPr>
            <p:spPr>
              <a:xfrm rot="2700000">
                <a:off x="1280073" y="539842"/>
                <a:ext cx="38218" cy="35992"/>
              </a:xfrm>
              <a:custGeom>
                <a:avLst/>
                <a:gdLst/>
                <a:ahLst/>
                <a:cxnLst/>
                <a:rect l="l" t="t" r="r" b="b"/>
                <a:pathLst>
                  <a:path w="790" h="744" extrusionOk="0">
                    <a:moveTo>
                      <a:pt x="381" y="0"/>
                    </a:moveTo>
                    <a:cubicBezTo>
                      <a:pt x="189" y="0"/>
                      <a:pt x="0" y="149"/>
                      <a:pt x="0" y="374"/>
                    </a:cubicBezTo>
                    <a:cubicBezTo>
                      <a:pt x="0" y="596"/>
                      <a:pt x="184" y="744"/>
                      <a:pt x="374" y="744"/>
                    </a:cubicBezTo>
                    <a:cubicBezTo>
                      <a:pt x="467" y="744"/>
                      <a:pt x="561" y="708"/>
                      <a:pt x="637" y="629"/>
                    </a:cubicBezTo>
                    <a:cubicBezTo>
                      <a:pt x="790" y="489"/>
                      <a:pt x="790" y="247"/>
                      <a:pt x="637" y="107"/>
                    </a:cubicBezTo>
                    <a:cubicBezTo>
                      <a:pt x="563" y="33"/>
                      <a:pt x="472" y="0"/>
                      <a:pt x="38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 name="Google Shape;2875;p55"/>
              <p:cNvSpPr/>
              <p:nvPr/>
            </p:nvSpPr>
            <p:spPr>
              <a:xfrm rot="2700000">
                <a:off x="1280260" y="693864"/>
                <a:ext cx="37637" cy="35605"/>
              </a:xfrm>
              <a:custGeom>
                <a:avLst/>
                <a:gdLst/>
                <a:ahLst/>
                <a:cxnLst/>
                <a:rect l="l" t="t" r="r" b="b"/>
                <a:pathLst>
                  <a:path w="778" h="736" extrusionOk="0">
                    <a:moveTo>
                      <a:pt x="382" y="0"/>
                    </a:moveTo>
                    <a:cubicBezTo>
                      <a:pt x="189" y="0"/>
                      <a:pt x="1" y="149"/>
                      <a:pt x="1" y="374"/>
                    </a:cubicBezTo>
                    <a:cubicBezTo>
                      <a:pt x="1" y="590"/>
                      <a:pt x="188" y="735"/>
                      <a:pt x="380" y="735"/>
                    </a:cubicBezTo>
                    <a:cubicBezTo>
                      <a:pt x="472" y="735"/>
                      <a:pt x="564" y="702"/>
                      <a:pt x="638" y="629"/>
                    </a:cubicBezTo>
                    <a:cubicBezTo>
                      <a:pt x="778" y="488"/>
                      <a:pt x="778" y="247"/>
                      <a:pt x="638" y="106"/>
                    </a:cubicBezTo>
                    <a:cubicBezTo>
                      <a:pt x="564" y="33"/>
                      <a:pt x="473" y="0"/>
                      <a:pt x="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 name="Google Shape;2876;p55"/>
              <p:cNvSpPr/>
              <p:nvPr/>
            </p:nvSpPr>
            <p:spPr>
              <a:xfrm rot="2700000">
                <a:off x="1280433" y="847702"/>
                <a:ext cx="37637" cy="35992"/>
              </a:xfrm>
              <a:custGeom>
                <a:avLst/>
                <a:gdLst/>
                <a:ahLst/>
                <a:cxnLst/>
                <a:rect l="l" t="t" r="r" b="b"/>
                <a:pathLst>
                  <a:path w="778" h="744" extrusionOk="0">
                    <a:moveTo>
                      <a:pt x="374" y="0"/>
                    </a:moveTo>
                    <a:cubicBezTo>
                      <a:pt x="184" y="0"/>
                      <a:pt x="1" y="148"/>
                      <a:pt x="1" y="370"/>
                    </a:cubicBezTo>
                    <a:cubicBezTo>
                      <a:pt x="1" y="595"/>
                      <a:pt x="189" y="744"/>
                      <a:pt x="382" y="744"/>
                    </a:cubicBezTo>
                    <a:cubicBezTo>
                      <a:pt x="472" y="744"/>
                      <a:pt x="564" y="711"/>
                      <a:pt x="637" y="637"/>
                    </a:cubicBezTo>
                    <a:cubicBezTo>
                      <a:pt x="778" y="485"/>
                      <a:pt x="778" y="255"/>
                      <a:pt x="637" y="115"/>
                    </a:cubicBezTo>
                    <a:cubicBezTo>
                      <a:pt x="562" y="36"/>
                      <a:pt x="467" y="0"/>
                      <a:pt x="37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 name="Google Shape;2877;p55"/>
              <p:cNvSpPr/>
              <p:nvPr/>
            </p:nvSpPr>
            <p:spPr>
              <a:xfrm rot="2700000">
                <a:off x="1126553" y="539693"/>
                <a:ext cx="37589" cy="36428"/>
              </a:xfrm>
              <a:custGeom>
                <a:avLst/>
                <a:gdLst/>
                <a:ahLst/>
                <a:cxnLst/>
                <a:rect l="l" t="t" r="r" b="b"/>
                <a:pathLst>
                  <a:path w="777" h="753" extrusionOk="0">
                    <a:moveTo>
                      <a:pt x="368" y="0"/>
                    </a:moveTo>
                    <a:cubicBezTo>
                      <a:pt x="178" y="0"/>
                      <a:pt x="0" y="148"/>
                      <a:pt x="0" y="370"/>
                    </a:cubicBezTo>
                    <a:cubicBezTo>
                      <a:pt x="0" y="602"/>
                      <a:pt x="179" y="752"/>
                      <a:pt x="370" y="752"/>
                    </a:cubicBezTo>
                    <a:cubicBezTo>
                      <a:pt x="462" y="752"/>
                      <a:pt x="558" y="717"/>
                      <a:pt x="637" y="638"/>
                    </a:cubicBezTo>
                    <a:cubicBezTo>
                      <a:pt x="777" y="497"/>
                      <a:pt x="777" y="256"/>
                      <a:pt x="637" y="115"/>
                    </a:cubicBezTo>
                    <a:cubicBezTo>
                      <a:pt x="557" y="36"/>
                      <a:pt x="461" y="0"/>
                      <a:pt x="3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 name="Google Shape;2878;p55"/>
              <p:cNvSpPr/>
              <p:nvPr/>
            </p:nvSpPr>
            <p:spPr>
              <a:xfrm rot="2700000">
                <a:off x="1126667" y="693944"/>
                <a:ext cx="37637" cy="35992"/>
              </a:xfrm>
              <a:custGeom>
                <a:avLst/>
                <a:gdLst/>
                <a:ahLst/>
                <a:cxnLst/>
                <a:rect l="l" t="t" r="r" b="b"/>
                <a:pathLst>
                  <a:path w="778" h="744" extrusionOk="0">
                    <a:moveTo>
                      <a:pt x="365" y="0"/>
                    </a:moveTo>
                    <a:cubicBezTo>
                      <a:pt x="179" y="0"/>
                      <a:pt x="1" y="148"/>
                      <a:pt x="1" y="370"/>
                    </a:cubicBezTo>
                    <a:cubicBezTo>
                      <a:pt x="1" y="595"/>
                      <a:pt x="183" y="744"/>
                      <a:pt x="372" y="744"/>
                    </a:cubicBezTo>
                    <a:cubicBezTo>
                      <a:pt x="461" y="744"/>
                      <a:pt x="551" y="711"/>
                      <a:pt x="625" y="637"/>
                    </a:cubicBezTo>
                    <a:cubicBezTo>
                      <a:pt x="778" y="485"/>
                      <a:pt x="778" y="255"/>
                      <a:pt x="625" y="115"/>
                    </a:cubicBezTo>
                    <a:cubicBezTo>
                      <a:pt x="549" y="36"/>
                      <a:pt x="456" y="0"/>
                      <a:pt x="3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 name="Google Shape;2879;p55"/>
              <p:cNvSpPr/>
              <p:nvPr/>
            </p:nvSpPr>
            <p:spPr>
              <a:xfrm rot="2700000">
                <a:off x="1126199" y="847762"/>
                <a:ext cx="38266" cy="36186"/>
              </a:xfrm>
              <a:custGeom>
                <a:avLst/>
                <a:gdLst/>
                <a:ahLst/>
                <a:cxnLst/>
                <a:rect l="l" t="t" r="r" b="b"/>
                <a:pathLst>
                  <a:path w="791" h="748" extrusionOk="0">
                    <a:moveTo>
                      <a:pt x="382" y="0"/>
                    </a:moveTo>
                    <a:cubicBezTo>
                      <a:pt x="189" y="0"/>
                      <a:pt x="1" y="149"/>
                      <a:pt x="1" y="374"/>
                    </a:cubicBezTo>
                    <a:cubicBezTo>
                      <a:pt x="1" y="599"/>
                      <a:pt x="189" y="747"/>
                      <a:pt x="382" y="747"/>
                    </a:cubicBezTo>
                    <a:cubicBezTo>
                      <a:pt x="473" y="747"/>
                      <a:pt x="564" y="715"/>
                      <a:pt x="638" y="641"/>
                    </a:cubicBezTo>
                    <a:cubicBezTo>
                      <a:pt x="790" y="488"/>
                      <a:pt x="790" y="259"/>
                      <a:pt x="638" y="106"/>
                    </a:cubicBezTo>
                    <a:cubicBezTo>
                      <a:pt x="564" y="33"/>
                      <a:pt x="473" y="0"/>
                      <a:pt x="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64" name="文本框 63"/>
          <p:cNvSpPr txBox="1"/>
          <p:nvPr/>
        </p:nvSpPr>
        <p:spPr>
          <a:xfrm>
            <a:off x="7577455" y="1290320"/>
            <a:ext cx="3878580" cy="1014730"/>
          </a:xfrm>
          <a:prstGeom prst="rect">
            <a:avLst/>
          </a:prstGeom>
          <a:noFill/>
        </p:spPr>
        <p:txBody>
          <a:bodyPr wrap="square" rtlCol="0">
            <a:spAutoFit/>
          </a:bodyPr>
          <a:lstStyle/>
          <a:p>
            <a:r>
              <a:rPr lang="en-US" altLang="zh-CN" sz="6000" dirty="0">
                <a:solidFill>
                  <a:srgbClr val="DD8F8D"/>
                </a:solidFill>
                <a:latin typeface="Mukta SemiBold" panose="020B0000000000000000"/>
              </a:rPr>
              <a:t>PART 4</a:t>
            </a:r>
            <a:endParaRPr lang="zh-CN" altLang="en-US" sz="6000" dirty="0">
              <a:solidFill>
                <a:srgbClr val="DD8F8D"/>
              </a:solidFill>
              <a:latin typeface="Mukta SemiBold" panose="020B0000000000000000"/>
            </a:endParaRPr>
          </a:p>
        </p:txBody>
      </p:sp>
      <p:sp>
        <p:nvSpPr>
          <p:cNvPr id="65" name="文本框 64"/>
          <p:cNvSpPr txBox="1"/>
          <p:nvPr/>
        </p:nvSpPr>
        <p:spPr>
          <a:xfrm>
            <a:off x="7562256" y="2898761"/>
            <a:ext cx="3969489" cy="584775"/>
          </a:xfrm>
          <a:prstGeom prst="rect">
            <a:avLst/>
          </a:prstGeom>
          <a:noFill/>
        </p:spPr>
        <p:txBody>
          <a:bodyPr wrap="square" rtlCol="0">
            <a:spAutoFit/>
          </a:bodyPr>
          <a:lstStyle/>
          <a:p>
            <a:r>
              <a:rPr lang="zh-CN" altLang="en-US" sz="3200" dirty="0">
                <a:solidFill>
                  <a:srgbClr val="6E7D75"/>
                </a:solidFill>
                <a:latin typeface="+mn-ea"/>
              </a:rPr>
              <a:t>请输入文字</a:t>
            </a:r>
            <a:endParaRPr lang="zh-CN" altLang="en-US" sz="3200" dirty="0">
              <a:solidFill>
                <a:srgbClr val="6E7D75"/>
              </a:solidFill>
              <a:latin typeface="+mn-ea"/>
            </a:endParaRPr>
          </a:p>
        </p:txBody>
      </p:sp>
      <p:sp>
        <p:nvSpPr>
          <p:cNvPr id="66" name="文本框 65"/>
          <p:cNvSpPr txBox="1"/>
          <p:nvPr/>
        </p:nvSpPr>
        <p:spPr>
          <a:xfrm>
            <a:off x="7577455" y="3792855"/>
            <a:ext cx="3688080" cy="583565"/>
          </a:xfrm>
          <a:prstGeom prst="rect">
            <a:avLst/>
          </a:prstGeom>
          <a:noFill/>
        </p:spPr>
        <p:txBody>
          <a:bodyPr wrap="square" rtlCol="0">
            <a:spAutoFit/>
          </a:bodyPr>
          <a:lstStyle/>
          <a:p>
            <a:r>
              <a:rPr lang="zh-CN" altLang="en-US" sz="1600" dirty="0">
                <a:solidFill>
                  <a:srgbClr val="6E7D75"/>
                </a:solidFill>
              </a:rPr>
              <a:t>请输入文字请输入文字请输入文字请输入文字请输入文字请输入文字</a:t>
            </a:r>
            <a:endParaRPr lang="zh-CN" altLang="en-US" sz="1600" dirty="0">
              <a:solidFill>
                <a:srgbClr val="6E7D75"/>
              </a:solidFill>
            </a:endParaRPr>
          </a:p>
        </p:txBody>
      </p:sp>
      <p:cxnSp>
        <p:nvCxnSpPr>
          <p:cNvPr id="68" name="直接连接符 67"/>
          <p:cNvCxnSpPr/>
          <p:nvPr/>
        </p:nvCxnSpPr>
        <p:spPr>
          <a:xfrm>
            <a:off x="7686336" y="4862622"/>
            <a:ext cx="3996652" cy="0"/>
          </a:xfrm>
          <a:prstGeom prst="line">
            <a:avLst/>
          </a:prstGeom>
          <a:ln w="38100">
            <a:solidFill>
              <a:srgbClr val="DD8F8D"/>
            </a:solidFill>
          </a:ln>
        </p:spPr>
        <p:style>
          <a:lnRef idx="1">
            <a:schemeClr val="accent1"/>
          </a:lnRef>
          <a:fillRef idx="0">
            <a:schemeClr val="accent1"/>
          </a:fillRef>
          <a:effectRef idx="0">
            <a:schemeClr val="accent1"/>
          </a:effectRef>
          <a:fontRef idx="minor">
            <a:schemeClr val="tx1"/>
          </a:fontRef>
        </p:style>
      </p:cxnSp>
      <p:grpSp>
        <p:nvGrpSpPr>
          <p:cNvPr id="41" name="Google Shape;2021;p35"/>
          <p:cNvGrpSpPr/>
          <p:nvPr/>
        </p:nvGrpSpPr>
        <p:grpSpPr>
          <a:xfrm rot="16200000">
            <a:off x="558243" y="5284318"/>
            <a:ext cx="639389" cy="1393350"/>
            <a:chOff x="5273525" y="899922"/>
            <a:chExt cx="396675" cy="864430"/>
          </a:xfrm>
          <a:solidFill>
            <a:srgbClr val="FEFEF5"/>
          </a:solidFill>
        </p:grpSpPr>
        <p:sp>
          <p:nvSpPr>
            <p:cNvPr id="42" name="Google Shape;2022;p35"/>
            <p:cNvSpPr/>
            <p:nvPr/>
          </p:nvSpPr>
          <p:spPr>
            <a:xfrm rot="8099893">
              <a:off x="5331322" y="1426205"/>
              <a:ext cx="281164" cy="279702"/>
            </a:xfrm>
            <a:custGeom>
              <a:avLst/>
              <a:gdLst/>
              <a:ahLst/>
              <a:cxnLst/>
              <a:rect l="l" t="t" r="r" b="b"/>
              <a:pathLst>
                <a:path w="2484" h="2471" extrusionOk="0">
                  <a:moveTo>
                    <a:pt x="2483" y="1"/>
                  </a:moveTo>
                  <a:lnTo>
                    <a:pt x="0" y="230"/>
                  </a:lnTo>
                  <a:lnTo>
                    <a:pt x="2242" y="2471"/>
                  </a:lnTo>
                  <a:lnTo>
                    <a:pt x="2483"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 name="Google Shape;2023;p35"/>
            <p:cNvSpPr/>
            <p:nvPr/>
          </p:nvSpPr>
          <p:spPr>
            <a:xfrm rot="8099893">
              <a:off x="5331478" y="1192229"/>
              <a:ext cx="279806" cy="279815"/>
            </a:xfrm>
            <a:custGeom>
              <a:avLst/>
              <a:gdLst/>
              <a:ahLst/>
              <a:cxnLst/>
              <a:rect l="l" t="t" r="r" b="b"/>
              <a:pathLst>
                <a:path w="2472" h="2472" extrusionOk="0">
                  <a:moveTo>
                    <a:pt x="2471" y="1"/>
                  </a:moveTo>
                  <a:lnTo>
                    <a:pt x="1" y="230"/>
                  </a:lnTo>
                  <a:lnTo>
                    <a:pt x="2229" y="2471"/>
                  </a:lnTo>
                  <a:lnTo>
                    <a:pt x="247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 name="Google Shape;2024;p35"/>
            <p:cNvSpPr/>
            <p:nvPr/>
          </p:nvSpPr>
          <p:spPr>
            <a:xfrm rot="8099893">
              <a:off x="5331532" y="957847"/>
              <a:ext cx="279693" cy="279702"/>
            </a:xfrm>
            <a:custGeom>
              <a:avLst/>
              <a:gdLst/>
              <a:ahLst/>
              <a:cxnLst/>
              <a:rect l="l" t="t" r="r" b="b"/>
              <a:pathLst>
                <a:path w="2471" h="2471" extrusionOk="0">
                  <a:moveTo>
                    <a:pt x="2471" y="0"/>
                  </a:moveTo>
                  <a:lnTo>
                    <a:pt x="0" y="229"/>
                  </a:lnTo>
                  <a:lnTo>
                    <a:pt x="2229" y="2471"/>
                  </a:lnTo>
                  <a:lnTo>
                    <a:pt x="247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EFEF5"/>
        </a:solidFill>
        <a:effectLst/>
      </p:bgPr>
    </p:bg>
    <p:spTree>
      <p:nvGrpSpPr>
        <p:cNvPr id="1" name=""/>
        <p:cNvGrpSpPr/>
        <p:nvPr/>
      </p:nvGrpSpPr>
      <p:grpSpPr>
        <a:xfrm>
          <a:off x="0" y="0"/>
          <a:ext cx="0" cy="0"/>
          <a:chOff x="0" y="0"/>
          <a:chExt cx="0" cy="0"/>
        </a:xfrm>
      </p:grpSpPr>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60017" y="86523"/>
            <a:ext cx="1880748" cy="521613"/>
          </a:xfrm>
          <a:prstGeom prst="rect">
            <a:avLst/>
          </a:prstGeom>
        </p:spPr>
      </p:pic>
      <p:grpSp>
        <p:nvGrpSpPr>
          <p:cNvPr id="2" name="组合 1"/>
          <p:cNvGrpSpPr/>
          <p:nvPr/>
        </p:nvGrpSpPr>
        <p:grpSpPr>
          <a:xfrm rot="16200000">
            <a:off x="11091540" y="-484030"/>
            <a:ext cx="870187" cy="3622091"/>
            <a:chOff x="10956468" y="1077300"/>
            <a:chExt cx="870187" cy="2301157"/>
          </a:xfrm>
        </p:grpSpPr>
        <p:grpSp>
          <p:nvGrpSpPr>
            <p:cNvPr id="27" name="Google Shape;2905;p55"/>
            <p:cNvGrpSpPr/>
            <p:nvPr/>
          </p:nvGrpSpPr>
          <p:grpSpPr>
            <a:xfrm rot="5400000">
              <a:off x="11115768" y="2144030"/>
              <a:ext cx="1324550" cy="97225"/>
              <a:chOff x="7102950" y="434363"/>
              <a:chExt cx="1324550" cy="97225"/>
            </a:xfrm>
          </p:grpSpPr>
          <p:cxnSp>
            <p:nvCxnSpPr>
              <p:cNvPr id="30" name="Google Shape;2906;p55"/>
              <p:cNvCxnSpPr/>
              <p:nvPr/>
            </p:nvCxnSpPr>
            <p:spPr>
              <a:xfrm>
                <a:off x="7318400" y="434363"/>
                <a:ext cx="1109100" cy="0"/>
              </a:xfrm>
              <a:prstGeom prst="straightConnector1">
                <a:avLst/>
              </a:prstGeom>
              <a:noFill/>
              <a:ln w="31750" cap="rnd" cmpd="sng">
                <a:solidFill>
                  <a:srgbClr val="FCE6AF"/>
                </a:solidFill>
                <a:prstDash val="solid"/>
                <a:round/>
                <a:headEnd type="none" w="med" len="med"/>
                <a:tailEnd type="none" w="med" len="med"/>
              </a:ln>
            </p:spPr>
          </p:cxnSp>
          <p:cxnSp>
            <p:nvCxnSpPr>
              <p:cNvPr id="31" name="Google Shape;2907;p55"/>
              <p:cNvCxnSpPr/>
              <p:nvPr/>
            </p:nvCxnSpPr>
            <p:spPr>
              <a:xfrm>
                <a:off x="7102950" y="531588"/>
                <a:ext cx="1109100" cy="0"/>
              </a:xfrm>
              <a:prstGeom prst="straightConnector1">
                <a:avLst/>
              </a:prstGeom>
              <a:noFill/>
              <a:ln w="31750" cap="rnd" cmpd="sng">
                <a:solidFill>
                  <a:srgbClr val="FCE6AF"/>
                </a:solidFill>
                <a:prstDash val="solid"/>
                <a:round/>
                <a:headEnd type="none" w="med" len="med"/>
                <a:tailEnd type="none" w="med" len="med"/>
              </a:ln>
            </p:spPr>
          </p:cxnSp>
        </p:grpSp>
        <p:grpSp>
          <p:nvGrpSpPr>
            <p:cNvPr id="32" name="Google Shape;2905;p55"/>
            <p:cNvGrpSpPr/>
            <p:nvPr/>
          </p:nvGrpSpPr>
          <p:grpSpPr>
            <a:xfrm rot="5400000">
              <a:off x="10434225" y="2179267"/>
              <a:ext cx="2301157" cy="97223"/>
              <a:chOff x="7102950" y="434363"/>
              <a:chExt cx="1324550" cy="97225"/>
            </a:xfrm>
          </p:grpSpPr>
          <p:cxnSp>
            <p:nvCxnSpPr>
              <p:cNvPr id="33" name="Google Shape;2906;p55"/>
              <p:cNvCxnSpPr/>
              <p:nvPr/>
            </p:nvCxnSpPr>
            <p:spPr>
              <a:xfrm>
                <a:off x="7318400" y="434363"/>
                <a:ext cx="1109100" cy="0"/>
              </a:xfrm>
              <a:prstGeom prst="straightConnector1">
                <a:avLst/>
              </a:prstGeom>
              <a:noFill/>
              <a:ln w="31750" cap="rnd" cmpd="sng">
                <a:solidFill>
                  <a:srgbClr val="FCE6AF"/>
                </a:solidFill>
                <a:prstDash val="solid"/>
                <a:round/>
                <a:headEnd type="none" w="med" len="med"/>
                <a:tailEnd type="none" w="med" len="med"/>
              </a:ln>
            </p:spPr>
          </p:cxnSp>
          <p:cxnSp>
            <p:nvCxnSpPr>
              <p:cNvPr id="34" name="Google Shape;2907;p55"/>
              <p:cNvCxnSpPr/>
              <p:nvPr/>
            </p:nvCxnSpPr>
            <p:spPr>
              <a:xfrm>
                <a:off x="7102950" y="531588"/>
                <a:ext cx="1109100" cy="0"/>
              </a:xfrm>
              <a:prstGeom prst="straightConnector1">
                <a:avLst/>
              </a:prstGeom>
              <a:noFill/>
              <a:ln w="31750" cap="rnd" cmpd="sng">
                <a:solidFill>
                  <a:srgbClr val="FCE6AF"/>
                </a:solidFill>
                <a:prstDash val="solid"/>
                <a:round/>
                <a:headEnd type="none" w="med" len="med"/>
                <a:tailEnd type="none" w="med" len="med"/>
              </a:ln>
            </p:spPr>
          </p:cxnSp>
        </p:grpSp>
        <p:grpSp>
          <p:nvGrpSpPr>
            <p:cNvPr id="35" name="Google Shape;2905;p55"/>
            <p:cNvGrpSpPr/>
            <p:nvPr/>
          </p:nvGrpSpPr>
          <p:grpSpPr>
            <a:xfrm rot="5400000">
              <a:off x="10729287" y="2251343"/>
              <a:ext cx="1324550" cy="97225"/>
              <a:chOff x="7102950" y="434363"/>
              <a:chExt cx="1324550" cy="97225"/>
            </a:xfrm>
          </p:grpSpPr>
          <p:cxnSp>
            <p:nvCxnSpPr>
              <p:cNvPr id="36" name="Google Shape;2906;p55"/>
              <p:cNvCxnSpPr/>
              <p:nvPr/>
            </p:nvCxnSpPr>
            <p:spPr>
              <a:xfrm>
                <a:off x="7318400" y="434363"/>
                <a:ext cx="1109100" cy="0"/>
              </a:xfrm>
              <a:prstGeom prst="straightConnector1">
                <a:avLst/>
              </a:prstGeom>
              <a:noFill/>
              <a:ln w="31750" cap="rnd" cmpd="sng">
                <a:solidFill>
                  <a:srgbClr val="FCE6AF"/>
                </a:solidFill>
                <a:prstDash val="solid"/>
                <a:round/>
                <a:headEnd type="none" w="med" len="med"/>
                <a:tailEnd type="none" w="med" len="med"/>
              </a:ln>
            </p:spPr>
          </p:cxnSp>
          <p:cxnSp>
            <p:nvCxnSpPr>
              <p:cNvPr id="37" name="Google Shape;2907;p55"/>
              <p:cNvCxnSpPr/>
              <p:nvPr/>
            </p:nvCxnSpPr>
            <p:spPr>
              <a:xfrm>
                <a:off x="7102950" y="531588"/>
                <a:ext cx="1109100" cy="0"/>
              </a:xfrm>
              <a:prstGeom prst="straightConnector1">
                <a:avLst/>
              </a:prstGeom>
              <a:noFill/>
              <a:ln w="31750" cap="rnd" cmpd="sng">
                <a:solidFill>
                  <a:srgbClr val="FCE6AF"/>
                </a:solidFill>
                <a:prstDash val="solid"/>
                <a:round/>
                <a:headEnd type="none" w="med" len="med"/>
                <a:tailEnd type="none" w="med" len="med"/>
              </a:ln>
            </p:spPr>
          </p:cxnSp>
        </p:grpSp>
        <p:grpSp>
          <p:nvGrpSpPr>
            <p:cNvPr id="38" name="Google Shape;2905;p55"/>
            <p:cNvGrpSpPr/>
            <p:nvPr/>
          </p:nvGrpSpPr>
          <p:grpSpPr>
            <a:xfrm rot="5400000">
              <a:off x="10394450" y="1975618"/>
              <a:ext cx="1607743" cy="97225"/>
              <a:chOff x="7102950" y="434363"/>
              <a:chExt cx="1324550" cy="97225"/>
            </a:xfrm>
          </p:grpSpPr>
          <p:cxnSp>
            <p:nvCxnSpPr>
              <p:cNvPr id="39" name="Google Shape;2906;p55"/>
              <p:cNvCxnSpPr/>
              <p:nvPr/>
            </p:nvCxnSpPr>
            <p:spPr>
              <a:xfrm>
                <a:off x="7318400" y="434363"/>
                <a:ext cx="1109100" cy="0"/>
              </a:xfrm>
              <a:prstGeom prst="straightConnector1">
                <a:avLst/>
              </a:prstGeom>
              <a:noFill/>
              <a:ln w="31750" cap="rnd" cmpd="sng">
                <a:solidFill>
                  <a:srgbClr val="FCE6AF"/>
                </a:solidFill>
                <a:prstDash val="solid"/>
                <a:round/>
                <a:headEnd type="none" w="med" len="med"/>
                <a:tailEnd type="none" w="med" len="med"/>
              </a:ln>
            </p:spPr>
          </p:cxnSp>
          <p:cxnSp>
            <p:nvCxnSpPr>
              <p:cNvPr id="48" name="Google Shape;2907;p55"/>
              <p:cNvCxnSpPr/>
              <p:nvPr/>
            </p:nvCxnSpPr>
            <p:spPr>
              <a:xfrm>
                <a:off x="7102950" y="531588"/>
                <a:ext cx="1109100" cy="0"/>
              </a:xfrm>
              <a:prstGeom prst="straightConnector1">
                <a:avLst/>
              </a:prstGeom>
              <a:noFill/>
              <a:ln w="31750" cap="rnd" cmpd="sng">
                <a:solidFill>
                  <a:srgbClr val="FCE6AF"/>
                </a:solidFill>
                <a:prstDash val="solid"/>
                <a:round/>
                <a:headEnd type="none" w="med" len="med"/>
                <a:tailEnd type="none" w="med" len="med"/>
              </a:ln>
            </p:spPr>
          </p:cxnSp>
        </p:grpSp>
        <p:grpSp>
          <p:nvGrpSpPr>
            <p:cNvPr id="49" name="Google Shape;2905;p55"/>
            <p:cNvGrpSpPr/>
            <p:nvPr/>
          </p:nvGrpSpPr>
          <p:grpSpPr>
            <a:xfrm rot="16200000">
              <a:off x="10419128" y="2143618"/>
              <a:ext cx="1171903" cy="97224"/>
              <a:chOff x="7102950" y="434363"/>
              <a:chExt cx="1324550" cy="97225"/>
            </a:xfrm>
          </p:grpSpPr>
          <p:cxnSp>
            <p:nvCxnSpPr>
              <p:cNvPr id="50" name="Google Shape;2906;p55"/>
              <p:cNvCxnSpPr/>
              <p:nvPr/>
            </p:nvCxnSpPr>
            <p:spPr>
              <a:xfrm>
                <a:off x="7318400" y="434363"/>
                <a:ext cx="1109100" cy="0"/>
              </a:xfrm>
              <a:prstGeom prst="straightConnector1">
                <a:avLst/>
              </a:prstGeom>
              <a:noFill/>
              <a:ln w="31750" cap="rnd" cmpd="sng">
                <a:solidFill>
                  <a:srgbClr val="FCE6AF"/>
                </a:solidFill>
                <a:prstDash val="solid"/>
                <a:round/>
                <a:headEnd type="none" w="med" len="med"/>
                <a:tailEnd type="none" w="med" len="med"/>
              </a:ln>
            </p:spPr>
          </p:cxnSp>
          <p:cxnSp>
            <p:nvCxnSpPr>
              <p:cNvPr id="59" name="Google Shape;2907;p55"/>
              <p:cNvCxnSpPr/>
              <p:nvPr/>
            </p:nvCxnSpPr>
            <p:spPr>
              <a:xfrm>
                <a:off x="7102950" y="531588"/>
                <a:ext cx="1109100" cy="0"/>
              </a:xfrm>
              <a:prstGeom prst="straightConnector1">
                <a:avLst/>
              </a:prstGeom>
              <a:noFill/>
              <a:ln w="31750" cap="rnd" cmpd="sng">
                <a:solidFill>
                  <a:srgbClr val="FCE6AF"/>
                </a:solidFill>
                <a:prstDash val="solid"/>
                <a:round/>
                <a:headEnd type="none" w="med" len="med"/>
                <a:tailEnd type="none" w="med" len="med"/>
              </a:ln>
            </p:spPr>
          </p:cxnSp>
        </p:grpSp>
      </p:grpSp>
      <p:grpSp>
        <p:nvGrpSpPr>
          <p:cNvPr id="60" name="组合 59"/>
          <p:cNvGrpSpPr/>
          <p:nvPr/>
        </p:nvGrpSpPr>
        <p:grpSpPr>
          <a:xfrm>
            <a:off x="478971" y="455005"/>
            <a:ext cx="4849588" cy="492443"/>
            <a:chOff x="174171" y="513062"/>
            <a:chExt cx="4849588" cy="492443"/>
          </a:xfrm>
        </p:grpSpPr>
        <p:sp>
          <p:nvSpPr>
            <p:cNvPr id="61" name="PA-矩形 4"/>
            <p:cNvSpPr>
              <a:spLocks noChangeArrowheads="1"/>
            </p:cNvSpPr>
            <p:nvPr>
              <p:custDataLst>
                <p:tags r:id="rId3"/>
              </p:custDataLst>
            </p:nvPr>
          </p:nvSpPr>
          <p:spPr bwMode="auto">
            <a:xfrm>
              <a:off x="403999" y="513062"/>
              <a:ext cx="461976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3200" dirty="0">
                  <a:solidFill>
                    <a:srgbClr val="6E7D75"/>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sym typeface="阿里巴巴普惠体 H" panose="00020600040101010101" pitchFamily="18" charset="-122"/>
                </a:rPr>
                <a:t>这里输入标题</a:t>
              </a:r>
              <a:endParaRPr lang="zh-CN" altLang="en-US" sz="3200" dirty="0">
                <a:solidFill>
                  <a:srgbClr val="6E7D75"/>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sym typeface="阿里巴巴普惠体 H" panose="00020600040101010101" pitchFamily="18" charset="-122"/>
              </a:endParaRPr>
            </a:p>
          </p:txBody>
        </p:sp>
        <p:sp>
          <p:nvSpPr>
            <p:cNvPr id="62" name="矩形 61"/>
            <p:cNvSpPr/>
            <p:nvPr/>
          </p:nvSpPr>
          <p:spPr>
            <a:xfrm>
              <a:off x="174171" y="568588"/>
              <a:ext cx="72572" cy="381391"/>
            </a:xfrm>
            <a:prstGeom prst="rect">
              <a:avLst/>
            </a:prstGeom>
            <a:solidFill>
              <a:srgbClr val="6E7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5" name="组合 4"/>
          <p:cNvGrpSpPr/>
          <p:nvPr/>
        </p:nvGrpSpPr>
        <p:grpSpPr>
          <a:xfrm>
            <a:off x="2972330" y="2236768"/>
            <a:ext cx="3369119" cy="3360405"/>
            <a:chOff x="2972330" y="2236768"/>
            <a:chExt cx="3369119" cy="3360405"/>
          </a:xfrm>
        </p:grpSpPr>
        <p:pic>
          <p:nvPicPr>
            <p:cNvPr id="25" name="Google Shape;2017;p35"/>
            <p:cNvPicPr preferRelativeResize="0"/>
            <p:nvPr/>
          </p:nvPicPr>
          <p:blipFill rotWithShape="1">
            <a:blip r:embed="rId4">
              <a:alphaModFix amt="62000"/>
            </a:blip>
            <a:srcRect t="406" b="416"/>
            <a:stretch>
              <a:fillRect/>
            </a:stretch>
          </p:blipFill>
          <p:spPr>
            <a:xfrm rot="10800000" flipH="1">
              <a:off x="2972330" y="2236768"/>
              <a:ext cx="3369119" cy="3360405"/>
            </a:xfrm>
            <a:prstGeom prst="ellipse">
              <a:avLst/>
            </a:prstGeom>
            <a:solidFill>
              <a:srgbClr val="FCE6AF">
                <a:alpha val="50000"/>
              </a:srgbClr>
            </a:solidFill>
            <a:ln>
              <a:noFill/>
            </a:ln>
          </p:spPr>
        </p:pic>
        <p:grpSp>
          <p:nvGrpSpPr>
            <p:cNvPr id="41" name="组合 40"/>
            <p:cNvGrpSpPr/>
            <p:nvPr/>
          </p:nvGrpSpPr>
          <p:grpSpPr>
            <a:xfrm>
              <a:off x="4126761" y="2438265"/>
              <a:ext cx="1059815" cy="1059815"/>
              <a:chOff x="4184015" y="2655980"/>
              <a:chExt cx="1059815" cy="1059815"/>
            </a:xfrm>
          </p:grpSpPr>
          <p:sp>
            <p:nvSpPr>
              <p:cNvPr id="42" name="椭圆 41"/>
              <p:cNvSpPr/>
              <p:nvPr/>
            </p:nvSpPr>
            <p:spPr>
              <a:xfrm>
                <a:off x="4184015" y="2655980"/>
                <a:ext cx="1059815" cy="1059815"/>
              </a:xfrm>
              <a:prstGeom prst="ellipse">
                <a:avLst/>
              </a:prstGeom>
              <a:noFill/>
              <a:ln w="12700" cap="flat" cmpd="sng" algn="ctr">
                <a:noFill/>
                <a:prstDash val="solid"/>
                <a:miter lim="800000"/>
              </a:ln>
              <a:effectLst/>
            </p:spPr>
            <p:txBody>
              <a:bodyPr rtlCol="0" anchor="ctr"/>
              <a:lstStyle/>
              <a:p>
                <a:pPr algn="ctr"/>
                <a:endParaRPr lang="zh-CN" altLang="en-US" kern="0" dirty="0">
                  <a:solidFill>
                    <a:prstClr val="white"/>
                  </a:solidFill>
                  <a:latin typeface="Calibri" panose="020F0502020204030204"/>
                </a:endParaRPr>
              </a:p>
            </p:txBody>
          </p:sp>
          <p:sp>
            <p:nvSpPr>
              <p:cNvPr id="43" name="Camille19"/>
              <p:cNvSpPr/>
              <p:nvPr/>
            </p:nvSpPr>
            <p:spPr>
              <a:xfrm>
                <a:off x="4478020" y="2865212"/>
                <a:ext cx="471805" cy="641350"/>
              </a:xfrm>
              <a:custGeom>
                <a:avLst/>
                <a:gdLst/>
                <a:ahLst/>
                <a:cxnLst>
                  <a:cxn ang="0">
                    <a:pos x="91405913" y="34128055"/>
                  </a:cxn>
                  <a:cxn ang="0">
                    <a:pos x="91405913" y="34128055"/>
                  </a:cxn>
                  <a:cxn ang="0">
                    <a:pos x="30644892" y="4395253"/>
                  </a:cxn>
                  <a:cxn ang="0">
                    <a:pos x="2377681" y="13702747"/>
                  </a:cxn>
                  <a:cxn ang="0">
                    <a:pos x="0" y="20424729"/>
                  </a:cxn>
                  <a:cxn ang="0">
                    <a:pos x="2377681" y="89197826"/>
                  </a:cxn>
                  <a:cxn ang="0">
                    <a:pos x="4755362" y="93851284"/>
                  </a:cxn>
                  <a:cxn ang="0">
                    <a:pos x="58647721" y="125652031"/>
                  </a:cxn>
                  <a:cxn ang="0">
                    <a:pos x="61025403" y="125652031"/>
                  </a:cxn>
                  <a:cxn ang="0">
                    <a:pos x="63403084" y="125652031"/>
                  </a:cxn>
                  <a:cxn ang="0">
                    <a:pos x="65516384" y="123584085"/>
                  </a:cxn>
                  <a:cxn ang="0">
                    <a:pos x="65516384" y="52484259"/>
                  </a:cxn>
                  <a:cxn ang="0">
                    <a:pos x="63403084" y="47830802"/>
                  </a:cxn>
                  <a:cxn ang="0">
                    <a:pos x="11624025" y="18098000"/>
                  </a:cxn>
                  <a:cxn ang="0">
                    <a:pos x="18756485" y="13702747"/>
                  </a:cxn>
                  <a:cxn ang="0">
                    <a:pos x="28267211" y="11376018"/>
                  </a:cxn>
                  <a:cxn ang="0">
                    <a:pos x="79518091" y="38781512"/>
                  </a:cxn>
                  <a:cxn ang="0">
                    <a:pos x="81895772" y="41108241"/>
                  </a:cxn>
                  <a:cxn ang="0">
                    <a:pos x="81895772" y="109881338"/>
                  </a:cxn>
                  <a:cxn ang="0">
                    <a:pos x="86650550" y="114276592"/>
                  </a:cxn>
                  <a:cxn ang="0">
                    <a:pos x="93519213" y="109881338"/>
                  </a:cxn>
                  <a:cxn ang="0">
                    <a:pos x="93519213" y="36454784"/>
                  </a:cxn>
                  <a:cxn ang="0">
                    <a:pos x="91405913" y="34128055"/>
                  </a:cxn>
                </a:cxnLst>
                <a:rect l="0" t="0" r="0" b="0"/>
                <a:pathLst>
                  <a:path w="355" h="487">
                    <a:moveTo>
                      <a:pt x="346" y="132"/>
                    </a:moveTo>
                    <a:lnTo>
                      <a:pt x="346" y="132"/>
                    </a:lnTo>
                    <a:cubicBezTo>
                      <a:pt x="116" y="17"/>
                      <a:pt x="116" y="17"/>
                      <a:pt x="116" y="17"/>
                    </a:cubicBezTo>
                    <a:cubicBezTo>
                      <a:pt x="89" y="0"/>
                      <a:pt x="27" y="25"/>
                      <a:pt x="9" y="53"/>
                    </a:cubicBezTo>
                    <a:cubicBezTo>
                      <a:pt x="0" y="70"/>
                      <a:pt x="0" y="79"/>
                      <a:pt x="0" y="79"/>
                    </a:cubicBezTo>
                    <a:cubicBezTo>
                      <a:pt x="9" y="345"/>
                      <a:pt x="9" y="345"/>
                      <a:pt x="9" y="345"/>
                    </a:cubicBezTo>
                    <a:cubicBezTo>
                      <a:pt x="9" y="345"/>
                      <a:pt x="18" y="354"/>
                      <a:pt x="18" y="363"/>
                    </a:cubicBezTo>
                    <a:cubicBezTo>
                      <a:pt x="36" y="363"/>
                      <a:pt x="222" y="486"/>
                      <a:pt x="222" y="486"/>
                    </a:cubicBezTo>
                    <a:cubicBezTo>
                      <a:pt x="231" y="486"/>
                      <a:pt x="231" y="486"/>
                      <a:pt x="231" y="486"/>
                    </a:cubicBezTo>
                    <a:cubicBezTo>
                      <a:pt x="240" y="486"/>
                      <a:pt x="240" y="486"/>
                      <a:pt x="240" y="486"/>
                    </a:cubicBezTo>
                    <a:cubicBezTo>
                      <a:pt x="248" y="486"/>
                      <a:pt x="248" y="478"/>
                      <a:pt x="248" y="478"/>
                    </a:cubicBezTo>
                    <a:cubicBezTo>
                      <a:pt x="248" y="203"/>
                      <a:pt x="248" y="203"/>
                      <a:pt x="248" y="203"/>
                    </a:cubicBezTo>
                    <a:cubicBezTo>
                      <a:pt x="248" y="194"/>
                      <a:pt x="248" y="194"/>
                      <a:pt x="240" y="185"/>
                    </a:cubicBezTo>
                    <a:cubicBezTo>
                      <a:pt x="44" y="70"/>
                      <a:pt x="44" y="70"/>
                      <a:pt x="44" y="70"/>
                    </a:cubicBezTo>
                    <a:cubicBezTo>
                      <a:pt x="44" y="70"/>
                      <a:pt x="53" y="61"/>
                      <a:pt x="71" y="53"/>
                    </a:cubicBezTo>
                    <a:cubicBezTo>
                      <a:pt x="89" y="44"/>
                      <a:pt x="97" y="44"/>
                      <a:pt x="107" y="44"/>
                    </a:cubicBezTo>
                    <a:cubicBezTo>
                      <a:pt x="107" y="44"/>
                      <a:pt x="293" y="150"/>
                      <a:pt x="301" y="150"/>
                    </a:cubicBezTo>
                    <a:cubicBezTo>
                      <a:pt x="310" y="159"/>
                      <a:pt x="310" y="159"/>
                      <a:pt x="310" y="159"/>
                    </a:cubicBezTo>
                    <a:cubicBezTo>
                      <a:pt x="310" y="168"/>
                      <a:pt x="310" y="425"/>
                      <a:pt x="310" y="425"/>
                    </a:cubicBezTo>
                    <a:cubicBezTo>
                      <a:pt x="310" y="433"/>
                      <a:pt x="319" y="442"/>
                      <a:pt x="328" y="442"/>
                    </a:cubicBezTo>
                    <a:cubicBezTo>
                      <a:pt x="337" y="442"/>
                      <a:pt x="354" y="433"/>
                      <a:pt x="354" y="425"/>
                    </a:cubicBezTo>
                    <a:cubicBezTo>
                      <a:pt x="354" y="141"/>
                      <a:pt x="354" y="141"/>
                      <a:pt x="354" y="141"/>
                    </a:cubicBezTo>
                    <a:lnTo>
                      <a:pt x="346" y="132"/>
                    </a:lnTo>
                  </a:path>
                </a:pathLst>
              </a:custGeom>
              <a:solidFill>
                <a:srgbClr val="6E7D75"/>
              </a:solidFill>
              <a:ln w="12700" cap="flat" cmpd="sng" algn="ctr">
                <a:noFill/>
                <a:prstDash val="solid"/>
                <a:miter lim="800000"/>
              </a:ln>
              <a:effectLst/>
            </p:spPr>
            <p:txBody>
              <a:bodyPr rtlCol="0" anchor="ctr"/>
              <a:lstStyle/>
              <a:p>
                <a:endParaRPr lang="zh-CN" altLang="en-US"/>
              </a:p>
            </p:txBody>
          </p:sp>
        </p:grpSp>
        <p:grpSp>
          <p:nvGrpSpPr>
            <p:cNvPr id="44" name="组合 43"/>
            <p:cNvGrpSpPr/>
            <p:nvPr/>
          </p:nvGrpSpPr>
          <p:grpSpPr>
            <a:xfrm>
              <a:off x="3691461" y="3715277"/>
              <a:ext cx="1930414" cy="1114165"/>
              <a:chOff x="1595921" y="3163736"/>
              <a:chExt cx="4408792" cy="1114165"/>
            </a:xfrm>
          </p:grpSpPr>
          <p:sp>
            <p:nvSpPr>
              <p:cNvPr id="45" name="PA-矩形 4"/>
              <p:cNvSpPr>
                <a:spLocks noChangeArrowheads="1"/>
              </p:cNvSpPr>
              <p:nvPr>
                <p:custDataLst>
                  <p:tags r:id="rId5"/>
                </p:custDataLst>
              </p:nvPr>
            </p:nvSpPr>
            <p:spPr bwMode="auto">
              <a:xfrm>
                <a:off x="1595921" y="3660296"/>
                <a:ext cx="4408792" cy="617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rPr>
                  <a:t>输入您的文本文字，更改文字的颜色或者大小属性。</a:t>
                </a:r>
                <a:endPar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46" name="PA-矩形 4"/>
              <p:cNvSpPr>
                <a:spLocks noChangeArrowheads="1"/>
              </p:cNvSpPr>
              <p:nvPr>
                <p:custDataLst>
                  <p:tags r:id="rId6"/>
                </p:custDataLst>
              </p:nvPr>
            </p:nvSpPr>
            <p:spPr bwMode="auto">
              <a:xfrm>
                <a:off x="2308345" y="3163736"/>
                <a:ext cx="29839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rPr>
                  <a:t>关键词</a:t>
                </a:r>
                <a:endPar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grpSp>
      </p:grpSp>
      <p:grpSp>
        <p:nvGrpSpPr>
          <p:cNvPr id="3" name="组合 2"/>
          <p:cNvGrpSpPr/>
          <p:nvPr/>
        </p:nvGrpSpPr>
        <p:grpSpPr>
          <a:xfrm>
            <a:off x="986966" y="2438265"/>
            <a:ext cx="1930414" cy="2704981"/>
            <a:chOff x="986966" y="2438265"/>
            <a:chExt cx="1930414" cy="2704981"/>
          </a:xfrm>
        </p:grpSpPr>
        <p:grpSp>
          <p:nvGrpSpPr>
            <p:cNvPr id="4" name="组合 3"/>
            <p:cNvGrpSpPr/>
            <p:nvPr/>
          </p:nvGrpSpPr>
          <p:grpSpPr>
            <a:xfrm>
              <a:off x="1422266" y="2438265"/>
              <a:ext cx="1059815" cy="1059815"/>
              <a:chOff x="1614805" y="2655980"/>
              <a:chExt cx="1059815" cy="1059815"/>
            </a:xfrm>
          </p:grpSpPr>
          <p:sp>
            <p:nvSpPr>
              <p:cNvPr id="6" name="椭圆 5"/>
              <p:cNvSpPr/>
              <p:nvPr/>
            </p:nvSpPr>
            <p:spPr>
              <a:xfrm>
                <a:off x="1614805" y="2655980"/>
                <a:ext cx="1059815" cy="1059815"/>
              </a:xfrm>
              <a:prstGeom prst="ellipse">
                <a:avLst/>
              </a:prstGeom>
              <a:solidFill>
                <a:srgbClr val="FCE6AF">
                  <a:alpha val="40000"/>
                </a:srgbClr>
              </a:solidFill>
              <a:ln w="12700" cap="flat" cmpd="sng" algn="ctr">
                <a:noFill/>
                <a:prstDash val="solid"/>
                <a:miter lim="800000"/>
              </a:ln>
              <a:effectLst/>
            </p:spPr>
            <p:txBody>
              <a:bodyPr rtlCol="0" anchor="ctr"/>
              <a:lstStyle/>
              <a:p>
                <a:pPr algn="ctr"/>
                <a:endParaRPr lang="zh-CN" altLang="en-US" kern="0" dirty="0">
                  <a:solidFill>
                    <a:prstClr val="white"/>
                  </a:solidFill>
                  <a:latin typeface="Calibri" panose="020F0502020204030204"/>
                </a:endParaRPr>
              </a:p>
            </p:txBody>
          </p:sp>
          <p:sp>
            <p:nvSpPr>
              <p:cNvPr id="9" name="Camille5"/>
              <p:cNvSpPr>
                <a:spLocks noEditPoints="1"/>
              </p:cNvSpPr>
              <p:nvPr/>
            </p:nvSpPr>
            <p:spPr bwMode="auto">
              <a:xfrm>
                <a:off x="1891030" y="2957605"/>
                <a:ext cx="507365" cy="456565"/>
              </a:xfrm>
              <a:custGeom>
                <a:avLst/>
                <a:gdLst>
                  <a:gd name="T0" fmla="*/ 83 w 123"/>
                  <a:gd name="T1" fmla="*/ 35 h 107"/>
                  <a:gd name="T2" fmla="*/ 41 w 123"/>
                  <a:gd name="T3" fmla="*/ 50 h 107"/>
                  <a:gd name="T4" fmla="*/ 33 w 123"/>
                  <a:gd name="T5" fmla="*/ 50 h 107"/>
                  <a:gd name="T6" fmla="*/ 49 w 123"/>
                  <a:gd name="T7" fmla="*/ 73 h 107"/>
                  <a:gd name="T8" fmla="*/ 52 w 123"/>
                  <a:gd name="T9" fmla="*/ 75 h 107"/>
                  <a:gd name="T10" fmla="*/ 55 w 123"/>
                  <a:gd name="T11" fmla="*/ 76 h 107"/>
                  <a:gd name="T12" fmla="*/ 59 w 123"/>
                  <a:gd name="T13" fmla="*/ 74 h 107"/>
                  <a:gd name="T14" fmla="*/ 91 w 123"/>
                  <a:gd name="T15" fmla="*/ 43 h 107"/>
                  <a:gd name="T16" fmla="*/ 87 w 123"/>
                  <a:gd name="T17" fmla="*/ 33 h 107"/>
                  <a:gd name="T18" fmla="*/ 7 w 123"/>
                  <a:gd name="T19" fmla="*/ 94 h 107"/>
                  <a:gd name="T20" fmla="*/ 17 w 123"/>
                  <a:gd name="T21" fmla="*/ 101 h 107"/>
                  <a:gd name="T22" fmla="*/ 106 w 123"/>
                  <a:gd name="T23" fmla="*/ 101 h 107"/>
                  <a:gd name="T24" fmla="*/ 116 w 123"/>
                  <a:gd name="T25" fmla="*/ 94 h 107"/>
                  <a:gd name="T26" fmla="*/ 106 w 123"/>
                  <a:gd name="T27" fmla="*/ 101 h 107"/>
                  <a:gd name="T28" fmla="*/ 7 w 123"/>
                  <a:gd name="T29" fmla="*/ 77 h 107"/>
                  <a:gd name="T30" fmla="*/ 17 w 123"/>
                  <a:gd name="T31" fmla="*/ 84 h 107"/>
                  <a:gd name="T32" fmla="*/ 106 w 123"/>
                  <a:gd name="T33" fmla="*/ 84 h 107"/>
                  <a:gd name="T34" fmla="*/ 116 w 123"/>
                  <a:gd name="T35" fmla="*/ 77 h 107"/>
                  <a:gd name="T36" fmla="*/ 106 w 123"/>
                  <a:gd name="T37" fmla="*/ 84 h 107"/>
                  <a:gd name="T38" fmla="*/ 7 w 123"/>
                  <a:gd name="T39" fmla="*/ 59 h 107"/>
                  <a:gd name="T40" fmla="*/ 17 w 123"/>
                  <a:gd name="T41" fmla="*/ 67 h 107"/>
                  <a:gd name="T42" fmla="*/ 106 w 123"/>
                  <a:gd name="T43" fmla="*/ 67 h 107"/>
                  <a:gd name="T44" fmla="*/ 116 w 123"/>
                  <a:gd name="T45" fmla="*/ 59 h 107"/>
                  <a:gd name="T46" fmla="*/ 106 w 123"/>
                  <a:gd name="T47" fmla="*/ 67 h 107"/>
                  <a:gd name="T48" fmla="*/ 7 w 123"/>
                  <a:gd name="T49" fmla="*/ 42 h 107"/>
                  <a:gd name="T50" fmla="*/ 17 w 123"/>
                  <a:gd name="T51" fmla="*/ 50 h 107"/>
                  <a:gd name="T52" fmla="*/ 106 w 123"/>
                  <a:gd name="T53" fmla="*/ 50 h 107"/>
                  <a:gd name="T54" fmla="*/ 116 w 123"/>
                  <a:gd name="T55" fmla="*/ 42 h 107"/>
                  <a:gd name="T56" fmla="*/ 106 w 123"/>
                  <a:gd name="T57" fmla="*/ 50 h 107"/>
                  <a:gd name="T58" fmla="*/ 7 w 123"/>
                  <a:gd name="T59" fmla="*/ 25 h 107"/>
                  <a:gd name="T60" fmla="*/ 17 w 123"/>
                  <a:gd name="T61" fmla="*/ 32 h 107"/>
                  <a:gd name="T62" fmla="*/ 106 w 123"/>
                  <a:gd name="T63" fmla="*/ 32 h 107"/>
                  <a:gd name="T64" fmla="*/ 116 w 123"/>
                  <a:gd name="T65" fmla="*/ 25 h 107"/>
                  <a:gd name="T66" fmla="*/ 106 w 123"/>
                  <a:gd name="T67" fmla="*/ 32 h 107"/>
                  <a:gd name="T68" fmla="*/ 24 w 123"/>
                  <a:gd name="T69" fmla="*/ 78 h 107"/>
                  <a:gd name="T70" fmla="*/ 29 w 123"/>
                  <a:gd name="T71" fmla="*/ 23 h 107"/>
                  <a:gd name="T72" fmla="*/ 98 w 123"/>
                  <a:gd name="T73" fmla="*/ 28 h 107"/>
                  <a:gd name="T74" fmla="*/ 93 w 123"/>
                  <a:gd name="T75" fmla="*/ 83 h 107"/>
                  <a:gd name="T76" fmla="*/ 7 w 123"/>
                  <a:gd name="T77" fmla="*/ 15 h 107"/>
                  <a:gd name="T78" fmla="*/ 17 w 123"/>
                  <a:gd name="T79" fmla="*/ 8 h 107"/>
                  <a:gd name="T80" fmla="*/ 7 w 123"/>
                  <a:gd name="T81" fmla="*/ 15 h 107"/>
                  <a:gd name="T82" fmla="*/ 106 w 123"/>
                  <a:gd name="T83" fmla="*/ 8 h 107"/>
                  <a:gd name="T84" fmla="*/ 116 w 123"/>
                  <a:gd name="T85" fmla="*/ 15 h 107"/>
                  <a:gd name="T86" fmla="*/ 122 w 123"/>
                  <a:gd name="T87" fmla="*/ 0 h 107"/>
                  <a:gd name="T88" fmla="*/ 98 w 123"/>
                  <a:gd name="T89" fmla="*/ 1 h 107"/>
                  <a:gd name="T90" fmla="*/ 93 w 123"/>
                  <a:gd name="T91" fmla="*/ 14 h 107"/>
                  <a:gd name="T92" fmla="*/ 24 w 123"/>
                  <a:gd name="T93" fmla="*/ 9 h 107"/>
                  <a:gd name="T94" fmla="*/ 23 w 123"/>
                  <a:gd name="T95" fmla="*/ 0 h 107"/>
                  <a:gd name="T96" fmla="*/ 0 w 123"/>
                  <a:gd name="T97" fmla="*/ 1 h 107"/>
                  <a:gd name="T98" fmla="*/ 1 w 123"/>
                  <a:gd name="T99" fmla="*/ 107 h 107"/>
                  <a:gd name="T100" fmla="*/ 24 w 123"/>
                  <a:gd name="T101" fmla="*/ 105 h 107"/>
                  <a:gd name="T102" fmla="*/ 29 w 123"/>
                  <a:gd name="T103" fmla="*/ 92 h 107"/>
                  <a:gd name="T104" fmla="*/ 98 w 123"/>
                  <a:gd name="T105" fmla="*/ 97 h 107"/>
                  <a:gd name="T106" fmla="*/ 99 w 123"/>
                  <a:gd name="T107" fmla="*/ 107 h 107"/>
                  <a:gd name="T108" fmla="*/ 123 w 123"/>
                  <a:gd name="T109" fmla="*/ 105 h 107"/>
                  <a:gd name="T110" fmla="*/ 122 w 123"/>
                  <a:gd name="T11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23" h="107">
                    <a:moveTo>
                      <a:pt x="87" y="33"/>
                    </a:moveTo>
                    <a:cubicBezTo>
                      <a:pt x="86" y="33"/>
                      <a:pt x="84" y="34"/>
                      <a:pt x="83" y="35"/>
                    </a:cubicBezTo>
                    <a:cubicBezTo>
                      <a:pt x="55" y="62"/>
                      <a:pt x="55" y="62"/>
                      <a:pt x="55" y="62"/>
                    </a:cubicBezTo>
                    <a:cubicBezTo>
                      <a:pt x="41" y="50"/>
                      <a:pt x="41" y="50"/>
                      <a:pt x="41" y="50"/>
                    </a:cubicBezTo>
                    <a:cubicBezTo>
                      <a:pt x="40" y="49"/>
                      <a:pt x="38" y="48"/>
                      <a:pt x="37" y="48"/>
                    </a:cubicBezTo>
                    <a:cubicBezTo>
                      <a:pt x="36" y="48"/>
                      <a:pt x="34" y="49"/>
                      <a:pt x="33" y="50"/>
                    </a:cubicBezTo>
                    <a:cubicBezTo>
                      <a:pt x="31" y="52"/>
                      <a:pt x="31" y="56"/>
                      <a:pt x="33" y="58"/>
                    </a:cubicBezTo>
                    <a:cubicBezTo>
                      <a:pt x="49" y="73"/>
                      <a:pt x="49" y="73"/>
                      <a:pt x="49" y="73"/>
                    </a:cubicBezTo>
                    <a:cubicBezTo>
                      <a:pt x="49" y="73"/>
                      <a:pt x="50" y="74"/>
                      <a:pt x="50" y="74"/>
                    </a:cubicBezTo>
                    <a:cubicBezTo>
                      <a:pt x="51" y="75"/>
                      <a:pt x="51" y="75"/>
                      <a:pt x="52" y="75"/>
                    </a:cubicBezTo>
                    <a:cubicBezTo>
                      <a:pt x="53" y="76"/>
                      <a:pt x="54" y="76"/>
                      <a:pt x="55" y="76"/>
                    </a:cubicBezTo>
                    <a:cubicBezTo>
                      <a:pt x="55" y="76"/>
                      <a:pt x="55" y="76"/>
                      <a:pt x="55" y="76"/>
                    </a:cubicBezTo>
                    <a:cubicBezTo>
                      <a:pt x="56" y="76"/>
                      <a:pt x="57" y="75"/>
                      <a:pt x="57" y="75"/>
                    </a:cubicBezTo>
                    <a:cubicBezTo>
                      <a:pt x="58" y="75"/>
                      <a:pt x="59" y="74"/>
                      <a:pt x="59" y="74"/>
                    </a:cubicBezTo>
                    <a:cubicBezTo>
                      <a:pt x="60" y="74"/>
                      <a:pt x="60" y="73"/>
                      <a:pt x="60" y="73"/>
                    </a:cubicBezTo>
                    <a:cubicBezTo>
                      <a:pt x="91" y="43"/>
                      <a:pt x="91" y="43"/>
                      <a:pt x="91" y="43"/>
                    </a:cubicBezTo>
                    <a:cubicBezTo>
                      <a:pt x="93" y="41"/>
                      <a:pt x="93" y="38"/>
                      <a:pt x="91" y="35"/>
                    </a:cubicBezTo>
                    <a:cubicBezTo>
                      <a:pt x="90" y="34"/>
                      <a:pt x="89" y="33"/>
                      <a:pt x="87" y="33"/>
                    </a:cubicBezTo>
                    <a:moveTo>
                      <a:pt x="7" y="101"/>
                    </a:moveTo>
                    <a:cubicBezTo>
                      <a:pt x="7" y="94"/>
                      <a:pt x="7" y="94"/>
                      <a:pt x="7" y="94"/>
                    </a:cubicBezTo>
                    <a:cubicBezTo>
                      <a:pt x="17" y="94"/>
                      <a:pt x="17" y="94"/>
                      <a:pt x="17" y="94"/>
                    </a:cubicBezTo>
                    <a:cubicBezTo>
                      <a:pt x="17" y="101"/>
                      <a:pt x="17" y="101"/>
                      <a:pt x="17" y="101"/>
                    </a:cubicBezTo>
                    <a:cubicBezTo>
                      <a:pt x="7" y="101"/>
                      <a:pt x="7" y="101"/>
                      <a:pt x="7" y="101"/>
                    </a:cubicBezTo>
                    <a:moveTo>
                      <a:pt x="106" y="101"/>
                    </a:moveTo>
                    <a:cubicBezTo>
                      <a:pt x="106" y="94"/>
                      <a:pt x="106" y="94"/>
                      <a:pt x="106" y="94"/>
                    </a:cubicBezTo>
                    <a:cubicBezTo>
                      <a:pt x="116" y="94"/>
                      <a:pt x="116" y="94"/>
                      <a:pt x="116" y="94"/>
                    </a:cubicBezTo>
                    <a:cubicBezTo>
                      <a:pt x="116" y="101"/>
                      <a:pt x="116" y="101"/>
                      <a:pt x="116" y="101"/>
                    </a:cubicBezTo>
                    <a:cubicBezTo>
                      <a:pt x="106" y="101"/>
                      <a:pt x="106" y="101"/>
                      <a:pt x="106" y="101"/>
                    </a:cubicBezTo>
                    <a:moveTo>
                      <a:pt x="7" y="84"/>
                    </a:moveTo>
                    <a:cubicBezTo>
                      <a:pt x="7" y="77"/>
                      <a:pt x="7" y="77"/>
                      <a:pt x="7" y="77"/>
                    </a:cubicBezTo>
                    <a:cubicBezTo>
                      <a:pt x="17" y="77"/>
                      <a:pt x="17" y="77"/>
                      <a:pt x="17" y="77"/>
                    </a:cubicBezTo>
                    <a:cubicBezTo>
                      <a:pt x="17" y="84"/>
                      <a:pt x="17" y="84"/>
                      <a:pt x="17" y="84"/>
                    </a:cubicBezTo>
                    <a:cubicBezTo>
                      <a:pt x="7" y="84"/>
                      <a:pt x="7" y="84"/>
                      <a:pt x="7" y="84"/>
                    </a:cubicBezTo>
                    <a:moveTo>
                      <a:pt x="106" y="84"/>
                    </a:moveTo>
                    <a:cubicBezTo>
                      <a:pt x="106" y="77"/>
                      <a:pt x="106" y="77"/>
                      <a:pt x="106" y="77"/>
                    </a:cubicBezTo>
                    <a:cubicBezTo>
                      <a:pt x="116" y="77"/>
                      <a:pt x="116" y="77"/>
                      <a:pt x="116" y="77"/>
                    </a:cubicBezTo>
                    <a:cubicBezTo>
                      <a:pt x="116" y="84"/>
                      <a:pt x="116" y="84"/>
                      <a:pt x="116" y="84"/>
                    </a:cubicBezTo>
                    <a:cubicBezTo>
                      <a:pt x="106" y="84"/>
                      <a:pt x="106" y="84"/>
                      <a:pt x="106" y="84"/>
                    </a:cubicBezTo>
                    <a:moveTo>
                      <a:pt x="7" y="67"/>
                    </a:moveTo>
                    <a:cubicBezTo>
                      <a:pt x="7" y="59"/>
                      <a:pt x="7" y="59"/>
                      <a:pt x="7" y="59"/>
                    </a:cubicBezTo>
                    <a:cubicBezTo>
                      <a:pt x="17" y="59"/>
                      <a:pt x="17" y="59"/>
                      <a:pt x="17" y="59"/>
                    </a:cubicBezTo>
                    <a:cubicBezTo>
                      <a:pt x="17" y="67"/>
                      <a:pt x="17" y="67"/>
                      <a:pt x="17" y="67"/>
                    </a:cubicBezTo>
                    <a:cubicBezTo>
                      <a:pt x="7" y="67"/>
                      <a:pt x="7" y="67"/>
                      <a:pt x="7" y="67"/>
                    </a:cubicBezTo>
                    <a:moveTo>
                      <a:pt x="106" y="67"/>
                    </a:moveTo>
                    <a:cubicBezTo>
                      <a:pt x="106" y="59"/>
                      <a:pt x="106" y="59"/>
                      <a:pt x="106" y="59"/>
                    </a:cubicBezTo>
                    <a:cubicBezTo>
                      <a:pt x="116" y="59"/>
                      <a:pt x="116" y="59"/>
                      <a:pt x="116" y="59"/>
                    </a:cubicBezTo>
                    <a:cubicBezTo>
                      <a:pt x="116" y="67"/>
                      <a:pt x="116" y="67"/>
                      <a:pt x="116" y="67"/>
                    </a:cubicBezTo>
                    <a:cubicBezTo>
                      <a:pt x="106" y="67"/>
                      <a:pt x="106" y="67"/>
                      <a:pt x="106" y="67"/>
                    </a:cubicBezTo>
                    <a:moveTo>
                      <a:pt x="7" y="50"/>
                    </a:moveTo>
                    <a:cubicBezTo>
                      <a:pt x="7" y="42"/>
                      <a:pt x="7" y="42"/>
                      <a:pt x="7" y="42"/>
                    </a:cubicBezTo>
                    <a:cubicBezTo>
                      <a:pt x="17" y="42"/>
                      <a:pt x="17" y="42"/>
                      <a:pt x="17" y="42"/>
                    </a:cubicBezTo>
                    <a:cubicBezTo>
                      <a:pt x="17" y="50"/>
                      <a:pt x="17" y="50"/>
                      <a:pt x="17" y="50"/>
                    </a:cubicBezTo>
                    <a:cubicBezTo>
                      <a:pt x="7" y="50"/>
                      <a:pt x="7" y="50"/>
                      <a:pt x="7" y="50"/>
                    </a:cubicBezTo>
                    <a:moveTo>
                      <a:pt x="106" y="50"/>
                    </a:moveTo>
                    <a:cubicBezTo>
                      <a:pt x="106" y="42"/>
                      <a:pt x="106" y="42"/>
                      <a:pt x="106" y="42"/>
                    </a:cubicBezTo>
                    <a:cubicBezTo>
                      <a:pt x="116" y="42"/>
                      <a:pt x="116" y="42"/>
                      <a:pt x="116" y="42"/>
                    </a:cubicBezTo>
                    <a:cubicBezTo>
                      <a:pt x="116" y="50"/>
                      <a:pt x="116" y="50"/>
                      <a:pt x="116" y="50"/>
                    </a:cubicBezTo>
                    <a:cubicBezTo>
                      <a:pt x="106" y="50"/>
                      <a:pt x="106" y="50"/>
                      <a:pt x="106" y="50"/>
                    </a:cubicBezTo>
                    <a:moveTo>
                      <a:pt x="7" y="32"/>
                    </a:moveTo>
                    <a:cubicBezTo>
                      <a:pt x="7" y="25"/>
                      <a:pt x="7" y="25"/>
                      <a:pt x="7" y="25"/>
                    </a:cubicBezTo>
                    <a:cubicBezTo>
                      <a:pt x="17" y="25"/>
                      <a:pt x="17" y="25"/>
                      <a:pt x="17" y="25"/>
                    </a:cubicBezTo>
                    <a:cubicBezTo>
                      <a:pt x="17" y="32"/>
                      <a:pt x="17" y="32"/>
                      <a:pt x="17" y="32"/>
                    </a:cubicBezTo>
                    <a:cubicBezTo>
                      <a:pt x="7" y="32"/>
                      <a:pt x="7" y="32"/>
                      <a:pt x="7" y="32"/>
                    </a:cubicBezTo>
                    <a:moveTo>
                      <a:pt x="106" y="32"/>
                    </a:moveTo>
                    <a:cubicBezTo>
                      <a:pt x="106" y="25"/>
                      <a:pt x="106" y="25"/>
                      <a:pt x="106" y="25"/>
                    </a:cubicBezTo>
                    <a:cubicBezTo>
                      <a:pt x="116" y="25"/>
                      <a:pt x="116" y="25"/>
                      <a:pt x="116" y="25"/>
                    </a:cubicBezTo>
                    <a:cubicBezTo>
                      <a:pt x="116" y="32"/>
                      <a:pt x="116" y="32"/>
                      <a:pt x="116" y="32"/>
                    </a:cubicBezTo>
                    <a:cubicBezTo>
                      <a:pt x="106" y="32"/>
                      <a:pt x="106" y="32"/>
                      <a:pt x="106" y="32"/>
                    </a:cubicBezTo>
                    <a:moveTo>
                      <a:pt x="29" y="83"/>
                    </a:moveTo>
                    <a:cubicBezTo>
                      <a:pt x="27" y="83"/>
                      <a:pt x="24" y="81"/>
                      <a:pt x="24" y="78"/>
                    </a:cubicBezTo>
                    <a:cubicBezTo>
                      <a:pt x="24" y="28"/>
                      <a:pt x="24" y="28"/>
                      <a:pt x="24" y="28"/>
                    </a:cubicBezTo>
                    <a:cubicBezTo>
                      <a:pt x="24" y="25"/>
                      <a:pt x="27" y="23"/>
                      <a:pt x="29" y="23"/>
                    </a:cubicBezTo>
                    <a:cubicBezTo>
                      <a:pt x="93" y="23"/>
                      <a:pt x="93" y="23"/>
                      <a:pt x="93" y="23"/>
                    </a:cubicBezTo>
                    <a:cubicBezTo>
                      <a:pt x="96" y="23"/>
                      <a:pt x="98" y="25"/>
                      <a:pt x="98" y="28"/>
                    </a:cubicBezTo>
                    <a:cubicBezTo>
                      <a:pt x="98" y="78"/>
                      <a:pt x="98" y="78"/>
                      <a:pt x="98" y="78"/>
                    </a:cubicBezTo>
                    <a:cubicBezTo>
                      <a:pt x="98" y="81"/>
                      <a:pt x="96" y="83"/>
                      <a:pt x="93" y="83"/>
                    </a:cubicBezTo>
                    <a:cubicBezTo>
                      <a:pt x="29" y="83"/>
                      <a:pt x="29" y="83"/>
                      <a:pt x="29" y="83"/>
                    </a:cubicBezTo>
                    <a:moveTo>
                      <a:pt x="7" y="15"/>
                    </a:moveTo>
                    <a:cubicBezTo>
                      <a:pt x="7" y="8"/>
                      <a:pt x="7" y="8"/>
                      <a:pt x="7" y="8"/>
                    </a:cubicBezTo>
                    <a:cubicBezTo>
                      <a:pt x="17" y="8"/>
                      <a:pt x="17" y="8"/>
                      <a:pt x="17" y="8"/>
                    </a:cubicBezTo>
                    <a:cubicBezTo>
                      <a:pt x="17" y="15"/>
                      <a:pt x="17" y="15"/>
                      <a:pt x="17" y="15"/>
                    </a:cubicBezTo>
                    <a:cubicBezTo>
                      <a:pt x="7" y="15"/>
                      <a:pt x="7" y="15"/>
                      <a:pt x="7" y="15"/>
                    </a:cubicBezTo>
                    <a:moveTo>
                      <a:pt x="106" y="15"/>
                    </a:moveTo>
                    <a:cubicBezTo>
                      <a:pt x="106" y="8"/>
                      <a:pt x="106" y="8"/>
                      <a:pt x="106" y="8"/>
                    </a:cubicBezTo>
                    <a:cubicBezTo>
                      <a:pt x="116" y="8"/>
                      <a:pt x="116" y="8"/>
                      <a:pt x="116" y="8"/>
                    </a:cubicBezTo>
                    <a:cubicBezTo>
                      <a:pt x="116" y="15"/>
                      <a:pt x="116" y="15"/>
                      <a:pt x="116" y="15"/>
                    </a:cubicBezTo>
                    <a:cubicBezTo>
                      <a:pt x="106" y="15"/>
                      <a:pt x="106" y="15"/>
                      <a:pt x="106" y="15"/>
                    </a:cubicBezTo>
                    <a:moveTo>
                      <a:pt x="122" y="0"/>
                    </a:moveTo>
                    <a:cubicBezTo>
                      <a:pt x="99" y="0"/>
                      <a:pt x="99" y="0"/>
                      <a:pt x="99" y="0"/>
                    </a:cubicBezTo>
                    <a:cubicBezTo>
                      <a:pt x="99" y="0"/>
                      <a:pt x="98" y="1"/>
                      <a:pt x="98" y="1"/>
                    </a:cubicBezTo>
                    <a:cubicBezTo>
                      <a:pt x="98" y="9"/>
                      <a:pt x="98" y="9"/>
                      <a:pt x="98" y="9"/>
                    </a:cubicBezTo>
                    <a:cubicBezTo>
                      <a:pt x="98" y="11"/>
                      <a:pt x="96" y="14"/>
                      <a:pt x="93" y="14"/>
                    </a:cubicBezTo>
                    <a:cubicBezTo>
                      <a:pt x="29" y="14"/>
                      <a:pt x="29" y="14"/>
                      <a:pt x="29" y="14"/>
                    </a:cubicBezTo>
                    <a:cubicBezTo>
                      <a:pt x="27" y="14"/>
                      <a:pt x="24" y="11"/>
                      <a:pt x="24" y="9"/>
                    </a:cubicBezTo>
                    <a:cubicBezTo>
                      <a:pt x="24" y="1"/>
                      <a:pt x="24" y="1"/>
                      <a:pt x="24" y="1"/>
                    </a:cubicBezTo>
                    <a:cubicBezTo>
                      <a:pt x="24" y="1"/>
                      <a:pt x="24" y="0"/>
                      <a:pt x="23" y="0"/>
                    </a:cubicBezTo>
                    <a:cubicBezTo>
                      <a:pt x="1" y="0"/>
                      <a:pt x="1" y="0"/>
                      <a:pt x="1" y="0"/>
                    </a:cubicBezTo>
                    <a:cubicBezTo>
                      <a:pt x="1" y="0"/>
                      <a:pt x="0" y="1"/>
                      <a:pt x="0" y="1"/>
                    </a:cubicBezTo>
                    <a:cubicBezTo>
                      <a:pt x="0" y="105"/>
                      <a:pt x="0" y="105"/>
                      <a:pt x="0" y="105"/>
                    </a:cubicBezTo>
                    <a:cubicBezTo>
                      <a:pt x="0" y="106"/>
                      <a:pt x="1" y="107"/>
                      <a:pt x="1" y="107"/>
                    </a:cubicBezTo>
                    <a:cubicBezTo>
                      <a:pt x="23" y="107"/>
                      <a:pt x="23" y="107"/>
                      <a:pt x="23" y="107"/>
                    </a:cubicBezTo>
                    <a:cubicBezTo>
                      <a:pt x="24" y="107"/>
                      <a:pt x="24" y="106"/>
                      <a:pt x="24" y="105"/>
                    </a:cubicBezTo>
                    <a:cubicBezTo>
                      <a:pt x="24" y="97"/>
                      <a:pt x="24" y="97"/>
                      <a:pt x="24" y="97"/>
                    </a:cubicBezTo>
                    <a:cubicBezTo>
                      <a:pt x="24" y="95"/>
                      <a:pt x="27" y="92"/>
                      <a:pt x="29" y="92"/>
                    </a:cubicBezTo>
                    <a:cubicBezTo>
                      <a:pt x="93" y="92"/>
                      <a:pt x="93" y="92"/>
                      <a:pt x="93" y="92"/>
                    </a:cubicBezTo>
                    <a:cubicBezTo>
                      <a:pt x="96" y="92"/>
                      <a:pt x="98" y="95"/>
                      <a:pt x="98" y="97"/>
                    </a:cubicBezTo>
                    <a:cubicBezTo>
                      <a:pt x="98" y="105"/>
                      <a:pt x="98" y="105"/>
                      <a:pt x="98" y="105"/>
                    </a:cubicBezTo>
                    <a:cubicBezTo>
                      <a:pt x="98" y="106"/>
                      <a:pt x="99" y="107"/>
                      <a:pt x="99" y="107"/>
                    </a:cubicBezTo>
                    <a:cubicBezTo>
                      <a:pt x="122" y="107"/>
                      <a:pt x="122" y="107"/>
                      <a:pt x="122" y="107"/>
                    </a:cubicBezTo>
                    <a:cubicBezTo>
                      <a:pt x="123" y="107"/>
                      <a:pt x="123" y="106"/>
                      <a:pt x="123" y="105"/>
                    </a:cubicBezTo>
                    <a:cubicBezTo>
                      <a:pt x="123" y="1"/>
                      <a:pt x="123" y="1"/>
                      <a:pt x="123" y="1"/>
                    </a:cubicBezTo>
                    <a:cubicBezTo>
                      <a:pt x="123" y="1"/>
                      <a:pt x="123" y="0"/>
                      <a:pt x="122" y="0"/>
                    </a:cubicBezTo>
                  </a:path>
                </a:pathLst>
              </a:custGeom>
              <a:solidFill>
                <a:srgbClr val="6E7D75"/>
              </a:solidFill>
              <a:ln>
                <a:noFill/>
              </a:ln>
            </p:spPr>
            <p:txBody>
              <a:bodyPr/>
              <a:lstStyle/>
              <a:p>
                <a:endParaRPr lang="zh-CN" altLang="en-US" dirty="0"/>
              </a:p>
            </p:txBody>
          </p:sp>
        </p:grpSp>
        <p:grpSp>
          <p:nvGrpSpPr>
            <p:cNvPr id="47" name="组合 46"/>
            <p:cNvGrpSpPr/>
            <p:nvPr/>
          </p:nvGrpSpPr>
          <p:grpSpPr>
            <a:xfrm>
              <a:off x="986966" y="3715277"/>
              <a:ext cx="1930414" cy="1427969"/>
              <a:chOff x="1595921" y="3163736"/>
              <a:chExt cx="4408792" cy="1427969"/>
            </a:xfrm>
          </p:grpSpPr>
          <p:sp>
            <p:nvSpPr>
              <p:cNvPr id="51" name="PA-矩形 4"/>
              <p:cNvSpPr>
                <a:spLocks noChangeArrowheads="1"/>
              </p:cNvSpPr>
              <p:nvPr>
                <p:custDataLst>
                  <p:tags r:id="rId7"/>
                </p:custDataLst>
              </p:nvPr>
            </p:nvSpPr>
            <p:spPr bwMode="auto">
              <a:xfrm>
                <a:off x="1595921" y="3660296"/>
                <a:ext cx="4408792" cy="931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lang="zh-CN" altLang="en-US" sz="1400" dirty="0">
                    <a:solidFill>
                      <a:srgbClr val="6E7D75"/>
                    </a:solidFill>
                    <a:latin typeface="OPPOSans M" panose="00020600040101010101" pitchFamily="18" charset="-122"/>
                    <a:ea typeface="OPPOSans M" panose="00020600040101010101" pitchFamily="18" charset="-122"/>
                    <a:cs typeface="OPPOSans M" panose="00020600040101010101" pitchFamily="18" charset="-122"/>
                    <a:sym typeface="+mn-lt"/>
                  </a:rPr>
                  <a:t>输入您的文本文字，更改文字的颜色或者大小属性。</a:t>
                </a:r>
                <a:endParaRPr lang="zh-CN" altLang="en-US" sz="1400" dirty="0">
                  <a:solidFill>
                    <a:srgbClr val="6E7D75"/>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52" name="PA-矩形 4"/>
              <p:cNvSpPr>
                <a:spLocks noChangeArrowheads="1"/>
              </p:cNvSpPr>
              <p:nvPr>
                <p:custDataLst>
                  <p:tags r:id="rId8"/>
                </p:custDataLst>
              </p:nvPr>
            </p:nvSpPr>
            <p:spPr bwMode="auto">
              <a:xfrm>
                <a:off x="2308345" y="3163736"/>
                <a:ext cx="29839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dirty="0">
                    <a:solidFill>
                      <a:srgbClr val="6E7D75"/>
                    </a:solidFill>
                    <a:latin typeface="OPPOSans B" panose="00020600040101010101" pitchFamily="18" charset="-122"/>
                    <a:ea typeface="OPPOSans B" panose="00020600040101010101" pitchFamily="18" charset="-122"/>
                    <a:cs typeface="OPPOSans B" panose="00020600040101010101" pitchFamily="18" charset="-122"/>
                    <a:sym typeface="+mn-lt"/>
                  </a:rPr>
                  <a:t>关键词</a:t>
                </a:r>
                <a:endParaRPr lang="zh-CN" altLang="en-US" sz="2400" dirty="0">
                  <a:solidFill>
                    <a:srgbClr val="6E7D75"/>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grpSp>
      </p:grpSp>
      <p:grpSp>
        <p:nvGrpSpPr>
          <p:cNvPr id="11" name="组合 10"/>
          <p:cNvGrpSpPr/>
          <p:nvPr/>
        </p:nvGrpSpPr>
        <p:grpSpPr>
          <a:xfrm>
            <a:off x="8334426" y="2255341"/>
            <a:ext cx="3369119" cy="3360405"/>
            <a:chOff x="8334426" y="2255341"/>
            <a:chExt cx="3369119" cy="3360405"/>
          </a:xfrm>
        </p:grpSpPr>
        <p:pic>
          <p:nvPicPr>
            <p:cNvPr id="64" name="Google Shape;2017;p35"/>
            <p:cNvPicPr preferRelativeResize="0"/>
            <p:nvPr/>
          </p:nvPicPr>
          <p:blipFill rotWithShape="1">
            <a:blip r:embed="rId4">
              <a:alphaModFix amt="62000"/>
            </a:blip>
            <a:srcRect t="406" b="416"/>
            <a:stretch>
              <a:fillRect/>
            </a:stretch>
          </p:blipFill>
          <p:spPr>
            <a:xfrm rot="10800000" flipH="1">
              <a:off x="8334426" y="2255341"/>
              <a:ext cx="3369119" cy="3360405"/>
            </a:xfrm>
            <a:prstGeom prst="ellipse">
              <a:avLst/>
            </a:prstGeom>
            <a:solidFill>
              <a:srgbClr val="FCE6AF">
                <a:alpha val="50000"/>
              </a:srgbClr>
            </a:solidFill>
            <a:ln>
              <a:noFill/>
            </a:ln>
          </p:spPr>
        </p:pic>
        <p:sp>
          <p:nvSpPr>
            <p:cNvPr id="40" name="Camille18"/>
            <p:cNvSpPr/>
            <p:nvPr/>
          </p:nvSpPr>
          <p:spPr bwMode="auto">
            <a:xfrm>
              <a:off x="9739586" y="2689725"/>
              <a:ext cx="558800" cy="556895"/>
            </a:xfrm>
            <a:custGeom>
              <a:avLst/>
              <a:gdLst>
                <a:gd name="T0" fmla="+- 0 10794 23"/>
                <a:gd name="T1" fmla="*/ T0 w 21543"/>
                <a:gd name="T2" fmla="*/ 10800 h 21600"/>
                <a:gd name="T3" fmla="+- 0 10794 23"/>
                <a:gd name="T4" fmla="*/ T3 w 21543"/>
                <a:gd name="T5" fmla="*/ 10800 h 21600"/>
                <a:gd name="T6" fmla="+- 0 10794 23"/>
                <a:gd name="T7" fmla="*/ T6 w 21543"/>
                <a:gd name="T8" fmla="*/ 10800 h 21600"/>
                <a:gd name="T9" fmla="+- 0 10794 23"/>
                <a:gd name="T10" fmla="*/ T9 w 21543"/>
                <a:gd name="T11" fmla="*/ 10800 h 21600"/>
              </a:gdLst>
              <a:ahLst/>
              <a:cxnLst>
                <a:cxn ang="0">
                  <a:pos x="T1" y="T2"/>
                </a:cxn>
                <a:cxn ang="0">
                  <a:pos x="T4" y="T5"/>
                </a:cxn>
                <a:cxn ang="0">
                  <a:pos x="T7" y="T8"/>
                </a:cxn>
                <a:cxn ang="0">
                  <a:pos x="T10" y="T11"/>
                </a:cxn>
              </a:cxnLst>
              <a:rect l="0" t="0" r="r" b="b"/>
              <a:pathLst>
                <a:path w="21543" h="21600">
                  <a:moveTo>
                    <a:pt x="16976" y="19986"/>
                  </a:moveTo>
                  <a:lnTo>
                    <a:pt x="11226" y="17680"/>
                  </a:lnTo>
                  <a:cubicBezTo>
                    <a:pt x="11088" y="17626"/>
                    <a:pt x="10946" y="17608"/>
                    <a:pt x="10806" y="17600"/>
                  </a:cubicBezTo>
                  <a:lnTo>
                    <a:pt x="19660" y="3837"/>
                  </a:lnTo>
                  <a:cubicBezTo>
                    <a:pt x="19660" y="3837"/>
                    <a:pt x="16976" y="19986"/>
                    <a:pt x="16976" y="19986"/>
                  </a:cubicBezTo>
                  <a:close/>
                  <a:moveTo>
                    <a:pt x="6859" y="16244"/>
                  </a:moveTo>
                  <a:cubicBezTo>
                    <a:pt x="6858" y="16242"/>
                    <a:pt x="6855" y="16240"/>
                    <a:pt x="6854" y="16238"/>
                  </a:cubicBezTo>
                  <a:lnTo>
                    <a:pt x="19606" y="2552"/>
                  </a:lnTo>
                  <a:lnTo>
                    <a:pt x="8735" y="19536"/>
                  </a:lnTo>
                  <a:cubicBezTo>
                    <a:pt x="8735" y="19536"/>
                    <a:pt x="6859" y="16244"/>
                    <a:pt x="6859" y="16244"/>
                  </a:cubicBezTo>
                  <a:close/>
                  <a:moveTo>
                    <a:pt x="2111" y="14024"/>
                  </a:moveTo>
                  <a:lnTo>
                    <a:pt x="17712" y="3595"/>
                  </a:lnTo>
                  <a:lnTo>
                    <a:pt x="6369" y="15770"/>
                  </a:lnTo>
                  <a:cubicBezTo>
                    <a:pt x="6309" y="15734"/>
                    <a:pt x="6256" y="15687"/>
                    <a:pt x="6190" y="15660"/>
                  </a:cubicBezTo>
                  <a:cubicBezTo>
                    <a:pt x="6190" y="15660"/>
                    <a:pt x="2111" y="14024"/>
                    <a:pt x="2111" y="14024"/>
                  </a:cubicBezTo>
                  <a:close/>
                  <a:moveTo>
                    <a:pt x="21234" y="108"/>
                  </a:moveTo>
                  <a:cubicBezTo>
                    <a:pt x="21123" y="35"/>
                    <a:pt x="20996" y="0"/>
                    <a:pt x="20868" y="0"/>
                  </a:cubicBezTo>
                  <a:cubicBezTo>
                    <a:pt x="20738" y="0"/>
                    <a:pt x="20608" y="36"/>
                    <a:pt x="20495" y="113"/>
                  </a:cubicBezTo>
                  <a:lnTo>
                    <a:pt x="299" y="13613"/>
                  </a:lnTo>
                  <a:cubicBezTo>
                    <a:pt x="91" y="13751"/>
                    <a:pt x="-23" y="13995"/>
                    <a:pt x="3" y="14244"/>
                  </a:cubicBezTo>
                  <a:cubicBezTo>
                    <a:pt x="28" y="14494"/>
                    <a:pt x="190" y="14708"/>
                    <a:pt x="422" y="14801"/>
                  </a:cubicBezTo>
                  <a:lnTo>
                    <a:pt x="5689" y="16914"/>
                  </a:lnTo>
                  <a:lnTo>
                    <a:pt x="8166" y="21259"/>
                  </a:lnTo>
                  <a:cubicBezTo>
                    <a:pt x="8284" y="21468"/>
                    <a:pt x="8505" y="21597"/>
                    <a:pt x="8743" y="21599"/>
                  </a:cubicBezTo>
                  <a:lnTo>
                    <a:pt x="8751" y="21599"/>
                  </a:lnTo>
                  <a:cubicBezTo>
                    <a:pt x="8987" y="21599"/>
                    <a:pt x="9206" y="21474"/>
                    <a:pt x="9328" y="21271"/>
                  </a:cubicBezTo>
                  <a:lnTo>
                    <a:pt x="10726" y="18934"/>
                  </a:lnTo>
                  <a:lnTo>
                    <a:pt x="17253" y="21551"/>
                  </a:lnTo>
                  <a:cubicBezTo>
                    <a:pt x="17332" y="21584"/>
                    <a:pt x="17418" y="21599"/>
                    <a:pt x="17502" y="21599"/>
                  </a:cubicBezTo>
                  <a:cubicBezTo>
                    <a:pt x="17617" y="21599"/>
                    <a:pt x="17731" y="21571"/>
                    <a:pt x="17832" y="21512"/>
                  </a:cubicBezTo>
                  <a:cubicBezTo>
                    <a:pt x="18010" y="21412"/>
                    <a:pt x="18133" y="21238"/>
                    <a:pt x="18167" y="21035"/>
                  </a:cubicBezTo>
                  <a:lnTo>
                    <a:pt x="21533" y="785"/>
                  </a:lnTo>
                  <a:cubicBezTo>
                    <a:pt x="21576" y="520"/>
                    <a:pt x="21459" y="254"/>
                    <a:pt x="21234" y="108"/>
                  </a:cubicBezTo>
                </a:path>
              </a:pathLst>
            </a:custGeom>
            <a:solidFill>
              <a:srgbClr val="6E7D75"/>
            </a:solidFill>
            <a:ln w="12700" cap="flat" cmpd="sng" algn="ctr">
              <a:noFill/>
              <a:prstDash val="solid"/>
              <a:miter lim="800000"/>
            </a:ln>
            <a:effectLst/>
          </p:spPr>
          <p:txBody>
            <a:bodyPr rtlCol="0" anchor="ctr"/>
            <a:lstStyle/>
            <a:p>
              <a:pPr algn="ctr"/>
              <a:endParaRPr lang="en-US" kern="0">
                <a:solidFill>
                  <a:prstClr val="white"/>
                </a:solidFill>
                <a:latin typeface="Calibri" panose="020F0502020204030204"/>
                <a:sym typeface="思源宋体" panose="02020400000000000000" charset="-122"/>
              </a:endParaRPr>
            </a:p>
          </p:txBody>
        </p:sp>
        <p:grpSp>
          <p:nvGrpSpPr>
            <p:cNvPr id="53" name="组合 52"/>
            <p:cNvGrpSpPr/>
            <p:nvPr/>
          </p:nvGrpSpPr>
          <p:grpSpPr>
            <a:xfrm>
              <a:off x="9100451" y="3715277"/>
              <a:ext cx="1930414" cy="1114165"/>
              <a:chOff x="1595921" y="3163736"/>
              <a:chExt cx="4408792" cy="1114165"/>
            </a:xfrm>
          </p:grpSpPr>
          <p:sp>
            <p:nvSpPr>
              <p:cNvPr id="54" name="PA-矩形 4"/>
              <p:cNvSpPr>
                <a:spLocks noChangeArrowheads="1"/>
              </p:cNvSpPr>
              <p:nvPr>
                <p:custDataLst>
                  <p:tags r:id="rId9"/>
                </p:custDataLst>
              </p:nvPr>
            </p:nvSpPr>
            <p:spPr bwMode="auto">
              <a:xfrm>
                <a:off x="1595921" y="3660296"/>
                <a:ext cx="4408792" cy="617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rPr>
                  <a:t>输入您的文本文字，更改文字的颜色或者大小属性。</a:t>
                </a:r>
                <a:endPar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55" name="PA-矩形 4"/>
              <p:cNvSpPr>
                <a:spLocks noChangeArrowheads="1"/>
              </p:cNvSpPr>
              <p:nvPr>
                <p:custDataLst>
                  <p:tags r:id="rId10"/>
                </p:custDataLst>
              </p:nvPr>
            </p:nvSpPr>
            <p:spPr bwMode="auto">
              <a:xfrm>
                <a:off x="2308345" y="3163736"/>
                <a:ext cx="29839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rPr>
                  <a:t>关键词</a:t>
                </a:r>
                <a:endPar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grpSp>
      </p:grpSp>
      <p:grpSp>
        <p:nvGrpSpPr>
          <p:cNvPr id="8" name="组合 7"/>
          <p:cNvGrpSpPr/>
          <p:nvPr/>
        </p:nvGrpSpPr>
        <p:grpSpPr>
          <a:xfrm>
            <a:off x="6395956" y="2438265"/>
            <a:ext cx="1930414" cy="2704981"/>
            <a:chOff x="6395956" y="2438265"/>
            <a:chExt cx="1930414" cy="2704981"/>
          </a:xfrm>
        </p:grpSpPr>
        <p:grpSp>
          <p:nvGrpSpPr>
            <p:cNvPr id="10" name="组合 9"/>
            <p:cNvGrpSpPr/>
            <p:nvPr/>
          </p:nvGrpSpPr>
          <p:grpSpPr>
            <a:xfrm>
              <a:off x="6831256" y="2438265"/>
              <a:ext cx="1059815" cy="1059815"/>
              <a:chOff x="6805295" y="2655980"/>
              <a:chExt cx="1059815" cy="1059815"/>
            </a:xfrm>
          </p:grpSpPr>
          <p:sp>
            <p:nvSpPr>
              <p:cNvPr id="15" name="椭圆 14"/>
              <p:cNvSpPr/>
              <p:nvPr/>
            </p:nvSpPr>
            <p:spPr>
              <a:xfrm>
                <a:off x="6805295" y="2655980"/>
                <a:ext cx="1059815" cy="1059815"/>
              </a:xfrm>
              <a:prstGeom prst="ellipse">
                <a:avLst/>
              </a:prstGeom>
              <a:solidFill>
                <a:srgbClr val="FCE6AF">
                  <a:alpha val="40000"/>
                </a:srgbClr>
              </a:solidFill>
              <a:ln w="12700" cap="flat" cmpd="sng" algn="ctr">
                <a:noFill/>
                <a:prstDash val="solid"/>
                <a:miter lim="800000"/>
              </a:ln>
              <a:effectLst/>
            </p:spPr>
            <p:txBody>
              <a:bodyPr rtlCol="0" anchor="ctr"/>
              <a:lstStyle/>
              <a:p>
                <a:pPr algn="ctr"/>
                <a:endParaRPr lang="zh-CN" altLang="en-US" kern="0" dirty="0">
                  <a:solidFill>
                    <a:prstClr val="white"/>
                  </a:solidFill>
                  <a:latin typeface="Calibri" panose="020F0502020204030204"/>
                </a:endParaRPr>
              </a:p>
            </p:txBody>
          </p:sp>
          <p:sp>
            <p:nvSpPr>
              <p:cNvPr id="19" name="Camille8"/>
              <p:cNvSpPr/>
              <p:nvPr/>
            </p:nvSpPr>
            <p:spPr>
              <a:xfrm>
                <a:off x="7075805" y="2878865"/>
                <a:ext cx="519430" cy="614045"/>
              </a:xfrm>
              <a:custGeom>
                <a:avLst/>
                <a:gdLst/>
                <a:ahLst/>
                <a:cxnLst>
                  <a:cxn ang="0">
                    <a:pos x="74566864" y="46602108"/>
                  </a:cxn>
                  <a:cxn ang="0">
                    <a:pos x="74566864" y="46602108"/>
                  </a:cxn>
                  <a:cxn ang="0">
                    <a:pos x="84052302" y="4712612"/>
                  </a:cxn>
                  <a:cxn ang="0">
                    <a:pos x="53751402" y="35082584"/>
                  </a:cxn>
                  <a:cxn ang="0">
                    <a:pos x="25821860" y="60478229"/>
                  </a:cxn>
                  <a:cxn ang="0">
                    <a:pos x="25821860" y="104724323"/>
                  </a:cxn>
                  <a:cxn ang="0">
                    <a:pos x="81680943" y="120956459"/>
                  </a:cxn>
                  <a:cxn ang="0">
                    <a:pos x="102759500" y="58121632"/>
                  </a:cxn>
                  <a:cxn ang="0">
                    <a:pos x="74566864" y="46602108"/>
                  </a:cxn>
                  <a:cxn ang="0">
                    <a:pos x="18707782" y="46602108"/>
                  </a:cxn>
                  <a:cxn ang="0">
                    <a:pos x="18707782" y="46602108"/>
                  </a:cxn>
                  <a:cxn ang="0">
                    <a:pos x="0" y="67285141"/>
                  </a:cxn>
                  <a:cxn ang="0">
                    <a:pos x="0" y="97393399"/>
                  </a:cxn>
                  <a:cxn ang="0">
                    <a:pos x="18707782" y="118599862"/>
                  </a:cxn>
                  <a:cxn ang="0">
                    <a:pos x="11593118" y="104724323"/>
                  </a:cxn>
                  <a:cxn ang="0">
                    <a:pos x="11593118" y="62834244"/>
                  </a:cxn>
                  <a:cxn ang="0">
                    <a:pos x="18707782" y="46602108"/>
                  </a:cxn>
                </a:cxnLst>
                <a:rect l="0" t="0" r="0" b="0"/>
                <a:pathLst>
                  <a:path w="391" h="463">
                    <a:moveTo>
                      <a:pt x="283" y="178"/>
                    </a:moveTo>
                    <a:lnTo>
                      <a:pt x="283" y="178"/>
                    </a:lnTo>
                    <a:cubicBezTo>
                      <a:pt x="283" y="169"/>
                      <a:pt x="373" y="89"/>
                      <a:pt x="319" y="18"/>
                    </a:cubicBezTo>
                    <a:cubicBezTo>
                      <a:pt x="310" y="0"/>
                      <a:pt x="266" y="98"/>
                      <a:pt x="204" y="134"/>
                    </a:cubicBezTo>
                    <a:cubicBezTo>
                      <a:pt x="169" y="160"/>
                      <a:pt x="98" y="204"/>
                      <a:pt x="98" y="231"/>
                    </a:cubicBezTo>
                    <a:cubicBezTo>
                      <a:pt x="98" y="400"/>
                      <a:pt x="98" y="400"/>
                      <a:pt x="98" y="400"/>
                    </a:cubicBezTo>
                    <a:cubicBezTo>
                      <a:pt x="98" y="435"/>
                      <a:pt x="213" y="462"/>
                      <a:pt x="310" y="462"/>
                    </a:cubicBezTo>
                    <a:cubicBezTo>
                      <a:pt x="345" y="462"/>
                      <a:pt x="390" y="249"/>
                      <a:pt x="390" y="222"/>
                    </a:cubicBezTo>
                    <a:cubicBezTo>
                      <a:pt x="390" y="187"/>
                      <a:pt x="292" y="187"/>
                      <a:pt x="283" y="178"/>
                    </a:cubicBezTo>
                    <a:close/>
                    <a:moveTo>
                      <a:pt x="71" y="178"/>
                    </a:moveTo>
                    <a:lnTo>
                      <a:pt x="71" y="178"/>
                    </a:lnTo>
                    <a:cubicBezTo>
                      <a:pt x="54" y="178"/>
                      <a:pt x="0" y="187"/>
                      <a:pt x="0" y="257"/>
                    </a:cubicBezTo>
                    <a:cubicBezTo>
                      <a:pt x="0" y="372"/>
                      <a:pt x="0" y="372"/>
                      <a:pt x="0" y="372"/>
                    </a:cubicBezTo>
                    <a:cubicBezTo>
                      <a:pt x="0" y="444"/>
                      <a:pt x="54" y="453"/>
                      <a:pt x="71" y="453"/>
                    </a:cubicBezTo>
                    <a:cubicBezTo>
                      <a:pt x="89" y="453"/>
                      <a:pt x="44" y="435"/>
                      <a:pt x="44" y="400"/>
                    </a:cubicBezTo>
                    <a:cubicBezTo>
                      <a:pt x="44" y="240"/>
                      <a:pt x="44" y="240"/>
                      <a:pt x="44" y="240"/>
                    </a:cubicBezTo>
                    <a:cubicBezTo>
                      <a:pt x="44" y="196"/>
                      <a:pt x="89" y="178"/>
                      <a:pt x="71" y="178"/>
                    </a:cubicBezTo>
                    <a:close/>
                  </a:path>
                </a:pathLst>
              </a:custGeom>
              <a:solidFill>
                <a:srgbClr val="6E7D75"/>
              </a:solidFill>
              <a:ln w="12700" cap="flat" cmpd="sng" algn="ctr">
                <a:noFill/>
                <a:prstDash val="solid"/>
                <a:miter lim="800000"/>
              </a:ln>
              <a:effectLst/>
            </p:spPr>
            <p:txBody>
              <a:bodyPr rtlCol="0" anchor="ctr"/>
              <a:lstStyle/>
              <a:p>
                <a:endParaRPr lang="zh-CN" altLang="en-US" dirty="0"/>
              </a:p>
            </p:txBody>
          </p:sp>
        </p:grpSp>
        <p:grpSp>
          <p:nvGrpSpPr>
            <p:cNvPr id="56" name="组合 55"/>
            <p:cNvGrpSpPr/>
            <p:nvPr/>
          </p:nvGrpSpPr>
          <p:grpSpPr>
            <a:xfrm>
              <a:off x="6395956" y="3715277"/>
              <a:ext cx="1930414" cy="1427969"/>
              <a:chOff x="1595921" y="3163736"/>
              <a:chExt cx="4408792" cy="1427969"/>
            </a:xfrm>
          </p:grpSpPr>
          <p:sp>
            <p:nvSpPr>
              <p:cNvPr id="57" name="PA-矩形 4"/>
              <p:cNvSpPr>
                <a:spLocks noChangeArrowheads="1"/>
              </p:cNvSpPr>
              <p:nvPr>
                <p:custDataLst>
                  <p:tags r:id="rId11"/>
                </p:custDataLst>
              </p:nvPr>
            </p:nvSpPr>
            <p:spPr bwMode="auto">
              <a:xfrm>
                <a:off x="1595921" y="3660296"/>
                <a:ext cx="4408792" cy="931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lang="zh-CN" altLang="en-US" sz="1400" dirty="0">
                    <a:solidFill>
                      <a:srgbClr val="6E7D75"/>
                    </a:solidFill>
                    <a:latin typeface="OPPOSans M" panose="00020600040101010101" pitchFamily="18" charset="-122"/>
                    <a:ea typeface="OPPOSans M" panose="00020600040101010101" pitchFamily="18" charset="-122"/>
                    <a:cs typeface="OPPOSans M" panose="00020600040101010101" pitchFamily="18" charset="-122"/>
                    <a:sym typeface="+mn-lt"/>
                  </a:rPr>
                  <a:t>输入您的文本文字，更改文字的颜色或者大小属性。</a:t>
                </a:r>
                <a:endParaRPr lang="zh-CN" altLang="en-US" sz="1400" dirty="0">
                  <a:solidFill>
                    <a:srgbClr val="6E7D75"/>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58" name="PA-矩形 4"/>
              <p:cNvSpPr>
                <a:spLocks noChangeArrowheads="1"/>
              </p:cNvSpPr>
              <p:nvPr>
                <p:custDataLst>
                  <p:tags r:id="rId12"/>
                </p:custDataLst>
              </p:nvPr>
            </p:nvSpPr>
            <p:spPr bwMode="auto">
              <a:xfrm>
                <a:off x="2308345" y="3163736"/>
                <a:ext cx="29839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dirty="0">
                    <a:solidFill>
                      <a:srgbClr val="6E7D75"/>
                    </a:solidFill>
                    <a:latin typeface="OPPOSans B" panose="00020600040101010101" pitchFamily="18" charset="-122"/>
                    <a:ea typeface="OPPOSans B" panose="00020600040101010101" pitchFamily="18" charset="-122"/>
                    <a:cs typeface="OPPOSans B" panose="00020600040101010101" pitchFamily="18" charset="-122"/>
                    <a:sym typeface="+mn-lt"/>
                  </a:rPr>
                  <a:t>关键词</a:t>
                </a:r>
                <a:endParaRPr lang="zh-CN" altLang="en-US" sz="2400" dirty="0">
                  <a:solidFill>
                    <a:srgbClr val="6E7D75"/>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grpSp>
      </p:gr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EFEF5"/>
        </a:solidFill>
        <a:effectLst/>
      </p:bgPr>
    </p:bg>
    <p:spTree>
      <p:nvGrpSpPr>
        <p:cNvPr id="1" name=""/>
        <p:cNvGrpSpPr/>
        <p:nvPr/>
      </p:nvGrpSpPr>
      <p:grpSpPr>
        <a:xfrm>
          <a:off x="0" y="0"/>
          <a:ext cx="0" cy="0"/>
          <a:chOff x="0" y="0"/>
          <a:chExt cx="0" cy="0"/>
        </a:xfrm>
      </p:grpSpPr>
      <p:sp>
        <p:nvSpPr>
          <p:cNvPr id="40" name="矩形 39"/>
          <p:cNvSpPr/>
          <p:nvPr/>
        </p:nvSpPr>
        <p:spPr>
          <a:xfrm>
            <a:off x="4746557" y="3075658"/>
            <a:ext cx="2699657" cy="2940290"/>
          </a:xfrm>
          <a:prstGeom prst="rect">
            <a:avLst/>
          </a:prstGeom>
          <a:solidFill>
            <a:srgbClr val="F9C9B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60017" y="86523"/>
            <a:ext cx="1880748" cy="521613"/>
          </a:xfrm>
          <a:prstGeom prst="rect">
            <a:avLst/>
          </a:prstGeom>
        </p:spPr>
      </p:pic>
      <p:grpSp>
        <p:nvGrpSpPr>
          <p:cNvPr id="10" name="组合 9"/>
          <p:cNvGrpSpPr/>
          <p:nvPr/>
        </p:nvGrpSpPr>
        <p:grpSpPr>
          <a:xfrm>
            <a:off x="478971" y="455005"/>
            <a:ext cx="4849588" cy="492443"/>
            <a:chOff x="174171" y="513062"/>
            <a:chExt cx="4849588" cy="492443"/>
          </a:xfrm>
        </p:grpSpPr>
        <p:sp>
          <p:nvSpPr>
            <p:cNvPr id="15" name="PA-矩形 4"/>
            <p:cNvSpPr>
              <a:spLocks noChangeArrowheads="1"/>
            </p:cNvSpPr>
            <p:nvPr>
              <p:custDataLst>
                <p:tags r:id="rId3"/>
              </p:custDataLst>
            </p:nvPr>
          </p:nvSpPr>
          <p:spPr bwMode="auto">
            <a:xfrm>
              <a:off x="403999" y="513062"/>
              <a:ext cx="461976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3200" dirty="0">
                  <a:solidFill>
                    <a:srgbClr val="6E7D75"/>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sym typeface="阿里巴巴普惠体 H" panose="00020600040101010101" pitchFamily="18" charset="-122"/>
                </a:rPr>
                <a:t>这里输入标题</a:t>
              </a:r>
              <a:endParaRPr lang="zh-CN" altLang="en-US" sz="3200" dirty="0">
                <a:solidFill>
                  <a:srgbClr val="6E7D75"/>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sym typeface="阿里巴巴普惠体 H" panose="00020600040101010101" pitchFamily="18" charset="-122"/>
              </a:endParaRPr>
            </a:p>
          </p:txBody>
        </p:sp>
        <p:sp>
          <p:nvSpPr>
            <p:cNvPr id="19" name="矩形 18"/>
            <p:cNvSpPr/>
            <p:nvPr/>
          </p:nvSpPr>
          <p:spPr>
            <a:xfrm>
              <a:off x="174171" y="568588"/>
              <a:ext cx="72572" cy="381391"/>
            </a:xfrm>
            <a:prstGeom prst="rect">
              <a:avLst/>
            </a:prstGeom>
            <a:solidFill>
              <a:srgbClr val="6E7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8" name="矩形 27"/>
          <p:cNvSpPr/>
          <p:nvPr/>
        </p:nvSpPr>
        <p:spPr>
          <a:xfrm>
            <a:off x="1182917" y="3075658"/>
            <a:ext cx="2699657" cy="2940290"/>
          </a:xfrm>
          <a:prstGeom prst="rect">
            <a:avLst/>
          </a:prstGeom>
          <a:solidFill>
            <a:srgbClr val="F9C9B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1" name="组合 40"/>
          <p:cNvGrpSpPr/>
          <p:nvPr/>
        </p:nvGrpSpPr>
        <p:grpSpPr>
          <a:xfrm>
            <a:off x="1567538" y="4470019"/>
            <a:ext cx="1930414" cy="1041594"/>
            <a:chOff x="1595921" y="3163736"/>
            <a:chExt cx="4408792" cy="1041594"/>
          </a:xfrm>
        </p:grpSpPr>
        <p:sp>
          <p:nvSpPr>
            <p:cNvPr id="42" name="PA-矩形 4"/>
            <p:cNvSpPr>
              <a:spLocks noChangeArrowheads="1"/>
            </p:cNvSpPr>
            <p:nvPr>
              <p:custDataLst>
                <p:tags r:id="rId4"/>
              </p:custDataLst>
            </p:nvPr>
          </p:nvSpPr>
          <p:spPr bwMode="auto">
            <a:xfrm>
              <a:off x="1595921" y="3587725"/>
              <a:ext cx="4408792" cy="617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rPr>
                <a:t>输入您的文本文字，更改文字的颜色或者大小属性。</a:t>
              </a:r>
              <a:endPar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43" name="PA-矩形 4"/>
            <p:cNvSpPr>
              <a:spLocks noChangeArrowheads="1"/>
            </p:cNvSpPr>
            <p:nvPr>
              <p:custDataLst>
                <p:tags r:id="rId5"/>
              </p:custDataLst>
            </p:nvPr>
          </p:nvSpPr>
          <p:spPr bwMode="auto">
            <a:xfrm>
              <a:off x="2308345" y="3163736"/>
              <a:ext cx="29839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rPr>
                <a:t>关键词</a:t>
              </a:r>
              <a:endPar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grpSp>
      <p:grpSp>
        <p:nvGrpSpPr>
          <p:cNvPr id="44" name="组合 43"/>
          <p:cNvGrpSpPr/>
          <p:nvPr/>
        </p:nvGrpSpPr>
        <p:grpSpPr>
          <a:xfrm>
            <a:off x="5130793" y="4470019"/>
            <a:ext cx="1930414" cy="1041594"/>
            <a:chOff x="1595921" y="3163736"/>
            <a:chExt cx="4408792" cy="1041594"/>
          </a:xfrm>
        </p:grpSpPr>
        <p:sp>
          <p:nvSpPr>
            <p:cNvPr id="45" name="PA-矩形 4"/>
            <p:cNvSpPr>
              <a:spLocks noChangeArrowheads="1"/>
            </p:cNvSpPr>
            <p:nvPr>
              <p:custDataLst>
                <p:tags r:id="rId6"/>
              </p:custDataLst>
            </p:nvPr>
          </p:nvSpPr>
          <p:spPr bwMode="auto">
            <a:xfrm>
              <a:off x="1595921" y="3587725"/>
              <a:ext cx="4408792" cy="617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rPr>
                <a:t>输入您的文本文字，更改文字的颜色或者大小属性。</a:t>
              </a:r>
              <a:endPar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46" name="PA-矩形 4"/>
            <p:cNvSpPr>
              <a:spLocks noChangeArrowheads="1"/>
            </p:cNvSpPr>
            <p:nvPr>
              <p:custDataLst>
                <p:tags r:id="rId7"/>
              </p:custDataLst>
            </p:nvPr>
          </p:nvSpPr>
          <p:spPr bwMode="auto">
            <a:xfrm>
              <a:off x="2308345" y="3163736"/>
              <a:ext cx="29839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rPr>
                <a:t>关键词</a:t>
              </a:r>
              <a:endPar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grpSp>
      <p:sp>
        <p:nvSpPr>
          <p:cNvPr id="29" name="矩形 28"/>
          <p:cNvSpPr/>
          <p:nvPr/>
        </p:nvSpPr>
        <p:spPr>
          <a:xfrm>
            <a:off x="8230473" y="3072364"/>
            <a:ext cx="2699657" cy="2940290"/>
          </a:xfrm>
          <a:prstGeom prst="rect">
            <a:avLst/>
          </a:prstGeom>
          <a:solidFill>
            <a:srgbClr val="F9C9B2">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6" name="组合 75"/>
          <p:cNvGrpSpPr/>
          <p:nvPr/>
        </p:nvGrpSpPr>
        <p:grpSpPr>
          <a:xfrm rot="16200000">
            <a:off x="11188161" y="-580651"/>
            <a:ext cx="676946" cy="3622091"/>
            <a:chOff x="11149709" y="1077300"/>
            <a:chExt cx="676946" cy="2301157"/>
          </a:xfrm>
        </p:grpSpPr>
        <p:grpSp>
          <p:nvGrpSpPr>
            <p:cNvPr id="77" name="Google Shape;2905;p55"/>
            <p:cNvGrpSpPr/>
            <p:nvPr/>
          </p:nvGrpSpPr>
          <p:grpSpPr>
            <a:xfrm rot="5400000">
              <a:off x="11115768" y="2144030"/>
              <a:ext cx="1324550" cy="97225"/>
              <a:chOff x="7102950" y="434363"/>
              <a:chExt cx="1324550" cy="97225"/>
            </a:xfrm>
          </p:grpSpPr>
          <p:cxnSp>
            <p:nvCxnSpPr>
              <p:cNvPr id="90" name="Google Shape;2906;p55"/>
              <p:cNvCxnSpPr/>
              <p:nvPr/>
            </p:nvCxnSpPr>
            <p:spPr>
              <a:xfrm>
                <a:off x="7318400" y="434363"/>
                <a:ext cx="1109100" cy="0"/>
              </a:xfrm>
              <a:prstGeom prst="straightConnector1">
                <a:avLst/>
              </a:prstGeom>
              <a:noFill/>
              <a:ln w="31750" cap="rnd" cmpd="sng">
                <a:solidFill>
                  <a:srgbClr val="FCE6AF"/>
                </a:solidFill>
                <a:prstDash val="solid"/>
                <a:round/>
                <a:headEnd type="none" w="med" len="med"/>
                <a:tailEnd type="none" w="med" len="med"/>
              </a:ln>
            </p:spPr>
          </p:cxnSp>
          <p:cxnSp>
            <p:nvCxnSpPr>
              <p:cNvPr id="91" name="Google Shape;2907;p55"/>
              <p:cNvCxnSpPr/>
              <p:nvPr/>
            </p:nvCxnSpPr>
            <p:spPr>
              <a:xfrm>
                <a:off x="7102950" y="531588"/>
                <a:ext cx="1109100" cy="0"/>
              </a:xfrm>
              <a:prstGeom prst="straightConnector1">
                <a:avLst/>
              </a:prstGeom>
              <a:noFill/>
              <a:ln w="31750" cap="rnd" cmpd="sng">
                <a:solidFill>
                  <a:srgbClr val="FCE6AF"/>
                </a:solidFill>
                <a:prstDash val="solid"/>
                <a:round/>
                <a:headEnd type="none" w="med" len="med"/>
                <a:tailEnd type="none" w="med" len="med"/>
              </a:ln>
            </p:spPr>
          </p:cxnSp>
        </p:grpSp>
        <p:grpSp>
          <p:nvGrpSpPr>
            <p:cNvPr id="78" name="Google Shape;2905;p55"/>
            <p:cNvGrpSpPr/>
            <p:nvPr/>
          </p:nvGrpSpPr>
          <p:grpSpPr>
            <a:xfrm rot="5400000">
              <a:off x="10434225" y="2179267"/>
              <a:ext cx="2301157" cy="97223"/>
              <a:chOff x="7102950" y="434363"/>
              <a:chExt cx="1324550" cy="97225"/>
            </a:xfrm>
          </p:grpSpPr>
          <p:cxnSp>
            <p:nvCxnSpPr>
              <p:cNvPr id="88" name="Google Shape;2906;p55"/>
              <p:cNvCxnSpPr/>
              <p:nvPr/>
            </p:nvCxnSpPr>
            <p:spPr>
              <a:xfrm>
                <a:off x="7318400" y="434363"/>
                <a:ext cx="1109100" cy="0"/>
              </a:xfrm>
              <a:prstGeom prst="straightConnector1">
                <a:avLst/>
              </a:prstGeom>
              <a:noFill/>
              <a:ln w="31750" cap="rnd" cmpd="sng">
                <a:solidFill>
                  <a:srgbClr val="FCE6AF"/>
                </a:solidFill>
                <a:prstDash val="solid"/>
                <a:round/>
                <a:headEnd type="none" w="med" len="med"/>
                <a:tailEnd type="none" w="med" len="med"/>
              </a:ln>
            </p:spPr>
          </p:cxnSp>
          <p:cxnSp>
            <p:nvCxnSpPr>
              <p:cNvPr id="89" name="Google Shape;2907;p55"/>
              <p:cNvCxnSpPr/>
              <p:nvPr/>
            </p:nvCxnSpPr>
            <p:spPr>
              <a:xfrm>
                <a:off x="7102950" y="531588"/>
                <a:ext cx="1109100" cy="0"/>
              </a:xfrm>
              <a:prstGeom prst="straightConnector1">
                <a:avLst/>
              </a:prstGeom>
              <a:noFill/>
              <a:ln w="31750" cap="rnd" cmpd="sng">
                <a:solidFill>
                  <a:srgbClr val="FCE6AF"/>
                </a:solidFill>
                <a:prstDash val="solid"/>
                <a:round/>
                <a:headEnd type="none" w="med" len="med"/>
                <a:tailEnd type="none" w="med" len="med"/>
              </a:ln>
            </p:spPr>
          </p:cxnSp>
        </p:grpSp>
        <p:grpSp>
          <p:nvGrpSpPr>
            <p:cNvPr id="79" name="Google Shape;2905;p55"/>
            <p:cNvGrpSpPr/>
            <p:nvPr/>
          </p:nvGrpSpPr>
          <p:grpSpPr>
            <a:xfrm rot="5400000">
              <a:off x="10729287" y="2251343"/>
              <a:ext cx="1324550" cy="97225"/>
              <a:chOff x="7102950" y="434363"/>
              <a:chExt cx="1324550" cy="97225"/>
            </a:xfrm>
          </p:grpSpPr>
          <p:cxnSp>
            <p:nvCxnSpPr>
              <p:cNvPr id="86" name="Google Shape;2906;p55"/>
              <p:cNvCxnSpPr/>
              <p:nvPr/>
            </p:nvCxnSpPr>
            <p:spPr>
              <a:xfrm>
                <a:off x="7318400" y="434363"/>
                <a:ext cx="1109100" cy="0"/>
              </a:xfrm>
              <a:prstGeom prst="straightConnector1">
                <a:avLst/>
              </a:prstGeom>
              <a:noFill/>
              <a:ln w="31750" cap="rnd" cmpd="sng">
                <a:solidFill>
                  <a:srgbClr val="FCE6AF"/>
                </a:solidFill>
                <a:prstDash val="solid"/>
                <a:round/>
                <a:headEnd type="none" w="med" len="med"/>
                <a:tailEnd type="none" w="med" len="med"/>
              </a:ln>
            </p:spPr>
          </p:cxnSp>
          <p:cxnSp>
            <p:nvCxnSpPr>
              <p:cNvPr id="87" name="Google Shape;2907;p55"/>
              <p:cNvCxnSpPr/>
              <p:nvPr/>
            </p:nvCxnSpPr>
            <p:spPr>
              <a:xfrm>
                <a:off x="7102950" y="531588"/>
                <a:ext cx="1109100" cy="0"/>
              </a:xfrm>
              <a:prstGeom prst="straightConnector1">
                <a:avLst/>
              </a:prstGeom>
              <a:noFill/>
              <a:ln w="31750" cap="rnd" cmpd="sng">
                <a:solidFill>
                  <a:srgbClr val="FCE6AF"/>
                </a:solidFill>
                <a:prstDash val="solid"/>
                <a:round/>
                <a:headEnd type="none" w="med" len="med"/>
                <a:tailEnd type="none" w="med" len="med"/>
              </a:ln>
            </p:spPr>
          </p:cxnSp>
        </p:grpSp>
        <p:grpSp>
          <p:nvGrpSpPr>
            <p:cNvPr id="80" name="Google Shape;2905;p55"/>
            <p:cNvGrpSpPr/>
            <p:nvPr/>
          </p:nvGrpSpPr>
          <p:grpSpPr>
            <a:xfrm rot="5400000">
              <a:off x="10394450" y="1975618"/>
              <a:ext cx="1607743" cy="97225"/>
              <a:chOff x="7102950" y="434363"/>
              <a:chExt cx="1324550" cy="97225"/>
            </a:xfrm>
          </p:grpSpPr>
          <p:cxnSp>
            <p:nvCxnSpPr>
              <p:cNvPr id="84" name="Google Shape;2906;p55"/>
              <p:cNvCxnSpPr/>
              <p:nvPr/>
            </p:nvCxnSpPr>
            <p:spPr>
              <a:xfrm>
                <a:off x="7318400" y="434363"/>
                <a:ext cx="1109100" cy="0"/>
              </a:xfrm>
              <a:prstGeom prst="straightConnector1">
                <a:avLst/>
              </a:prstGeom>
              <a:noFill/>
              <a:ln w="31750" cap="rnd" cmpd="sng">
                <a:solidFill>
                  <a:srgbClr val="FCE6AF"/>
                </a:solidFill>
                <a:prstDash val="solid"/>
                <a:round/>
                <a:headEnd type="none" w="med" len="med"/>
                <a:tailEnd type="none" w="med" len="med"/>
              </a:ln>
            </p:spPr>
          </p:cxnSp>
          <p:cxnSp>
            <p:nvCxnSpPr>
              <p:cNvPr id="85" name="Google Shape;2907;p55"/>
              <p:cNvCxnSpPr/>
              <p:nvPr/>
            </p:nvCxnSpPr>
            <p:spPr>
              <a:xfrm>
                <a:off x="7102950" y="531588"/>
                <a:ext cx="1109100" cy="0"/>
              </a:xfrm>
              <a:prstGeom prst="straightConnector1">
                <a:avLst/>
              </a:prstGeom>
              <a:noFill/>
              <a:ln w="31750" cap="rnd" cmpd="sng">
                <a:solidFill>
                  <a:srgbClr val="FCE6AF"/>
                </a:solidFill>
                <a:prstDash val="solid"/>
                <a:round/>
                <a:headEnd type="none" w="med" len="med"/>
                <a:tailEnd type="none" w="med" len="med"/>
              </a:ln>
            </p:spPr>
          </p:cxnSp>
        </p:grpSp>
      </p:grpSp>
      <p:grpSp>
        <p:nvGrpSpPr>
          <p:cNvPr id="47" name="组合 46"/>
          <p:cNvGrpSpPr/>
          <p:nvPr/>
        </p:nvGrpSpPr>
        <p:grpSpPr>
          <a:xfrm>
            <a:off x="8682246" y="4470019"/>
            <a:ext cx="1930414" cy="1041594"/>
            <a:chOff x="1595921" y="3163736"/>
            <a:chExt cx="4408792" cy="1041594"/>
          </a:xfrm>
        </p:grpSpPr>
        <p:sp>
          <p:nvSpPr>
            <p:cNvPr id="51" name="PA-矩形 4"/>
            <p:cNvSpPr>
              <a:spLocks noChangeArrowheads="1"/>
            </p:cNvSpPr>
            <p:nvPr>
              <p:custDataLst>
                <p:tags r:id="rId8"/>
              </p:custDataLst>
            </p:nvPr>
          </p:nvSpPr>
          <p:spPr bwMode="auto">
            <a:xfrm>
              <a:off x="1595921" y="3587725"/>
              <a:ext cx="4408792" cy="617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rPr>
                <a:t>输入您的文本文字，更改文字的颜色或者大小属性。</a:t>
              </a:r>
              <a:endParaRPr lang="zh-CN" altLang="en-US" sz="1400" dirty="0">
                <a:solidFill>
                  <a:schemeClr val="tx1">
                    <a:lumMod val="85000"/>
                    <a:lumOff val="15000"/>
                  </a:schemeClr>
                </a:solidFill>
                <a:latin typeface="OPPOSans M" panose="00020600040101010101" pitchFamily="18" charset="-122"/>
                <a:ea typeface="OPPOSans M" panose="00020600040101010101" pitchFamily="18" charset="-122"/>
                <a:cs typeface="OPPOSans M" panose="00020600040101010101" pitchFamily="18" charset="-122"/>
                <a:sym typeface="+mn-lt"/>
              </a:endParaRPr>
            </a:p>
          </p:txBody>
        </p:sp>
        <p:sp>
          <p:nvSpPr>
            <p:cNvPr id="52" name="PA-矩形 4"/>
            <p:cNvSpPr>
              <a:spLocks noChangeArrowheads="1"/>
            </p:cNvSpPr>
            <p:nvPr>
              <p:custDataLst>
                <p:tags r:id="rId9"/>
              </p:custDataLst>
            </p:nvPr>
          </p:nvSpPr>
          <p:spPr bwMode="auto">
            <a:xfrm>
              <a:off x="2308345" y="3163736"/>
              <a:ext cx="298394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rPr>
                <a:t>关键词</a:t>
              </a:r>
              <a:endParaRPr lang="zh-CN" altLang="en-US" sz="2400" dirty="0">
                <a:solidFill>
                  <a:schemeClr val="tx1">
                    <a:lumMod val="75000"/>
                    <a:lumOff val="25000"/>
                  </a:schemeClr>
                </a:solidFill>
                <a:latin typeface="OPPOSans B" panose="00020600040101010101" pitchFamily="18" charset="-122"/>
                <a:ea typeface="OPPOSans B" panose="00020600040101010101" pitchFamily="18" charset="-122"/>
                <a:cs typeface="OPPOSans B" panose="00020600040101010101" pitchFamily="18" charset="-122"/>
                <a:sym typeface="+mn-lt"/>
              </a:endParaRPr>
            </a:p>
          </p:txBody>
        </p:sp>
      </p:grpSp>
      <p:pic>
        <p:nvPicPr>
          <p:cNvPr id="8" name="图片 7"/>
          <p:cNvPicPr>
            <a:picLocks noChangeAspect="1"/>
          </p:cNvPicPr>
          <p:nvPr/>
        </p:nvPicPr>
        <p:blipFill rotWithShape="1">
          <a:blip r:embed="rId10" cstate="print">
            <a:extLst>
              <a:ext uri="{28A0092B-C50C-407E-A947-70E740481C1C}">
                <a14:useLocalDpi xmlns:a14="http://schemas.microsoft.com/office/drawing/2010/main" val="0"/>
              </a:ext>
            </a:extLst>
          </a:blip>
          <a:srcRect l="31890" r="2064"/>
          <a:stretch>
            <a:fillRect/>
          </a:stretch>
        </p:blipFill>
        <p:spPr>
          <a:xfrm>
            <a:off x="4746557" y="1734235"/>
            <a:ext cx="2706296" cy="2731775"/>
          </a:xfrm>
          <a:prstGeom prst="rect">
            <a:avLst/>
          </a:prstGeom>
        </p:spPr>
      </p:pic>
      <p:pic>
        <p:nvPicPr>
          <p:cNvPr id="48" name="图片 47"/>
          <p:cNvPicPr>
            <a:picLocks noChangeAspect="1"/>
          </p:cNvPicPr>
          <p:nvPr/>
        </p:nvPicPr>
        <p:blipFill>
          <a:blip r:embed="rId11" cstate="print">
            <a:extLst>
              <a:ext uri="{28A0092B-C50C-407E-A947-70E740481C1C}">
                <a14:useLocalDpi xmlns:a14="http://schemas.microsoft.com/office/drawing/2010/main" val="0"/>
              </a:ext>
            </a:extLst>
          </a:blip>
          <a:srcRect l="17005" r="17005"/>
          <a:stretch>
            <a:fillRect/>
          </a:stretch>
        </p:blipFill>
        <p:spPr>
          <a:xfrm>
            <a:off x="8237112" y="1735594"/>
            <a:ext cx="2699657" cy="2727325"/>
          </a:xfrm>
          <a:prstGeom prst="rect">
            <a:avLst/>
          </a:prstGeom>
        </p:spPr>
      </p:pic>
      <p:pic>
        <p:nvPicPr>
          <p:cNvPr id="3" name="图片 2"/>
          <p:cNvPicPr>
            <a:picLocks noChangeAspect="1"/>
          </p:cNvPicPr>
          <p:nvPr/>
        </p:nvPicPr>
        <p:blipFill rotWithShape="1">
          <a:blip r:embed="rId12" cstate="print">
            <a:extLst>
              <a:ext uri="{28A0092B-C50C-407E-A947-70E740481C1C}">
                <a14:useLocalDpi xmlns:a14="http://schemas.microsoft.com/office/drawing/2010/main" val="0"/>
              </a:ext>
            </a:extLst>
          </a:blip>
          <a:srcRect l="182" t="17345" r="-182" b="10271"/>
          <a:stretch>
            <a:fillRect/>
          </a:stretch>
        </p:blipFill>
        <p:spPr>
          <a:xfrm>
            <a:off x="1176278" y="1727135"/>
            <a:ext cx="2699658" cy="273578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fade">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EFEF5"/>
        </a:solidFill>
        <a:effectLst/>
      </p:bgPr>
    </p:bg>
    <p:spTree>
      <p:nvGrpSpPr>
        <p:cNvPr id="1" name=""/>
        <p:cNvGrpSpPr/>
        <p:nvPr/>
      </p:nvGrpSpPr>
      <p:grpSpPr>
        <a:xfrm>
          <a:off x="0" y="0"/>
          <a:ext cx="0" cy="0"/>
          <a:chOff x="0" y="0"/>
          <a:chExt cx="0" cy="0"/>
        </a:xfrm>
      </p:grpSpPr>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160017" y="86523"/>
            <a:ext cx="1880748" cy="521613"/>
          </a:xfrm>
          <a:prstGeom prst="rect">
            <a:avLst/>
          </a:prstGeom>
        </p:spPr>
      </p:pic>
      <p:pic>
        <p:nvPicPr>
          <p:cNvPr id="25" name="Google Shape;2017;p35"/>
          <p:cNvPicPr preferRelativeResize="0"/>
          <p:nvPr/>
        </p:nvPicPr>
        <p:blipFill rotWithShape="1">
          <a:blip r:embed="rId3">
            <a:alphaModFix amt="62000"/>
          </a:blip>
          <a:srcRect t="406" b="416"/>
          <a:stretch>
            <a:fillRect/>
          </a:stretch>
        </p:blipFill>
        <p:spPr>
          <a:xfrm rot="10800000" flipH="1">
            <a:off x="9838303" y="4394092"/>
            <a:ext cx="3369119" cy="3360405"/>
          </a:xfrm>
          <a:prstGeom prst="ellipse">
            <a:avLst/>
          </a:prstGeom>
          <a:solidFill>
            <a:srgbClr val="FCE6AF"/>
          </a:solidFill>
          <a:ln>
            <a:noFill/>
          </a:ln>
        </p:spPr>
      </p:pic>
      <p:grpSp>
        <p:nvGrpSpPr>
          <p:cNvPr id="27" name="Google Shape;2905;p55"/>
          <p:cNvGrpSpPr/>
          <p:nvPr/>
        </p:nvGrpSpPr>
        <p:grpSpPr>
          <a:xfrm rot="5400000">
            <a:off x="11115768" y="2144030"/>
            <a:ext cx="1324550" cy="97225"/>
            <a:chOff x="7102950" y="434363"/>
            <a:chExt cx="1324550" cy="97225"/>
          </a:xfrm>
        </p:grpSpPr>
        <p:cxnSp>
          <p:nvCxnSpPr>
            <p:cNvPr id="30"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31"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32" name="Google Shape;2905;p55"/>
          <p:cNvGrpSpPr/>
          <p:nvPr/>
        </p:nvGrpSpPr>
        <p:grpSpPr>
          <a:xfrm rot="5400000">
            <a:off x="10434225" y="2179267"/>
            <a:ext cx="2301157" cy="97223"/>
            <a:chOff x="7102950" y="434363"/>
            <a:chExt cx="1324550" cy="97225"/>
          </a:xfrm>
        </p:grpSpPr>
        <p:cxnSp>
          <p:nvCxnSpPr>
            <p:cNvPr id="33"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34"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35" name="Google Shape;2905;p55"/>
          <p:cNvGrpSpPr/>
          <p:nvPr/>
        </p:nvGrpSpPr>
        <p:grpSpPr>
          <a:xfrm rot="5400000">
            <a:off x="10729287" y="2251343"/>
            <a:ext cx="1324550" cy="97225"/>
            <a:chOff x="7102950" y="434363"/>
            <a:chExt cx="1324550" cy="97225"/>
          </a:xfrm>
        </p:grpSpPr>
        <p:cxnSp>
          <p:nvCxnSpPr>
            <p:cNvPr id="36"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37"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38" name="Google Shape;2905;p55"/>
          <p:cNvGrpSpPr/>
          <p:nvPr/>
        </p:nvGrpSpPr>
        <p:grpSpPr>
          <a:xfrm rot="5400000">
            <a:off x="10394450" y="1975618"/>
            <a:ext cx="1607743" cy="97225"/>
            <a:chOff x="7102950" y="434363"/>
            <a:chExt cx="1324550" cy="97225"/>
          </a:xfrm>
        </p:grpSpPr>
        <p:cxnSp>
          <p:nvCxnSpPr>
            <p:cNvPr id="39"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48"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49" name="Google Shape;2905;p55"/>
          <p:cNvGrpSpPr/>
          <p:nvPr/>
        </p:nvGrpSpPr>
        <p:grpSpPr>
          <a:xfrm rot="16200000">
            <a:off x="10419128" y="2143618"/>
            <a:ext cx="1171903" cy="97224"/>
            <a:chOff x="7102950" y="434363"/>
            <a:chExt cx="1324550" cy="97225"/>
          </a:xfrm>
        </p:grpSpPr>
        <p:cxnSp>
          <p:nvCxnSpPr>
            <p:cNvPr id="50" name="Google Shape;2906;p55"/>
            <p:cNvCxnSpPr/>
            <p:nvPr/>
          </p:nvCxnSpPr>
          <p:spPr>
            <a:xfrm>
              <a:off x="7318400" y="434363"/>
              <a:ext cx="1109100" cy="0"/>
            </a:xfrm>
            <a:prstGeom prst="straightConnector1">
              <a:avLst/>
            </a:prstGeom>
            <a:noFill/>
            <a:ln w="31750" cap="rnd" cmpd="sng">
              <a:solidFill>
                <a:srgbClr val="F9C9B2"/>
              </a:solidFill>
              <a:prstDash val="solid"/>
              <a:round/>
              <a:headEnd type="none" w="med" len="med"/>
              <a:tailEnd type="none" w="med" len="med"/>
            </a:ln>
          </p:spPr>
        </p:cxnSp>
        <p:cxnSp>
          <p:nvCxnSpPr>
            <p:cNvPr id="59" name="Google Shape;2907;p55"/>
            <p:cNvCxnSpPr/>
            <p:nvPr/>
          </p:nvCxnSpPr>
          <p:spPr>
            <a:xfrm>
              <a:off x="7102950" y="531588"/>
              <a:ext cx="1109100" cy="0"/>
            </a:xfrm>
            <a:prstGeom prst="straightConnector1">
              <a:avLst/>
            </a:prstGeom>
            <a:noFill/>
            <a:ln w="31750" cap="rnd" cmpd="sng">
              <a:solidFill>
                <a:srgbClr val="F9C9B2"/>
              </a:solidFill>
              <a:prstDash val="solid"/>
              <a:round/>
              <a:headEnd type="none" w="med" len="med"/>
              <a:tailEnd type="none" w="med" len="med"/>
            </a:ln>
          </p:spPr>
        </p:cxnSp>
      </p:grpSp>
      <p:grpSp>
        <p:nvGrpSpPr>
          <p:cNvPr id="69" name="组合 68"/>
          <p:cNvGrpSpPr/>
          <p:nvPr/>
        </p:nvGrpSpPr>
        <p:grpSpPr>
          <a:xfrm>
            <a:off x="478971" y="455005"/>
            <a:ext cx="4849588" cy="492443"/>
            <a:chOff x="174171" y="513062"/>
            <a:chExt cx="4849588" cy="492443"/>
          </a:xfrm>
        </p:grpSpPr>
        <p:sp>
          <p:nvSpPr>
            <p:cNvPr id="70" name="PA-矩形 4"/>
            <p:cNvSpPr>
              <a:spLocks noChangeArrowheads="1"/>
            </p:cNvSpPr>
            <p:nvPr>
              <p:custDataLst>
                <p:tags r:id="rId4"/>
              </p:custDataLst>
            </p:nvPr>
          </p:nvSpPr>
          <p:spPr bwMode="auto">
            <a:xfrm>
              <a:off x="403999" y="513062"/>
              <a:ext cx="461976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3200" dirty="0">
                  <a:solidFill>
                    <a:schemeClr val="tx1">
                      <a:lumMod val="75000"/>
                      <a:lumOff val="25000"/>
                    </a:schemeClr>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sym typeface="阿里巴巴普惠体 H" panose="00020600040101010101" pitchFamily="18" charset="-122"/>
                </a:rPr>
                <a:t>这里输入标题</a:t>
              </a:r>
              <a:endParaRPr lang="zh-CN" altLang="en-US" sz="3200" dirty="0">
                <a:solidFill>
                  <a:schemeClr val="tx1">
                    <a:lumMod val="75000"/>
                    <a:lumOff val="25000"/>
                  </a:schemeClr>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sym typeface="阿里巴巴普惠体 H" panose="00020600040101010101" pitchFamily="18" charset="-122"/>
              </a:endParaRPr>
            </a:p>
          </p:txBody>
        </p:sp>
        <p:sp>
          <p:nvSpPr>
            <p:cNvPr id="71" name="矩形 70"/>
            <p:cNvSpPr/>
            <p:nvPr/>
          </p:nvSpPr>
          <p:spPr>
            <a:xfrm>
              <a:off x="174171" y="568588"/>
              <a:ext cx="72572" cy="381391"/>
            </a:xfrm>
            <a:prstGeom prst="rect">
              <a:avLst/>
            </a:prstGeom>
            <a:solidFill>
              <a:srgbClr val="6E7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grpSp>
      <p:sp>
        <p:nvSpPr>
          <p:cNvPr id="43" name="Rectangle 3"/>
          <p:cNvSpPr/>
          <p:nvPr/>
        </p:nvSpPr>
        <p:spPr>
          <a:xfrm>
            <a:off x="9249463" y="0"/>
            <a:ext cx="527168" cy="1708150"/>
          </a:xfrm>
          <a:prstGeom prst="rect">
            <a:avLst/>
          </a:prstGeom>
          <a:solidFill>
            <a:srgbClr val="DD8F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1"/>
          <p:cNvSpPr/>
          <p:nvPr/>
        </p:nvSpPr>
        <p:spPr>
          <a:xfrm rot="5400000">
            <a:off x="5877225" y="3069581"/>
            <a:ext cx="424730" cy="1905701"/>
          </a:xfrm>
          <a:prstGeom prst="rect">
            <a:avLst/>
          </a:prstGeom>
          <a:solidFill>
            <a:srgbClr val="C8D7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2"/>
          <p:cNvSpPr/>
          <p:nvPr/>
        </p:nvSpPr>
        <p:spPr>
          <a:xfrm rot="5400000">
            <a:off x="7644372" y="1519930"/>
            <a:ext cx="424729" cy="1905701"/>
          </a:xfrm>
          <a:prstGeom prst="rect">
            <a:avLst/>
          </a:prstGeom>
          <a:solidFill>
            <a:srgbClr val="F9C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6" name="Group 28"/>
          <p:cNvGrpSpPr/>
          <p:nvPr/>
        </p:nvGrpSpPr>
        <p:grpSpPr>
          <a:xfrm>
            <a:off x="7781567" y="702451"/>
            <a:ext cx="1995064" cy="1995064"/>
            <a:chOff x="7775989" y="702451"/>
            <a:chExt cx="1995064" cy="1995064"/>
          </a:xfrm>
        </p:grpSpPr>
        <p:sp>
          <p:nvSpPr>
            <p:cNvPr id="47" name="Oval 26"/>
            <p:cNvSpPr/>
            <p:nvPr/>
          </p:nvSpPr>
          <p:spPr>
            <a:xfrm>
              <a:off x="7775989" y="702451"/>
              <a:ext cx="1995064" cy="1995064"/>
            </a:xfrm>
            <a:prstGeom prst="ellipse">
              <a:avLst/>
            </a:prstGeom>
            <a:solidFill>
              <a:srgbClr val="DD8F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51" name="Oval 27"/>
            <p:cNvSpPr/>
            <p:nvPr/>
          </p:nvSpPr>
          <p:spPr>
            <a:xfrm>
              <a:off x="8088946" y="1015408"/>
              <a:ext cx="1369150" cy="1369150"/>
            </a:xfrm>
            <a:prstGeom prst="ellipse">
              <a:avLst/>
            </a:prstGeom>
            <a:solidFill>
              <a:srgbClr val="FEFE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grpSp>
      <p:sp>
        <p:nvSpPr>
          <p:cNvPr id="53" name="Rectangle 8"/>
          <p:cNvSpPr/>
          <p:nvPr/>
        </p:nvSpPr>
        <p:spPr>
          <a:xfrm>
            <a:off x="8267001" y="1268613"/>
            <a:ext cx="1078288" cy="919675"/>
          </a:xfrm>
          <a:prstGeom prst="rect">
            <a:avLst/>
          </a:prstGeom>
        </p:spPr>
        <p:txBody>
          <a:bodyPr wrap="square">
            <a:spAutoFit/>
          </a:bodyPr>
          <a:lstStyle/>
          <a:p>
            <a:pPr algn="ctr">
              <a:lnSpc>
                <a:spcPct val="120000"/>
              </a:lnSpc>
            </a:pPr>
            <a:r>
              <a:rPr lang="en-US" sz="4800" b="1" spc="-150" dirty="0">
                <a:solidFill>
                  <a:schemeClr val="tx1">
                    <a:lumMod val="75000"/>
                    <a:lumOff val="25000"/>
                  </a:schemeClr>
                </a:solidFill>
                <a:latin typeface="Raleway" panose="020B0503030101060003" pitchFamily="34" charset="0"/>
                <a:cs typeface="Segoe UI Light" panose="020B0502040204020203" pitchFamily="34" charset="0"/>
              </a:rPr>
              <a:t>03</a:t>
            </a:r>
            <a:endParaRPr lang="en-US" sz="4800" b="1" spc="-150" dirty="0">
              <a:solidFill>
                <a:schemeClr val="tx1">
                  <a:lumMod val="75000"/>
                  <a:lumOff val="25000"/>
                </a:schemeClr>
              </a:solidFill>
              <a:latin typeface="Raleway" panose="020B0503030101060003" pitchFamily="34" charset="0"/>
              <a:cs typeface="Segoe UI Light" panose="020B0502040204020203" pitchFamily="34" charset="0"/>
            </a:endParaRPr>
          </a:p>
        </p:txBody>
      </p:sp>
      <p:grpSp>
        <p:nvGrpSpPr>
          <p:cNvPr id="55" name="Group 29"/>
          <p:cNvGrpSpPr/>
          <p:nvPr/>
        </p:nvGrpSpPr>
        <p:grpSpPr>
          <a:xfrm>
            <a:off x="5936842" y="2260416"/>
            <a:ext cx="1995064" cy="1995064"/>
            <a:chOff x="7775989" y="702451"/>
            <a:chExt cx="1995064" cy="1995064"/>
          </a:xfrm>
        </p:grpSpPr>
        <p:sp>
          <p:nvSpPr>
            <p:cNvPr id="56" name="Oval 30"/>
            <p:cNvSpPr/>
            <p:nvPr/>
          </p:nvSpPr>
          <p:spPr>
            <a:xfrm>
              <a:off x="7775989" y="702451"/>
              <a:ext cx="1995064" cy="1995064"/>
            </a:xfrm>
            <a:prstGeom prst="ellipse">
              <a:avLst/>
            </a:prstGeom>
            <a:solidFill>
              <a:srgbClr val="F9C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sp>
          <p:nvSpPr>
            <p:cNvPr id="57" name="Oval 31"/>
            <p:cNvSpPr/>
            <p:nvPr/>
          </p:nvSpPr>
          <p:spPr>
            <a:xfrm>
              <a:off x="8088946" y="1015408"/>
              <a:ext cx="1369150" cy="1369150"/>
            </a:xfrm>
            <a:prstGeom prst="ellipse">
              <a:avLst/>
            </a:prstGeom>
            <a:solidFill>
              <a:srgbClr val="FEFE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grpSp>
      <p:sp>
        <p:nvSpPr>
          <p:cNvPr id="60" name="Rectangle 33"/>
          <p:cNvSpPr/>
          <p:nvPr/>
        </p:nvSpPr>
        <p:spPr>
          <a:xfrm>
            <a:off x="6422276" y="2826578"/>
            <a:ext cx="1078288" cy="919675"/>
          </a:xfrm>
          <a:prstGeom prst="rect">
            <a:avLst/>
          </a:prstGeom>
        </p:spPr>
        <p:txBody>
          <a:bodyPr wrap="square">
            <a:spAutoFit/>
          </a:bodyPr>
          <a:lstStyle/>
          <a:p>
            <a:pPr algn="ctr">
              <a:lnSpc>
                <a:spcPct val="120000"/>
              </a:lnSpc>
            </a:pPr>
            <a:r>
              <a:rPr lang="en-US" sz="4800" b="1" spc="-150" dirty="0">
                <a:solidFill>
                  <a:schemeClr val="tx1">
                    <a:lumMod val="75000"/>
                    <a:lumOff val="25000"/>
                  </a:schemeClr>
                </a:solidFill>
                <a:latin typeface="Raleway" panose="020B0503030101060003" pitchFamily="34" charset="0"/>
                <a:cs typeface="Segoe UI Light" panose="020B0502040204020203" pitchFamily="34" charset="0"/>
              </a:rPr>
              <a:t>02</a:t>
            </a:r>
            <a:endParaRPr lang="en-US" sz="4800" b="1" spc="-150" dirty="0">
              <a:solidFill>
                <a:schemeClr val="tx1">
                  <a:lumMod val="75000"/>
                  <a:lumOff val="25000"/>
                </a:schemeClr>
              </a:solidFill>
              <a:latin typeface="Raleway" panose="020B0503030101060003" pitchFamily="34" charset="0"/>
              <a:cs typeface="Segoe UI Light" panose="020B0502040204020203" pitchFamily="34" charset="0"/>
            </a:endParaRPr>
          </a:p>
        </p:txBody>
      </p:sp>
      <p:grpSp>
        <p:nvGrpSpPr>
          <p:cNvPr id="62" name="Group 35"/>
          <p:cNvGrpSpPr/>
          <p:nvPr/>
        </p:nvGrpSpPr>
        <p:grpSpPr>
          <a:xfrm>
            <a:off x="4131154" y="3810066"/>
            <a:ext cx="1995064" cy="1995064"/>
            <a:chOff x="7775989" y="702451"/>
            <a:chExt cx="1995064" cy="1995064"/>
          </a:xfrm>
        </p:grpSpPr>
        <p:sp>
          <p:nvSpPr>
            <p:cNvPr id="63" name="Oval 36"/>
            <p:cNvSpPr/>
            <p:nvPr/>
          </p:nvSpPr>
          <p:spPr>
            <a:xfrm>
              <a:off x="7775989" y="702451"/>
              <a:ext cx="1995064" cy="1995064"/>
            </a:xfrm>
            <a:prstGeom prst="ellipse">
              <a:avLst/>
            </a:prstGeom>
            <a:solidFill>
              <a:srgbClr val="C8D7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64" name="Oval 37"/>
            <p:cNvSpPr/>
            <p:nvPr/>
          </p:nvSpPr>
          <p:spPr>
            <a:xfrm>
              <a:off x="8088946" y="1015408"/>
              <a:ext cx="1369150" cy="1369150"/>
            </a:xfrm>
            <a:prstGeom prst="ellipse">
              <a:avLst/>
            </a:prstGeom>
            <a:solidFill>
              <a:srgbClr val="FEFE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dirty="0"/>
            </a:p>
          </p:txBody>
        </p:sp>
      </p:grpSp>
      <p:sp>
        <p:nvSpPr>
          <p:cNvPr id="66" name="Rectangle 39"/>
          <p:cNvSpPr/>
          <p:nvPr/>
        </p:nvSpPr>
        <p:spPr>
          <a:xfrm>
            <a:off x="4589543" y="4376228"/>
            <a:ext cx="1078288" cy="919675"/>
          </a:xfrm>
          <a:prstGeom prst="rect">
            <a:avLst/>
          </a:prstGeom>
        </p:spPr>
        <p:txBody>
          <a:bodyPr wrap="square">
            <a:spAutoFit/>
          </a:bodyPr>
          <a:lstStyle/>
          <a:p>
            <a:pPr algn="ctr">
              <a:lnSpc>
                <a:spcPct val="120000"/>
              </a:lnSpc>
            </a:pPr>
            <a:r>
              <a:rPr lang="en-US" sz="4800" b="1" spc="-150" dirty="0">
                <a:solidFill>
                  <a:schemeClr val="tx1">
                    <a:lumMod val="75000"/>
                    <a:lumOff val="25000"/>
                  </a:schemeClr>
                </a:solidFill>
                <a:latin typeface="Raleway" panose="020B0503030101060003" pitchFamily="34" charset="0"/>
                <a:cs typeface="Segoe UI Light" panose="020B0502040204020203" pitchFamily="34" charset="0"/>
              </a:rPr>
              <a:t>01</a:t>
            </a:r>
            <a:endParaRPr lang="en-US" sz="4800" b="1" spc="-150" dirty="0">
              <a:solidFill>
                <a:schemeClr val="tx1">
                  <a:lumMod val="75000"/>
                  <a:lumOff val="25000"/>
                </a:schemeClr>
              </a:solidFill>
              <a:latin typeface="Raleway" panose="020B0503030101060003" pitchFamily="34" charset="0"/>
              <a:cs typeface="Segoe UI Light" panose="020B0502040204020203" pitchFamily="34" charset="0"/>
            </a:endParaRPr>
          </a:p>
        </p:txBody>
      </p:sp>
      <p:grpSp>
        <p:nvGrpSpPr>
          <p:cNvPr id="68" name="Group 46"/>
          <p:cNvGrpSpPr/>
          <p:nvPr/>
        </p:nvGrpSpPr>
        <p:grpSpPr>
          <a:xfrm>
            <a:off x="6471366" y="4644136"/>
            <a:ext cx="2349255" cy="598881"/>
            <a:chOff x="2104752" y="2120825"/>
            <a:chExt cx="2349255" cy="598881"/>
          </a:xfrm>
        </p:grpSpPr>
        <p:sp>
          <p:nvSpPr>
            <p:cNvPr id="87" name="Text Placeholder 2"/>
            <p:cNvSpPr txBox="1"/>
            <p:nvPr/>
          </p:nvSpPr>
          <p:spPr>
            <a:xfrm>
              <a:off x="2104753" y="2120825"/>
              <a:ext cx="1448868" cy="405765"/>
            </a:xfrm>
            <a:prstGeom prst="rect">
              <a:avLst/>
            </a:prstGeom>
          </p:spPr>
          <p:txBody>
            <a:bodyPr/>
            <a:lstStyle>
              <a:lvl1pPr marL="0" indent="0" algn="ctr" defTabSz="1460500" rtl="0" eaLnBrk="1" latinLnBrk="0" hangingPunct="1">
                <a:lnSpc>
                  <a:spcPct val="90000"/>
                </a:lnSpc>
                <a:spcBef>
                  <a:spcPts val="1600"/>
                </a:spcBef>
                <a:buFont typeface="Arial" panose="020B0604020202020204" pitchFamily="34" charset="0"/>
                <a:buNone/>
                <a:defRPr sz="4000" kern="1200">
                  <a:solidFill>
                    <a:schemeClr val="tx1">
                      <a:lumMod val="65000"/>
                      <a:lumOff val="35000"/>
                    </a:schemeClr>
                  </a:solidFill>
                  <a:latin typeface="+mn-lt"/>
                  <a:ea typeface="+mn-ea"/>
                  <a:cs typeface="+mn-cs"/>
                </a:defRPr>
              </a:lvl1pPr>
              <a:lvl2pPr marL="1095375" indent="-365125" algn="l" defTabSz="1460500" rtl="0" eaLnBrk="1" latinLnBrk="0" hangingPunct="1">
                <a:lnSpc>
                  <a:spcPct val="90000"/>
                </a:lnSpc>
                <a:spcBef>
                  <a:spcPts val="800"/>
                </a:spcBef>
                <a:buFont typeface="Arial" panose="020B0604020202020204" pitchFamily="34" charset="0"/>
                <a:buChar char="•"/>
                <a:defRPr sz="3835" kern="1200">
                  <a:solidFill>
                    <a:schemeClr val="tx1"/>
                  </a:solidFill>
                  <a:latin typeface="+mn-lt"/>
                  <a:ea typeface="+mn-ea"/>
                  <a:cs typeface="+mn-cs"/>
                </a:defRPr>
              </a:lvl2pPr>
              <a:lvl3pPr marL="1826260" indent="-365125" algn="l" defTabSz="1460500" rtl="0" eaLnBrk="1" latinLnBrk="0" hangingPunct="1">
                <a:lnSpc>
                  <a:spcPct val="90000"/>
                </a:lnSpc>
                <a:spcBef>
                  <a:spcPts val="800"/>
                </a:spcBef>
                <a:buFont typeface="Arial" panose="020B0604020202020204" pitchFamily="34" charset="0"/>
                <a:buChar char="•"/>
                <a:defRPr sz="3195" kern="1200">
                  <a:solidFill>
                    <a:schemeClr val="tx1"/>
                  </a:solidFill>
                  <a:latin typeface="+mn-lt"/>
                  <a:ea typeface="+mn-ea"/>
                  <a:cs typeface="+mn-cs"/>
                </a:defRPr>
              </a:lvl3pPr>
              <a:lvl4pPr marL="255651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4pPr>
              <a:lvl5pPr marL="328676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5pPr>
              <a:lvl6pPr marL="401701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6pPr>
              <a:lvl7pPr marL="474726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7pPr>
              <a:lvl8pPr marL="5478145"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8pPr>
              <a:lvl9pPr marL="6208395"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9pPr>
            </a:lstStyle>
            <a:p>
              <a:pPr algn="l"/>
              <a:r>
                <a:rPr lang="zh-CN" altLang="en-US" sz="1800" b="1" dirty="0">
                  <a:solidFill>
                    <a:srgbClr val="C8D7D0"/>
                  </a:solidFill>
                  <a:latin typeface="Raleway" panose="020B0503030101060003" pitchFamily="34" charset="0"/>
                </a:rPr>
                <a:t>标题</a:t>
              </a:r>
              <a:endParaRPr lang="id-ID" sz="1800" b="1" dirty="0">
                <a:solidFill>
                  <a:srgbClr val="C8D7D0"/>
                </a:solidFill>
                <a:latin typeface="Raleway" panose="020B0503030101060003" pitchFamily="34" charset="0"/>
              </a:endParaRPr>
            </a:p>
          </p:txBody>
        </p:sp>
        <p:sp>
          <p:nvSpPr>
            <p:cNvPr id="88" name="Rectangle 48"/>
            <p:cNvSpPr/>
            <p:nvPr/>
          </p:nvSpPr>
          <p:spPr>
            <a:xfrm>
              <a:off x="2104752" y="2421419"/>
              <a:ext cx="2349255" cy="298287"/>
            </a:xfrm>
            <a:prstGeom prst="rect">
              <a:avLst/>
            </a:prstGeom>
          </p:spPr>
          <p:txBody>
            <a:bodyPr wrap="square">
              <a:spAutoFit/>
            </a:bodyPr>
            <a:lstStyle/>
            <a:p>
              <a:pPr>
                <a:lnSpc>
                  <a:spcPct val="120000"/>
                </a:lnSpc>
              </a:pPr>
              <a:r>
                <a:rPr lang="zh-CN" altLang="en-US" sz="1200" dirty="0">
                  <a:solidFill>
                    <a:schemeClr val="bg1">
                      <a:lumMod val="50000"/>
                    </a:schemeClr>
                  </a:solidFill>
                  <a:latin typeface="Segoe UI Light" panose="020B0502040204020203" pitchFamily="34" charset="0"/>
                  <a:cs typeface="Segoe UI Light" panose="020B0502040204020203" pitchFamily="34" charset="0"/>
                </a:rPr>
                <a:t>输入内容</a:t>
              </a:r>
              <a:endParaRPr lang="en-US" sz="1200" dirty="0">
                <a:solidFill>
                  <a:schemeClr val="bg1">
                    <a:lumMod val="50000"/>
                  </a:schemeClr>
                </a:solidFill>
                <a:latin typeface="Segoe UI Light" panose="020B0502040204020203" pitchFamily="34" charset="0"/>
                <a:cs typeface="Segoe UI Light" panose="020B0502040204020203" pitchFamily="34" charset="0"/>
              </a:endParaRPr>
            </a:p>
          </p:txBody>
        </p:sp>
      </p:grpSp>
      <p:grpSp>
        <p:nvGrpSpPr>
          <p:cNvPr id="89" name="Group 49"/>
          <p:cNvGrpSpPr/>
          <p:nvPr/>
        </p:nvGrpSpPr>
        <p:grpSpPr>
          <a:xfrm flipH="1">
            <a:off x="5175156" y="832846"/>
            <a:ext cx="2349255" cy="598881"/>
            <a:chOff x="2104752" y="2120825"/>
            <a:chExt cx="2349255" cy="598881"/>
          </a:xfrm>
        </p:grpSpPr>
        <p:sp>
          <p:nvSpPr>
            <p:cNvPr id="90" name="Text Placeholder 2"/>
            <p:cNvSpPr txBox="1"/>
            <p:nvPr/>
          </p:nvSpPr>
          <p:spPr>
            <a:xfrm>
              <a:off x="2104753" y="2120825"/>
              <a:ext cx="1448868" cy="405765"/>
            </a:xfrm>
            <a:prstGeom prst="rect">
              <a:avLst/>
            </a:prstGeom>
          </p:spPr>
          <p:txBody>
            <a:bodyPr/>
            <a:lstStyle>
              <a:lvl1pPr marL="0" indent="0" algn="ctr" defTabSz="1460500" rtl="0" eaLnBrk="1" latinLnBrk="0" hangingPunct="1">
                <a:lnSpc>
                  <a:spcPct val="90000"/>
                </a:lnSpc>
                <a:spcBef>
                  <a:spcPts val="1600"/>
                </a:spcBef>
                <a:buFont typeface="Arial" panose="020B0604020202020204" pitchFamily="34" charset="0"/>
                <a:buNone/>
                <a:defRPr sz="4000" kern="1200">
                  <a:solidFill>
                    <a:schemeClr val="tx1">
                      <a:lumMod val="65000"/>
                      <a:lumOff val="35000"/>
                    </a:schemeClr>
                  </a:solidFill>
                  <a:latin typeface="+mn-lt"/>
                  <a:ea typeface="+mn-ea"/>
                  <a:cs typeface="+mn-cs"/>
                </a:defRPr>
              </a:lvl1pPr>
              <a:lvl2pPr marL="1095375" indent="-365125" algn="l" defTabSz="1460500" rtl="0" eaLnBrk="1" latinLnBrk="0" hangingPunct="1">
                <a:lnSpc>
                  <a:spcPct val="90000"/>
                </a:lnSpc>
                <a:spcBef>
                  <a:spcPts val="800"/>
                </a:spcBef>
                <a:buFont typeface="Arial" panose="020B0604020202020204" pitchFamily="34" charset="0"/>
                <a:buChar char="•"/>
                <a:defRPr sz="3835" kern="1200">
                  <a:solidFill>
                    <a:schemeClr val="tx1"/>
                  </a:solidFill>
                  <a:latin typeface="+mn-lt"/>
                  <a:ea typeface="+mn-ea"/>
                  <a:cs typeface="+mn-cs"/>
                </a:defRPr>
              </a:lvl2pPr>
              <a:lvl3pPr marL="1826260" indent="-365125" algn="l" defTabSz="1460500" rtl="0" eaLnBrk="1" latinLnBrk="0" hangingPunct="1">
                <a:lnSpc>
                  <a:spcPct val="90000"/>
                </a:lnSpc>
                <a:spcBef>
                  <a:spcPts val="800"/>
                </a:spcBef>
                <a:buFont typeface="Arial" panose="020B0604020202020204" pitchFamily="34" charset="0"/>
                <a:buChar char="•"/>
                <a:defRPr sz="3195" kern="1200">
                  <a:solidFill>
                    <a:schemeClr val="tx1"/>
                  </a:solidFill>
                  <a:latin typeface="+mn-lt"/>
                  <a:ea typeface="+mn-ea"/>
                  <a:cs typeface="+mn-cs"/>
                </a:defRPr>
              </a:lvl3pPr>
              <a:lvl4pPr marL="255651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4pPr>
              <a:lvl5pPr marL="328676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5pPr>
              <a:lvl6pPr marL="401701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6pPr>
              <a:lvl7pPr marL="474726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7pPr>
              <a:lvl8pPr marL="5478145"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8pPr>
              <a:lvl9pPr marL="6208395"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9pPr>
            </a:lstStyle>
            <a:p>
              <a:pPr algn="r"/>
              <a:r>
                <a:rPr lang="zh-CN" altLang="en-US" sz="1800" b="1" dirty="0">
                  <a:solidFill>
                    <a:srgbClr val="DD8F8D"/>
                  </a:solidFill>
                  <a:latin typeface="Raleway" panose="020B0503030101060003" pitchFamily="34" charset="0"/>
                </a:rPr>
                <a:t>标题</a:t>
              </a:r>
              <a:endParaRPr lang="id-ID" sz="1800" b="1" dirty="0">
                <a:solidFill>
                  <a:srgbClr val="DD8F8D"/>
                </a:solidFill>
                <a:latin typeface="Raleway" panose="020B0503030101060003" pitchFamily="34" charset="0"/>
              </a:endParaRPr>
            </a:p>
          </p:txBody>
        </p:sp>
        <p:sp>
          <p:nvSpPr>
            <p:cNvPr id="91" name="Rectangle 51"/>
            <p:cNvSpPr/>
            <p:nvPr/>
          </p:nvSpPr>
          <p:spPr>
            <a:xfrm>
              <a:off x="2104752" y="2421419"/>
              <a:ext cx="2349255" cy="298287"/>
            </a:xfrm>
            <a:prstGeom prst="rect">
              <a:avLst/>
            </a:prstGeom>
          </p:spPr>
          <p:txBody>
            <a:bodyPr wrap="square">
              <a:spAutoFit/>
            </a:bodyPr>
            <a:lstStyle/>
            <a:p>
              <a:pPr algn="r">
                <a:lnSpc>
                  <a:spcPct val="120000"/>
                </a:lnSpc>
              </a:pPr>
              <a:r>
                <a:rPr lang="zh-CN" altLang="en-US" sz="1200" dirty="0">
                  <a:solidFill>
                    <a:schemeClr val="bg1">
                      <a:lumMod val="50000"/>
                    </a:schemeClr>
                  </a:solidFill>
                  <a:latin typeface="Segoe UI Light" panose="020B0502040204020203" pitchFamily="34" charset="0"/>
                  <a:cs typeface="Segoe UI Light" panose="020B0502040204020203" pitchFamily="34" charset="0"/>
                </a:rPr>
                <a:t>输入内容</a:t>
              </a:r>
              <a:endParaRPr lang="en-US" sz="1200" dirty="0">
                <a:solidFill>
                  <a:schemeClr val="bg1">
                    <a:lumMod val="50000"/>
                  </a:schemeClr>
                </a:solidFill>
                <a:latin typeface="Segoe UI Light" panose="020B0502040204020203" pitchFamily="34" charset="0"/>
                <a:cs typeface="Segoe UI Light" panose="020B0502040204020203" pitchFamily="34" charset="0"/>
              </a:endParaRPr>
            </a:p>
          </p:txBody>
        </p:sp>
      </p:grpSp>
      <p:grpSp>
        <p:nvGrpSpPr>
          <p:cNvPr id="92" name="Group 52"/>
          <p:cNvGrpSpPr/>
          <p:nvPr/>
        </p:nvGrpSpPr>
        <p:grpSpPr>
          <a:xfrm>
            <a:off x="8225104" y="3266115"/>
            <a:ext cx="2349255" cy="598881"/>
            <a:chOff x="2104752" y="2120825"/>
            <a:chExt cx="2349255" cy="598881"/>
          </a:xfrm>
        </p:grpSpPr>
        <p:sp>
          <p:nvSpPr>
            <p:cNvPr id="93" name="Text Placeholder 2"/>
            <p:cNvSpPr txBox="1"/>
            <p:nvPr/>
          </p:nvSpPr>
          <p:spPr>
            <a:xfrm>
              <a:off x="2104753" y="2120825"/>
              <a:ext cx="1448868" cy="405765"/>
            </a:xfrm>
            <a:prstGeom prst="rect">
              <a:avLst/>
            </a:prstGeom>
          </p:spPr>
          <p:txBody>
            <a:bodyPr/>
            <a:lstStyle>
              <a:lvl1pPr marL="0" indent="0" algn="ctr" defTabSz="1460500" rtl="0" eaLnBrk="1" latinLnBrk="0" hangingPunct="1">
                <a:lnSpc>
                  <a:spcPct val="90000"/>
                </a:lnSpc>
                <a:spcBef>
                  <a:spcPts val="1600"/>
                </a:spcBef>
                <a:buFont typeface="Arial" panose="020B0604020202020204" pitchFamily="34" charset="0"/>
                <a:buNone/>
                <a:defRPr sz="4000" kern="1200">
                  <a:solidFill>
                    <a:schemeClr val="tx1">
                      <a:lumMod val="65000"/>
                      <a:lumOff val="35000"/>
                    </a:schemeClr>
                  </a:solidFill>
                  <a:latin typeface="+mn-lt"/>
                  <a:ea typeface="+mn-ea"/>
                  <a:cs typeface="+mn-cs"/>
                </a:defRPr>
              </a:lvl1pPr>
              <a:lvl2pPr marL="1095375" indent="-365125" algn="l" defTabSz="1460500" rtl="0" eaLnBrk="1" latinLnBrk="0" hangingPunct="1">
                <a:lnSpc>
                  <a:spcPct val="90000"/>
                </a:lnSpc>
                <a:spcBef>
                  <a:spcPts val="800"/>
                </a:spcBef>
                <a:buFont typeface="Arial" panose="020B0604020202020204" pitchFamily="34" charset="0"/>
                <a:buChar char="•"/>
                <a:defRPr sz="3835" kern="1200">
                  <a:solidFill>
                    <a:schemeClr val="tx1"/>
                  </a:solidFill>
                  <a:latin typeface="+mn-lt"/>
                  <a:ea typeface="+mn-ea"/>
                  <a:cs typeface="+mn-cs"/>
                </a:defRPr>
              </a:lvl2pPr>
              <a:lvl3pPr marL="1826260" indent="-365125" algn="l" defTabSz="1460500" rtl="0" eaLnBrk="1" latinLnBrk="0" hangingPunct="1">
                <a:lnSpc>
                  <a:spcPct val="90000"/>
                </a:lnSpc>
                <a:spcBef>
                  <a:spcPts val="800"/>
                </a:spcBef>
                <a:buFont typeface="Arial" panose="020B0604020202020204" pitchFamily="34" charset="0"/>
                <a:buChar char="•"/>
                <a:defRPr sz="3195" kern="1200">
                  <a:solidFill>
                    <a:schemeClr val="tx1"/>
                  </a:solidFill>
                  <a:latin typeface="+mn-lt"/>
                  <a:ea typeface="+mn-ea"/>
                  <a:cs typeface="+mn-cs"/>
                </a:defRPr>
              </a:lvl3pPr>
              <a:lvl4pPr marL="255651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4pPr>
              <a:lvl5pPr marL="328676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5pPr>
              <a:lvl6pPr marL="401701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6pPr>
              <a:lvl7pPr marL="4747260"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7pPr>
              <a:lvl8pPr marL="5478145"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8pPr>
              <a:lvl9pPr marL="6208395" indent="-365125" algn="l" defTabSz="1460500" rtl="0" eaLnBrk="1" latinLnBrk="0" hangingPunct="1">
                <a:lnSpc>
                  <a:spcPct val="90000"/>
                </a:lnSpc>
                <a:spcBef>
                  <a:spcPts val="800"/>
                </a:spcBef>
                <a:buFont typeface="Arial" panose="020B0604020202020204" pitchFamily="34" charset="0"/>
                <a:buChar char="•"/>
                <a:defRPr sz="2875" kern="1200">
                  <a:solidFill>
                    <a:schemeClr val="tx1"/>
                  </a:solidFill>
                  <a:latin typeface="+mn-lt"/>
                  <a:ea typeface="+mn-ea"/>
                  <a:cs typeface="+mn-cs"/>
                </a:defRPr>
              </a:lvl9pPr>
            </a:lstStyle>
            <a:p>
              <a:pPr algn="l"/>
              <a:r>
                <a:rPr lang="zh-CN" altLang="en-US" sz="1800" b="1" dirty="0">
                  <a:solidFill>
                    <a:srgbClr val="F9C9B2"/>
                  </a:solidFill>
                  <a:latin typeface="Raleway" panose="020B0503030101060003" pitchFamily="34" charset="0"/>
                </a:rPr>
                <a:t>标题</a:t>
              </a:r>
              <a:endParaRPr lang="id-ID" sz="1800" b="1" dirty="0">
                <a:solidFill>
                  <a:srgbClr val="F9C9B2"/>
                </a:solidFill>
                <a:latin typeface="Raleway" panose="020B0503030101060003" pitchFamily="34" charset="0"/>
              </a:endParaRPr>
            </a:p>
          </p:txBody>
        </p:sp>
        <p:sp>
          <p:nvSpPr>
            <p:cNvPr id="94" name="Rectangle 54"/>
            <p:cNvSpPr/>
            <p:nvPr/>
          </p:nvSpPr>
          <p:spPr>
            <a:xfrm>
              <a:off x="2104752" y="2421419"/>
              <a:ext cx="2349255" cy="298287"/>
            </a:xfrm>
            <a:prstGeom prst="rect">
              <a:avLst/>
            </a:prstGeom>
          </p:spPr>
          <p:txBody>
            <a:bodyPr wrap="square">
              <a:spAutoFit/>
            </a:bodyPr>
            <a:lstStyle/>
            <a:p>
              <a:pPr>
                <a:lnSpc>
                  <a:spcPct val="120000"/>
                </a:lnSpc>
              </a:pPr>
              <a:r>
                <a:rPr lang="zh-CN" altLang="en-US" sz="1200" dirty="0">
                  <a:solidFill>
                    <a:schemeClr val="bg1">
                      <a:lumMod val="50000"/>
                    </a:schemeClr>
                  </a:solidFill>
                  <a:latin typeface="Segoe UI Light" panose="020B0502040204020203" pitchFamily="34" charset="0"/>
                  <a:cs typeface="Segoe UI Light" panose="020B0502040204020203" pitchFamily="34" charset="0"/>
                </a:rPr>
                <a:t>输入内容</a:t>
              </a:r>
              <a:endParaRPr lang="en-US" sz="1200" dirty="0">
                <a:solidFill>
                  <a:schemeClr val="bg1">
                    <a:lumMod val="50000"/>
                  </a:schemeClr>
                </a:solidFill>
                <a:latin typeface="Segoe UI Light" panose="020B0502040204020203" pitchFamily="34" charset="0"/>
                <a:cs typeface="Segoe UI Light" panose="020B0502040204020203" pitchFamily="34" charset="0"/>
              </a:endParaRPr>
            </a:p>
          </p:txBody>
        </p:sp>
      </p:grpSp>
      <p:sp>
        <p:nvSpPr>
          <p:cNvPr id="52" name="文本框 51"/>
          <p:cNvSpPr txBox="1"/>
          <p:nvPr/>
        </p:nvSpPr>
        <p:spPr>
          <a:xfrm>
            <a:off x="708799" y="1779708"/>
            <a:ext cx="4109151" cy="1015663"/>
          </a:xfrm>
          <a:prstGeom prst="rect">
            <a:avLst/>
          </a:prstGeom>
          <a:noFill/>
        </p:spPr>
        <p:txBody>
          <a:bodyPr wrap="square" rtlCol="0">
            <a:spAutoFit/>
          </a:bodyPr>
          <a:lstStyle/>
          <a:p>
            <a:r>
              <a:rPr lang="zh-CN" altLang="en-US" sz="2000" dirty="0">
                <a:solidFill>
                  <a:srgbClr val="6E7D75"/>
                </a:solidFill>
              </a:rPr>
              <a:t>请输入文字请输入文字请输入文字请输入文字请输入文字请输入文字请输入文字请输入文字请输入文字</a:t>
            </a:r>
            <a:endParaRPr lang="zh-CN" altLang="en-US" sz="2000" dirty="0">
              <a:solidFill>
                <a:srgbClr val="6E7D75"/>
              </a:solidFill>
            </a:endParaRPr>
          </a:p>
        </p:txBody>
      </p:sp>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500"/>
                                        <p:tgtEl>
                                          <p:spTgt spid="52"/>
                                        </p:tgtEl>
                                      </p:cBhvr>
                                    </p:animEffect>
                                  </p:childTnLst>
                                </p:cTn>
                              </p:par>
                              <p:par>
                                <p:cTn id="8" presetID="10" presetClass="entr" presetSubtype="0" fill="hold" nodeType="withEffect">
                                  <p:stCondLst>
                                    <p:cond delay="500"/>
                                  </p:stCondLst>
                                  <p:childTnLst>
                                    <p:set>
                                      <p:cBhvr>
                                        <p:cTn id="9" dur="1" fill="hold">
                                          <p:stCondLst>
                                            <p:cond delay="0"/>
                                          </p:stCondLst>
                                        </p:cTn>
                                        <p:tgtEl>
                                          <p:spTgt spid="68"/>
                                        </p:tgtEl>
                                        <p:attrNameLst>
                                          <p:attrName>style.visibility</p:attrName>
                                        </p:attrNameLst>
                                      </p:cBhvr>
                                      <p:to>
                                        <p:strVal val="visible"/>
                                      </p:to>
                                    </p:set>
                                    <p:animEffect transition="in" filter="fade">
                                      <p:cBhvr>
                                        <p:cTn id="10" dur="500"/>
                                        <p:tgtEl>
                                          <p:spTgt spid="68"/>
                                        </p:tgtEl>
                                      </p:cBhvr>
                                    </p:animEffect>
                                  </p:childTnLst>
                                </p:cTn>
                              </p:par>
                              <p:par>
                                <p:cTn id="11" presetID="10" presetClass="entr" presetSubtype="0" fill="hold" nodeType="withEffect">
                                  <p:stCondLst>
                                    <p:cond delay="750"/>
                                  </p:stCondLst>
                                  <p:childTnLst>
                                    <p:set>
                                      <p:cBhvr>
                                        <p:cTn id="12" dur="1" fill="hold">
                                          <p:stCondLst>
                                            <p:cond delay="0"/>
                                          </p:stCondLst>
                                        </p:cTn>
                                        <p:tgtEl>
                                          <p:spTgt spid="92"/>
                                        </p:tgtEl>
                                        <p:attrNameLst>
                                          <p:attrName>style.visibility</p:attrName>
                                        </p:attrNameLst>
                                      </p:cBhvr>
                                      <p:to>
                                        <p:strVal val="visible"/>
                                      </p:to>
                                    </p:set>
                                    <p:animEffect transition="in" filter="fade">
                                      <p:cBhvr>
                                        <p:cTn id="13" dur="500"/>
                                        <p:tgtEl>
                                          <p:spTgt spid="92"/>
                                        </p:tgtEl>
                                      </p:cBhvr>
                                    </p:animEffect>
                                  </p:childTnLst>
                                </p:cTn>
                              </p:par>
                              <p:par>
                                <p:cTn id="14" presetID="10" presetClass="entr" presetSubtype="0" fill="hold" nodeType="withEffect">
                                  <p:stCondLst>
                                    <p:cond delay="1000"/>
                                  </p:stCondLst>
                                  <p:childTnLst>
                                    <p:set>
                                      <p:cBhvr>
                                        <p:cTn id="15" dur="1" fill="hold">
                                          <p:stCondLst>
                                            <p:cond delay="0"/>
                                          </p:stCondLst>
                                        </p:cTn>
                                        <p:tgtEl>
                                          <p:spTgt spid="89"/>
                                        </p:tgtEl>
                                        <p:attrNameLst>
                                          <p:attrName>style.visibility</p:attrName>
                                        </p:attrNameLst>
                                      </p:cBhvr>
                                      <p:to>
                                        <p:strVal val="visible"/>
                                      </p:to>
                                    </p:set>
                                    <p:animEffect transition="in" filter="fade">
                                      <p:cBhvr>
                                        <p:cTn id="16"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EFEF5"/>
        </a:solidFill>
        <a:effectLst/>
      </p:bgPr>
    </p:bg>
    <p:spTree>
      <p:nvGrpSpPr>
        <p:cNvPr id="1" name=""/>
        <p:cNvGrpSpPr/>
        <p:nvPr/>
      </p:nvGrpSpPr>
      <p:grpSpPr>
        <a:xfrm>
          <a:off x="0" y="0"/>
          <a:ext cx="0" cy="0"/>
          <a:chOff x="0" y="0"/>
          <a:chExt cx="0" cy="0"/>
        </a:xfrm>
      </p:grpSpPr>
      <p:sp>
        <p:nvSpPr>
          <p:cNvPr id="4" name="矩形 3"/>
          <p:cNvSpPr/>
          <p:nvPr/>
        </p:nvSpPr>
        <p:spPr>
          <a:xfrm>
            <a:off x="0" y="0"/>
            <a:ext cx="12192000" cy="4897777"/>
          </a:xfrm>
          <a:prstGeom prst="rect">
            <a:avLst/>
          </a:prstGeom>
          <a:gradFill flip="none" rotWithShape="1">
            <a:gsLst>
              <a:gs pos="100000">
                <a:srgbClr val="C8D7D0"/>
              </a:gs>
              <a:gs pos="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rcRect t="14260" b="14260"/>
          <a:stretch>
            <a:fillRect/>
          </a:stretch>
        </p:blipFill>
        <p:spPr>
          <a:xfrm>
            <a:off x="0" y="-42958"/>
            <a:ext cx="12192000" cy="4818158"/>
          </a:xfrm>
          <a:prstGeom prst="rect">
            <a:avLst/>
          </a:prstGeom>
        </p:spPr>
      </p:pic>
      <p:pic>
        <p:nvPicPr>
          <p:cNvPr id="5" name="图片 4"/>
          <p:cNvPicPr>
            <a:picLocks noChangeAspect="1"/>
          </p:cNvPicPr>
          <p:nvPr/>
        </p:nvPicPr>
        <p:blipFill rotWithShape="1">
          <a:blip r:embed="rId2" cstate="print">
            <a:extLst>
              <a:ext uri="{28A0092B-C50C-407E-A947-70E740481C1C}">
                <a14:useLocalDpi xmlns:a14="http://schemas.microsoft.com/office/drawing/2010/main" val="0"/>
              </a:ext>
            </a:extLst>
          </a:blip>
          <a:srcRect t="39460" b="1502"/>
          <a:stretch>
            <a:fillRect/>
          </a:stretch>
        </p:blipFill>
        <p:spPr>
          <a:xfrm>
            <a:off x="0" y="-42959"/>
            <a:ext cx="12192000" cy="4818159"/>
          </a:xfrm>
          <a:prstGeom prst="rect">
            <a:avLst/>
          </a:prstGeom>
        </p:spPr>
      </p:pic>
      <p:pic>
        <p:nvPicPr>
          <p:cNvPr id="7" name="图形 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60017" y="86523"/>
            <a:ext cx="1880748" cy="521613"/>
          </a:xfrm>
          <a:prstGeom prst="rect">
            <a:avLst/>
          </a:prstGeom>
        </p:spPr>
      </p:pic>
      <p:grpSp>
        <p:nvGrpSpPr>
          <p:cNvPr id="40" name="组合 39"/>
          <p:cNvGrpSpPr/>
          <p:nvPr/>
        </p:nvGrpSpPr>
        <p:grpSpPr>
          <a:xfrm>
            <a:off x="4321204" y="5151010"/>
            <a:ext cx="4118345" cy="645265"/>
            <a:chOff x="7173432" y="2747741"/>
            <a:chExt cx="4118345" cy="645265"/>
          </a:xfrm>
        </p:grpSpPr>
        <p:sp>
          <p:nvSpPr>
            <p:cNvPr id="36" name="矩形: 圆角 35"/>
            <p:cNvSpPr/>
            <p:nvPr/>
          </p:nvSpPr>
          <p:spPr>
            <a:xfrm>
              <a:off x="7173432" y="2747741"/>
              <a:ext cx="4118345" cy="645265"/>
            </a:xfrm>
            <a:prstGeom prst="roundRect">
              <a:avLst/>
            </a:prstGeom>
            <a:solidFill>
              <a:srgbClr val="C8D7D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6E7D75"/>
                </a:solidFill>
              </a:endParaRPr>
            </a:p>
          </p:txBody>
        </p:sp>
        <p:sp>
          <p:nvSpPr>
            <p:cNvPr id="38" name="文本框 37"/>
            <p:cNvSpPr txBox="1"/>
            <p:nvPr/>
          </p:nvSpPr>
          <p:spPr>
            <a:xfrm>
              <a:off x="7265583" y="2870318"/>
              <a:ext cx="3232298" cy="400110"/>
            </a:xfrm>
            <a:prstGeom prst="rect">
              <a:avLst/>
            </a:prstGeom>
            <a:noFill/>
          </p:spPr>
          <p:txBody>
            <a:bodyPr wrap="square" rtlCol="0">
              <a:spAutoFit/>
            </a:bodyPr>
            <a:lstStyle/>
            <a:p>
              <a:r>
                <a:rPr lang="zh-CN" altLang="en-US" sz="2000" b="1" dirty="0">
                  <a:solidFill>
                    <a:srgbClr val="6E7D75"/>
                  </a:solidFill>
                </a:rPr>
                <a:t>汇报人：</a:t>
              </a:r>
              <a:endParaRPr lang="zh-CN" altLang="en-US" sz="2000" b="1" dirty="0">
                <a:solidFill>
                  <a:srgbClr val="6E7D75"/>
                </a:solidFill>
              </a:endParaRPr>
            </a:p>
          </p:txBody>
        </p:sp>
      </p:grpSp>
      <p:sp>
        <p:nvSpPr>
          <p:cNvPr id="10" name="矩形: 折角 9"/>
          <p:cNvSpPr/>
          <p:nvPr/>
        </p:nvSpPr>
        <p:spPr>
          <a:xfrm>
            <a:off x="3570515" y="1683657"/>
            <a:ext cx="5500914" cy="2310127"/>
          </a:xfrm>
          <a:prstGeom prst="foldedCorner">
            <a:avLst>
              <a:gd name="adj" fmla="val 0"/>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p:nvGrpSpPr>
        <p:grpSpPr>
          <a:xfrm>
            <a:off x="4321203" y="5885944"/>
            <a:ext cx="4118345" cy="645265"/>
            <a:chOff x="7173432" y="3920866"/>
            <a:chExt cx="4118345" cy="645265"/>
          </a:xfrm>
        </p:grpSpPr>
        <p:sp>
          <p:nvSpPr>
            <p:cNvPr id="37" name="矩形: 圆角 36"/>
            <p:cNvSpPr/>
            <p:nvPr/>
          </p:nvSpPr>
          <p:spPr>
            <a:xfrm>
              <a:off x="7173432" y="3920866"/>
              <a:ext cx="4118345" cy="645265"/>
            </a:xfrm>
            <a:prstGeom prst="roundRect">
              <a:avLst/>
            </a:prstGeom>
            <a:solidFill>
              <a:srgbClr val="C8D7D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6E7D75"/>
                </a:solidFill>
              </a:endParaRPr>
            </a:p>
          </p:txBody>
        </p:sp>
        <p:sp>
          <p:nvSpPr>
            <p:cNvPr id="39" name="文本框 38"/>
            <p:cNvSpPr txBox="1"/>
            <p:nvPr/>
          </p:nvSpPr>
          <p:spPr>
            <a:xfrm>
              <a:off x="7265583" y="4043443"/>
              <a:ext cx="3232298" cy="400110"/>
            </a:xfrm>
            <a:prstGeom prst="rect">
              <a:avLst/>
            </a:prstGeom>
            <a:noFill/>
          </p:spPr>
          <p:txBody>
            <a:bodyPr wrap="square" rtlCol="0">
              <a:spAutoFit/>
            </a:bodyPr>
            <a:lstStyle/>
            <a:p>
              <a:r>
                <a:rPr lang="zh-CN" altLang="en-US" sz="2000" b="1" dirty="0">
                  <a:solidFill>
                    <a:srgbClr val="6E7D75"/>
                  </a:solidFill>
                </a:rPr>
                <a:t>汇报时间：</a:t>
              </a:r>
              <a:endParaRPr lang="zh-CN" altLang="en-US" sz="2000" b="1" dirty="0">
                <a:solidFill>
                  <a:srgbClr val="6E7D75"/>
                </a:solidFill>
              </a:endParaRPr>
            </a:p>
          </p:txBody>
        </p:sp>
      </p:grpSp>
      <p:sp>
        <p:nvSpPr>
          <p:cNvPr id="6" name="文本框 5"/>
          <p:cNvSpPr txBox="1"/>
          <p:nvPr/>
        </p:nvSpPr>
        <p:spPr>
          <a:xfrm>
            <a:off x="4321204" y="2161515"/>
            <a:ext cx="4536558" cy="1107996"/>
          </a:xfrm>
          <a:prstGeom prst="rect">
            <a:avLst/>
          </a:prstGeom>
          <a:noFill/>
        </p:spPr>
        <p:txBody>
          <a:bodyPr wrap="square" rtlCol="0">
            <a:spAutoFit/>
          </a:bodyPr>
          <a:lstStyle/>
          <a:p>
            <a:pPr algn="ctr"/>
            <a:r>
              <a:rPr lang="zh-CN" altLang="en-US" sz="6600" b="1" dirty="0">
                <a:solidFill>
                  <a:srgbClr val="6E7D75"/>
                </a:solidFill>
              </a:rPr>
              <a:t>感谢观看！</a:t>
            </a:r>
            <a:endParaRPr lang="zh-CN" altLang="en-US" sz="6600" b="1" dirty="0">
              <a:solidFill>
                <a:srgbClr val="6E7D75"/>
              </a:solidFill>
            </a:endParaRPr>
          </a:p>
        </p:txBody>
      </p:sp>
      <p:grpSp>
        <p:nvGrpSpPr>
          <p:cNvPr id="25" name="Google Shape;2853;p55"/>
          <p:cNvGrpSpPr/>
          <p:nvPr/>
        </p:nvGrpSpPr>
        <p:grpSpPr>
          <a:xfrm rot="10800000">
            <a:off x="8480151" y="3368167"/>
            <a:ext cx="1182555" cy="747706"/>
            <a:chOff x="1847510" y="943299"/>
            <a:chExt cx="813484" cy="514350"/>
          </a:xfrm>
          <a:solidFill>
            <a:schemeClr val="bg1"/>
          </a:solidFill>
        </p:grpSpPr>
        <p:grpSp>
          <p:nvGrpSpPr>
            <p:cNvPr id="26" name="Google Shape;2854;p55"/>
            <p:cNvGrpSpPr/>
            <p:nvPr/>
          </p:nvGrpSpPr>
          <p:grpSpPr>
            <a:xfrm rot="5400000">
              <a:off x="1770623" y="1020186"/>
              <a:ext cx="514350" cy="360576"/>
              <a:chOff x="811070" y="531598"/>
              <a:chExt cx="514350" cy="360576"/>
            </a:xfrm>
            <a:grpFill/>
          </p:grpSpPr>
          <p:sp>
            <p:nvSpPr>
              <p:cNvPr id="46" name="Google Shape;2855;p55"/>
              <p:cNvSpPr/>
              <p:nvPr/>
            </p:nvSpPr>
            <p:spPr>
              <a:xfrm rot="2700000">
                <a:off x="972493" y="539771"/>
                <a:ext cx="37637" cy="35992"/>
              </a:xfrm>
              <a:custGeom>
                <a:avLst/>
                <a:gdLst/>
                <a:ahLst/>
                <a:cxnLst/>
                <a:rect l="l" t="t" r="r" b="b"/>
                <a:pathLst>
                  <a:path w="778" h="744" extrusionOk="0">
                    <a:moveTo>
                      <a:pt x="368" y="0"/>
                    </a:moveTo>
                    <a:cubicBezTo>
                      <a:pt x="178" y="0"/>
                      <a:pt x="0" y="148"/>
                      <a:pt x="0" y="370"/>
                    </a:cubicBezTo>
                    <a:cubicBezTo>
                      <a:pt x="0" y="595"/>
                      <a:pt x="183" y="744"/>
                      <a:pt x="376" y="744"/>
                    </a:cubicBezTo>
                    <a:cubicBezTo>
                      <a:pt x="466" y="744"/>
                      <a:pt x="560" y="711"/>
                      <a:pt x="637" y="637"/>
                    </a:cubicBezTo>
                    <a:cubicBezTo>
                      <a:pt x="777" y="485"/>
                      <a:pt x="777" y="255"/>
                      <a:pt x="637" y="115"/>
                    </a:cubicBezTo>
                    <a:cubicBezTo>
                      <a:pt x="557" y="36"/>
                      <a:pt x="461" y="0"/>
                      <a:pt x="3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 name="Google Shape;2856;p55"/>
              <p:cNvSpPr/>
              <p:nvPr/>
            </p:nvSpPr>
            <p:spPr>
              <a:xfrm rot="2700000">
                <a:off x="972568" y="693793"/>
                <a:ext cx="37589" cy="36186"/>
              </a:xfrm>
              <a:custGeom>
                <a:avLst/>
                <a:gdLst/>
                <a:ahLst/>
                <a:cxnLst/>
                <a:rect l="l" t="t" r="r" b="b"/>
                <a:pathLst>
                  <a:path w="777" h="748" extrusionOk="0">
                    <a:moveTo>
                      <a:pt x="375" y="0"/>
                    </a:moveTo>
                    <a:cubicBezTo>
                      <a:pt x="183" y="0"/>
                      <a:pt x="0" y="149"/>
                      <a:pt x="0" y="374"/>
                    </a:cubicBezTo>
                    <a:cubicBezTo>
                      <a:pt x="0" y="599"/>
                      <a:pt x="183" y="747"/>
                      <a:pt x="375" y="747"/>
                    </a:cubicBezTo>
                    <a:cubicBezTo>
                      <a:pt x="466" y="747"/>
                      <a:pt x="559" y="715"/>
                      <a:pt x="637" y="641"/>
                    </a:cubicBezTo>
                    <a:cubicBezTo>
                      <a:pt x="777" y="488"/>
                      <a:pt x="777" y="259"/>
                      <a:pt x="637" y="106"/>
                    </a:cubicBezTo>
                    <a:cubicBezTo>
                      <a:pt x="559" y="33"/>
                      <a:pt x="466"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8" name="Google Shape;2857;p55"/>
              <p:cNvSpPr/>
              <p:nvPr/>
            </p:nvSpPr>
            <p:spPr>
              <a:xfrm rot="2700000">
                <a:off x="972048" y="847735"/>
                <a:ext cx="38218" cy="36234"/>
              </a:xfrm>
              <a:custGeom>
                <a:avLst/>
                <a:gdLst/>
                <a:ahLst/>
                <a:cxnLst/>
                <a:rect l="l" t="t" r="r" b="b"/>
                <a:pathLst>
                  <a:path w="790" h="749" extrusionOk="0">
                    <a:moveTo>
                      <a:pt x="381" y="1"/>
                    </a:moveTo>
                    <a:cubicBezTo>
                      <a:pt x="189" y="1"/>
                      <a:pt x="0" y="149"/>
                      <a:pt x="0" y="375"/>
                    </a:cubicBezTo>
                    <a:cubicBezTo>
                      <a:pt x="0" y="600"/>
                      <a:pt x="189" y="748"/>
                      <a:pt x="381" y="748"/>
                    </a:cubicBezTo>
                    <a:cubicBezTo>
                      <a:pt x="472" y="748"/>
                      <a:pt x="563" y="715"/>
                      <a:pt x="637" y="642"/>
                    </a:cubicBezTo>
                    <a:cubicBezTo>
                      <a:pt x="790" y="489"/>
                      <a:pt x="790" y="260"/>
                      <a:pt x="637" y="107"/>
                    </a:cubicBezTo>
                    <a:cubicBezTo>
                      <a:pt x="563" y="34"/>
                      <a:pt x="472" y="1"/>
                      <a:pt x="3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 name="Google Shape;2858;p55"/>
              <p:cNvSpPr/>
              <p:nvPr/>
            </p:nvSpPr>
            <p:spPr>
              <a:xfrm rot="2700000">
                <a:off x="818352" y="539605"/>
                <a:ext cx="37637" cy="36186"/>
              </a:xfrm>
              <a:custGeom>
                <a:avLst/>
                <a:gdLst/>
                <a:ahLst/>
                <a:cxnLst/>
                <a:rect l="l" t="t" r="r" b="b"/>
                <a:pathLst>
                  <a:path w="778" h="748" extrusionOk="0">
                    <a:moveTo>
                      <a:pt x="376" y="0"/>
                    </a:moveTo>
                    <a:cubicBezTo>
                      <a:pt x="183" y="0"/>
                      <a:pt x="0" y="149"/>
                      <a:pt x="0" y="374"/>
                    </a:cubicBezTo>
                    <a:cubicBezTo>
                      <a:pt x="0" y="599"/>
                      <a:pt x="183" y="747"/>
                      <a:pt x="376" y="747"/>
                    </a:cubicBezTo>
                    <a:cubicBezTo>
                      <a:pt x="467" y="747"/>
                      <a:pt x="560" y="715"/>
                      <a:pt x="637" y="641"/>
                    </a:cubicBezTo>
                    <a:cubicBezTo>
                      <a:pt x="777" y="488"/>
                      <a:pt x="777" y="259"/>
                      <a:pt x="637" y="106"/>
                    </a:cubicBezTo>
                    <a:cubicBezTo>
                      <a:pt x="560" y="33"/>
                      <a:pt x="467" y="0"/>
                      <a:pt x="37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 name="Google Shape;2859;p55"/>
              <p:cNvSpPr/>
              <p:nvPr/>
            </p:nvSpPr>
            <p:spPr>
              <a:xfrm rot="2700000">
                <a:off x="818369" y="693769"/>
                <a:ext cx="37637" cy="36234"/>
              </a:xfrm>
              <a:custGeom>
                <a:avLst/>
                <a:gdLst/>
                <a:ahLst/>
                <a:cxnLst/>
                <a:rect l="l" t="t" r="r" b="b"/>
                <a:pathLst>
                  <a:path w="778" h="749" extrusionOk="0">
                    <a:moveTo>
                      <a:pt x="376" y="1"/>
                    </a:moveTo>
                    <a:cubicBezTo>
                      <a:pt x="183" y="1"/>
                      <a:pt x="0" y="149"/>
                      <a:pt x="0" y="375"/>
                    </a:cubicBezTo>
                    <a:cubicBezTo>
                      <a:pt x="0" y="600"/>
                      <a:pt x="183" y="748"/>
                      <a:pt x="376" y="748"/>
                    </a:cubicBezTo>
                    <a:cubicBezTo>
                      <a:pt x="466" y="748"/>
                      <a:pt x="560" y="715"/>
                      <a:pt x="637" y="642"/>
                    </a:cubicBezTo>
                    <a:cubicBezTo>
                      <a:pt x="777" y="489"/>
                      <a:pt x="777" y="260"/>
                      <a:pt x="637" y="107"/>
                    </a:cubicBezTo>
                    <a:cubicBezTo>
                      <a:pt x="560" y="34"/>
                      <a:pt x="466" y="1"/>
                      <a:pt x="37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2860;p55"/>
              <p:cNvSpPr/>
              <p:nvPr/>
            </p:nvSpPr>
            <p:spPr>
              <a:xfrm rot="2700000">
                <a:off x="818530" y="847779"/>
                <a:ext cx="37589" cy="36283"/>
              </a:xfrm>
              <a:custGeom>
                <a:avLst/>
                <a:gdLst/>
                <a:ahLst/>
                <a:cxnLst/>
                <a:rect l="l" t="t" r="r" b="b"/>
                <a:pathLst>
                  <a:path w="777" h="750" extrusionOk="0">
                    <a:moveTo>
                      <a:pt x="375" y="0"/>
                    </a:moveTo>
                    <a:cubicBezTo>
                      <a:pt x="182" y="0"/>
                      <a:pt x="0" y="154"/>
                      <a:pt x="0" y="379"/>
                    </a:cubicBezTo>
                    <a:cubicBezTo>
                      <a:pt x="0" y="602"/>
                      <a:pt x="178" y="749"/>
                      <a:pt x="368" y="749"/>
                    </a:cubicBezTo>
                    <a:cubicBezTo>
                      <a:pt x="461" y="749"/>
                      <a:pt x="557" y="714"/>
                      <a:pt x="637" y="634"/>
                    </a:cubicBezTo>
                    <a:cubicBezTo>
                      <a:pt x="777" y="494"/>
                      <a:pt x="777" y="252"/>
                      <a:pt x="637" y="112"/>
                    </a:cubicBezTo>
                    <a:cubicBezTo>
                      <a:pt x="559" y="34"/>
                      <a:pt x="466"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 name="Google Shape;2861;p55"/>
              <p:cNvSpPr/>
              <p:nvPr/>
            </p:nvSpPr>
            <p:spPr>
              <a:xfrm rot="2700000">
                <a:off x="1280074" y="539839"/>
                <a:ext cx="38218" cy="35992"/>
              </a:xfrm>
              <a:custGeom>
                <a:avLst/>
                <a:gdLst/>
                <a:ahLst/>
                <a:cxnLst/>
                <a:rect l="l" t="t" r="r" b="b"/>
                <a:pathLst>
                  <a:path w="790" h="744" extrusionOk="0">
                    <a:moveTo>
                      <a:pt x="381" y="0"/>
                    </a:moveTo>
                    <a:cubicBezTo>
                      <a:pt x="189" y="0"/>
                      <a:pt x="0" y="149"/>
                      <a:pt x="0" y="374"/>
                    </a:cubicBezTo>
                    <a:cubicBezTo>
                      <a:pt x="0" y="596"/>
                      <a:pt x="184" y="744"/>
                      <a:pt x="374" y="744"/>
                    </a:cubicBezTo>
                    <a:cubicBezTo>
                      <a:pt x="467" y="744"/>
                      <a:pt x="561" y="708"/>
                      <a:pt x="637" y="629"/>
                    </a:cubicBezTo>
                    <a:cubicBezTo>
                      <a:pt x="790" y="489"/>
                      <a:pt x="790" y="247"/>
                      <a:pt x="637" y="107"/>
                    </a:cubicBezTo>
                    <a:cubicBezTo>
                      <a:pt x="563" y="33"/>
                      <a:pt x="472" y="0"/>
                      <a:pt x="38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 name="Google Shape;2862;p55"/>
              <p:cNvSpPr/>
              <p:nvPr/>
            </p:nvSpPr>
            <p:spPr>
              <a:xfrm rot="2700000">
                <a:off x="1280261" y="693861"/>
                <a:ext cx="37637" cy="35605"/>
              </a:xfrm>
              <a:custGeom>
                <a:avLst/>
                <a:gdLst/>
                <a:ahLst/>
                <a:cxnLst/>
                <a:rect l="l" t="t" r="r" b="b"/>
                <a:pathLst>
                  <a:path w="778" h="736" extrusionOk="0">
                    <a:moveTo>
                      <a:pt x="382" y="0"/>
                    </a:moveTo>
                    <a:cubicBezTo>
                      <a:pt x="189" y="0"/>
                      <a:pt x="1" y="149"/>
                      <a:pt x="1" y="374"/>
                    </a:cubicBezTo>
                    <a:cubicBezTo>
                      <a:pt x="1" y="590"/>
                      <a:pt x="188" y="735"/>
                      <a:pt x="380" y="735"/>
                    </a:cubicBezTo>
                    <a:cubicBezTo>
                      <a:pt x="472" y="735"/>
                      <a:pt x="564" y="702"/>
                      <a:pt x="638" y="629"/>
                    </a:cubicBezTo>
                    <a:cubicBezTo>
                      <a:pt x="778" y="488"/>
                      <a:pt x="778" y="247"/>
                      <a:pt x="638" y="106"/>
                    </a:cubicBezTo>
                    <a:cubicBezTo>
                      <a:pt x="564" y="33"/>
                      <a:pt x="473" y="0"/>
                      <a:pt x="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 name="Google Shape;2863;p55"/>
              <p:cNvSpPr/>
              <p:nvPr/>
            </p:nvSpPr>
            <p:spPr>
              <a:xfrm rot="2700000">
                <a:off x="1280432" y="847702"/>
                <a:ext cx="37637" cy="35992"/>
              </a:xfrm>
              <a:custGeom>
                <a:avLst/>
                <a:gdLst/>
                <a:ahLst/>
                <a:cxnLst/>
                <a:rect l="l" t="t" r="r" b="b"/>
                <a:pathLst>
                  <a:path w="778" h="744" extrusionOk="0">
                    <a:moveTo>
                      <a:pt x="374" y="0"/>
                    </a:moveTo>
                    <a:cubicBezTo>
                      <a:pt x="184" y="0"/>
                      <a:pt x="1" y="148"/>
                      <a:pt x="1" y="370"/>
                    </a:cubicBezTo>
                    <a:cubicBezTo>
                      <a:pt x="1" y="595"/>
                      <a:pt x="189" y="744"/>
                      <a:pt x="382" y="744"/>
                    </a:cubicBezTo>
                    <a:cubicBezTo>
                      <a:pt x="472" y="744"/>
                      <a:pt x="564" y="711"/>
                      <a:pt x="637" y="637"/>
                    </a:cubicBezTo>
                    <a:cubicBezTo>
                      <a:pt x="778" y="485"/>
                      <a:pt x="778" y="255"/>
                      <a:pt x="637" y="115"/>
                    </a:cubicBezTo>
                    <a:cubicBezTo>
                      <a:pt x="562" y="36"/>
                      <a:pt x="467" y="0"/>
                      <a:pt x="37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 name="Google Shape;2864;p55"/>
              <p:cNvSpPr/>
              <p:nvPr/>
            </p:nvSpPr>
            <p:spPr>
              <a:xfrm rot="2700000">
                <a:off x="1126555" y="539690"/>
                <a:ext cx="37589" cy="36428"/>
              </a:xfrm>
              <a:custGeom>
                <a:avLst/>
                <a:gdLst/>
                <a:ahLst/>
                <a:cxnLst/>
                <a:rect l="l" t="t" r="r" b="b"/>
                <a:pathLst>
                  <a:path w="777" h="753" extrusionOk="0">
                    <a:moveTo>
                      <a:pt x="368" y="0"/>
                    </a:moveTo>
                    <a:cubicBezTo>
                      <a:pt x="178" y="0"/>
                      <a:pt x="0" y="148"/>
                      <a:pt x="0" y="370"/>
                    </a:cubicBezTo>
                    <a:cubicBezTo>
                      <a:pt x="0" y="602"/>
                      <a:pt x="179" y="752"/>
                      <a:pt x="370" y="752"/>
                    </a:cubicBezTo>
                    <a:cubicBezTo>
                      <a:pt x="462" y="752"/>
                      <a:pt x="558" y="717"/>
                      <a:pt x="637" y="638"/>
                    </a:cubicBezTo>
                    <a:cubicBezTo>
                      <a:pt x="777" y="497"/>
                      <a:pt x="777" y="256"/>
                      <a:pt x="637" y="115"/>
                    </a:cubicBezTo>
                    <a:cubicBezTo>
                      <a:pt x="557" y="36"/>
                      <a:pt x="461" y="0"/>
                      <a:pt x="3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 name="Google Shape;2865;p55"/>
              <p:cNvSpPr/>
              <p:nvPr/>
            </p:nvSpPr>
            <p:spPr>
              <a:xfrm rot="2700000">
                <a:off x="1126668" y="693941"/>
                <a:ext cx="37637" cy="35992"/>
              </a:xfrm>
              <a:custGeom>
                <a:avLst/>
                <a:gdLst/>
                <a:ahLst/>
                <a:cxnLst/>
                <a:rect l="l" t="t" r="r" b="b"/>
                <a:pathLst>
                  <a:path w="778" h="744" extrusionOk="0">
                    <a:moveTo>
                      <a:pt x="365" y="0"/>
                    </a:moveTo>
                    <a:cubicBezTo>
                      <a:pt x="179" y="0"/>
                      <a:pt x="1" y="148"/>
                      <a:pt x="1" y="370"/>
                    </a:cubicBezTo>
                    <a:cubicBezTo>
                      <a:pt x="1" y="595"/>
                      <a:pt x="183" y="744"/>
                      <a:pt x="372" y="744"/>
                    </a:cubicBezTo>
                    <a:cubicBezTo>
                      <a:pt x="461" y="744"/>
                      <a:pt x="551" y="711"/>
                      <a:pt x="625" y="637"/>
                    </a:cubicBezTo>
                    <a:cubicBezTo>
                      <a:pt x="778" y="485"/>
                      <a:pt x="778" y="255"/>
                      <a:pt x="625" y="115"/>
                    </a:cubicBezTo>
                    <a:cubicBezTo>
                      <a:pt x="549" y="36"/>
                      <a:pt x="456" y="0"/>
                      <a:pt x="3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 name="Google Shape;2866;p55"/>
              <p:cNvSpPr/>
              <p:nvPr/>
            </p:nvSpPr>
            <p:spPr>
              <a:xfrm rot="2700000">
                <a:off x="1126199" y="847759"/>
                <a:ext cx="38266" cy="36186"/>
              </a:xfrm>
              <a:custGeom>
                <a:avLst/>
                <a:gdLst/>
                <a:ahLst/>
                <a:cxnLst/>
                <a:rect l="l" t="t" r="r" b="b"/>
                <a:pathLst>
                  <a:path w="791" h="748" extrusionOk="0">
                    <a:moveTo>
                      <a:pt x="382" y="0"/>
                    </a:moveTo>
                    <a:cubicBezTo>
                      <a:pt x="189" y="0"/>
                      <a:pt x="1" y="149"/>
                      <a:pt x="1" y="374"/>
                    </a:cubicBezTo>
                    <a:cubicBezTo>
                      <a:pt x="1" y="599"/>
                      <a:pt x="189" y="747"/>
                      <a:pt x="382" y="747"/>
                    </a:cubicBezTo>
                    <a:cubicBezTo>
                      <a:pt x="473" y="747"/>
                      <a:pt x="564" y="715"/>
                      <a:pt x="638" y="641"/>
                    </a:cubicBezTo>
                    <a:cubicBezTo>
                      <a:pt x="790" y="488"/>
                      <a:pt x="790" y="259"/>
                      <a:pt x="638" y="106"/>
                    </a:cubicBezTo>
                    <a:cubicBezTo>
                      <a:pt x="564" y="33"/>
                      <a:pt x="473" y="0"/>
                      <a:pt x="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7" name="Google Shape;2867;p55"/>
            <p:cNvGrpSpPr/>
            <p:nvPr/>
          </p:nvGrpSpPr>
          <p:grpSpPr>
            <a:xfrm rot="5400000">
              <a:off x="2238776" y="1027263"/>
              <a:ext cx="498177" cy="346259"/>
              <a:chOff x="819071" y="538729"/>
              <a:chExt cx="498177" cy="346259"/>
            </a:xfrm>
            <a:grpFill/>
          </p:grpSpPr>
          <p:sp>
            <p:nvSpPr>
              <p:cNvPr id="28" name="Google Shape;2868;p55"/>
              <p:cNvSpPr/>
              <p:nvPr/>
            </p:nvSpPr>
            <p:spPr>
              <a:xfrm rot="2700000">
                <a:off x="972491" y="539775"/>
                <a:ext cx="37637" cy="35992"/>
              </a:xfrm>
              <a:custGeom>
                <a:avLst/>
                <a:gdLst/>
                <a:ahLst/>
                <a:cxnLst/>
                <a:rect l="l" t="t" r="r" b="b"/>
                <a:pathLst>
                  <a:path w="778" h="744" extrusionOk="0">
                    <a:moveTo>
                      <a:pt x="368" y="0"/>
                    </a:moveTo>
                    <a:cubicBezTo>
                      <a:pt x="178" y="0"/>
                      <a:pt x="0" y="148"/>
                      <a:pt x="0" y="370"/>
                    </a:cubicBezTo>
                    <a:cubicBezTo>
                      <a:pt x="0" y="595"/>
                      <a:pt x="183" y="744"/>
                      <a:pt x="376" y="744"/>
                    </a:cubicBezTo>
                    <a:cubicBezTo>
                      <a:pt x="466" y="744"/>
                      <a:pt x="560" y="711"/>
                      <a:pt x="637" y="637"/>
                    </a:cubicBezTo>
                    <a:cubicBezTo>
                      <a:pt x="777" y="485"/>
                      <a:pt x="777" y="255"/>
                      <a:pt x="637" y="115"/>
                    </a:cubicBezTo>
                    <a:cubicBezTo>
                      <a:pt x="557" y="36"/>
                      <a:pt x="461" y="0"/>
                      <a:pt x="3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 name="Google Shape;2869;p55"/>
              <p:cNvSpPr/>
              <p:nvPr/>
            </p:nvSpPr>
            <p:spPr>
              <a:xfrm rot="2700000">
                <a:off x="972567" y="693797"/>
                <a:ext cx="37589" cy="36186"/>
              </a:xfrm>
              <a:custGeom>
                <a:avLst/>
                <a:gdLst/>
                <a:ahLst/>
                <a:cxnLst/>
                <a:rect l="l" t="t" r="r" b="b"/>
                <a:pathLst>
                  <a:path w="777" h="748" extrusionOk="0">
                    <a:moveTo>
                      <a:pt x="375" y="0"/>
                    </a:moveTo>
                    <a:cubicBezTo>
                      <a:pt x="183" y="0"/>
                      <a:pt x="0" y="149"/>
                      <a:pt x="0" y="374"/>
                    </a:cubicBezTo>
                    <a:cubicBezTo>
                      <a:pt x="0" y="599"/>
                      <a:pt x="183" y="747"/>
                      <a:pt x="375" y="747"/>
                    </a:cubicBezTo>
                    <a:cubicBezTo>
                      <a:pt x="466" y="747"/>
                      <a:pt x="559" y="715"/>
                      <a:pt x="637" y="641"/>
                    </a:cubicBezTo>
                    <a:cubicBezTo>
                      <a:pt x="777" y="488"/>
                      <a:pt x="777" y="259"/>
                      <a:pt x="637" y="106"/>
                    </a:cubicBezTo>
                    <a:cubicBezTo>
                      <a:pt x="559" y="33"/>
                      <a:pt x="466"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 name="Google Shape;2870;p55"/>
              <p:cNvSpPr/>
              <p:nvPr/>
            </p:nvSpPr>
            <p:spPr>
              <a:xfrm rot="2700000">
                <a:off x="972049" y="847736"/>
                <a:ext cx="38218" cy="36234"/>
              </a:xfrm>
              <a:custGeom>
                <a:avLst/>
                <a:gdLst/>
                <a:ahLst/>
                <a:cxnLst/>
                <a:rect l="l" t="t" r="r" b="b"/>
                <a:pathLst>
                  <a:path w="790" h="749" extrusionOk="0">
                    <a:moveTo>
                      <a:pt x="381" y="1"/>
                    </a:moveTo>
                    <a:cubicBezTo>
                      <a:pt x="189" y="1"/>
                      <a:pt x="0" y="149"/>
                      <a:pt x="0" y="375"/>
                    </a:cubicBezTo>
                    <a:cubicBezTo>
                      <a:pt x="0" y="600"/>
                      <a:pt x="189" y="748"/>
                      <a:pt x="381" y="748"/>
                    </a:cubicBezTo>
                    <a:cubicBezTo>
                      <a:pt x="472" y="748"/>
                      <a:pt x="563" y="715"/>
                      <a:pt x="637" y="642"/>
                    </a:cubicBezTo>
                    <a:cubicBezTo>
                      <a:pt x="790" y="489"/>
                      <a:pt x="790" y="260"/>
                      <a:pt x="637" y="107"/>
                    </a:cubicBezTo>
                    <a:cubicBezTo>
                      <a:pt x="563" y="34"/>
                      <a:pt x="472" y="1"/>
                      <a:pt x="3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 name="Google Shape;2871;p55"/>
              <p:cNvSpPr/>
              <p:nvPr/>
            </p:nvSpPr>
            <p:spPr>
              <a:xfrm rot="2700000">
                <a:off x="818349" y="539611"/>
                <a:ext cx="37637" cy="36186"/>
              </a:xfrm>
              <a:custGeom>
                <a:avLst/>
                <a:gdLst/>
                <a:ahLst/>
                <a:cxnLst/>
                <a:rect l="l" t="t" r="r" b="b"/>
                <a:pathLst>
                  <a:path w="778" h="748" extrusionOk="0">
                    <a:moveTo>
                      <a:pt x="376" y="0"/>
                    </a:moveTo>
                    <a:cubicBezTo>
                      <a:pt x="183" y="0"/>
                      <a:pt x="0" y="149"/>
                      <a:pt x="0" y="374"/>
                    </a:cubicBezTo>
                    <a:cubicBezTo>
                      <a:pt x="0" y="599"/>
                      <a:pt x="183" y="747"/>
                      <a:pt x="376" y="747"/>
                    </a:cubicBezTo>
                    <a:cubicBezTo>
                      <a:pt x="467" y="747"/>
                      <a:pt x="560" y="715"/>
                      <a:pt x="637" y="641"/>
                    </a:cubicBezTo>
                    <a:cubicBezTo>
                      <a:pt x="777" y="488"/>
                      <a:pt x="777" y="259"/>
                      <a:pt x="637" y="106"/>
                    </a:cubicBezTo>
                    <a:cubicBezTo>
                      <a:pt x="560" y="33"/>
                      <a:pt x="467" y="0"/>
                      <a:pt x="37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2" name="Google Shape;2872;p55"/>
              <p:cNvSpPr/>
              <p:nvPr/>
            </p:nvSpPr>
            <p:spPr>
              <a:xfrm rot="2700000">
                <a:off x="818369" y="693772"/>
                <a:ext cx="37637" cy="36234"/>
              </a:xfrm>
              <a:custGeom>
                <a:avLst/>
                <a:gdLst/>
                <a:ahLst/>
                <a:cxnLst/>
                <a:rect l="l" t="t" r="r" b="b"/>
                <a:pathLst>
                  <a:path w="778" h="749" extrusionOk="0">
                    <a:moveTo>
                      <a:pt x="376" y="1"/>
                    </a:moveTo>
                    <a:cubicBezTo>
                      <a:pt x="183" y="1"/>
                      <a:pt x="0" y="149"/>
                      <a:pt x="0" y="375"/>
                    </a:cubicBezTo>
                    <a:cubicBezTo>
                      <a:pt x="0" y="600"/>
                      <a:pt x="183" y="748"/>
                      <a:pt x="376" y="748"/>
                    </a:cubicBezTo>
                    <a:cubicBezTo>
                      <a:pt x="466" y="748"/>
                      <a:pt x="560" y="715"/>
                      <a:pt x="637" y="642"/>
                    </a:cubicBezTo>
                    <a:cubicBezTo>
                      <a:pt x="777" y="489"/>
                      <a:pt x="777" y="260"/>
                      <a:pt x="637" y="107"/>
                    </a:cubicBezTo>
                    <a:cubicBezTo>
                      <a:pt x="560" y="34"/>
                      <a:pt x="466" y="1"/>
                      <a:pt x="37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 name="Google Shape;2873;p55"/>
              <p:cNvSpPr/>
              <p:nvPr/>
            </p:nvSpPr>
            <p:spPr>
              <a:xfrm rot="2700000">
                <a:off x="818529" y="847782"/>
                <a:ext cx="37589" cy="36283"/>
              </a:xfrm>
              <a:custGeom>
                <a:avLst/>
                <a:gdLst/>
                <a:ahLst/>
                <a:cxnLst/>
                <a:rect l="l" t="t" r="r" b="b"/>
                <a:pathLst>
                  <a:path w="777" h="750" extrusionOk="0">
                    <a:moveTo>
                      <a:pt x="375" y="0"/>
                    </a:moveTo>
                    <a:cubicBezTo>
                      <a:pt x="182" y="0"/>
                      <a:pt x="0" y="154"/>
                      <a:pt x="0" y="379"/>
                    </a:cubicBezTo>
                    <a:cubicBezTo>
                      <a:pt x="0" y="602"/>
                      <a:pt x="178" y="749"/>
                      <a:pt x="368" y="749"/>
                    </a:cubicBezTo>
                    <a:cubicBezTo>
                      <a:pt x="461" y="749"/>
                      <a:pt x="557" y="714"/>
                      <a:pt x="637" y="634"/>
                    </a:cubicBezTo>
                    <a:cubicBezTo>
                      <a:pt x="777" y="494"/>
                      <a:pt x="777" y="252"/>
                      <a:pt x="637" y="112"/>
                    </a:cubicBezTo>
                    <a:cubicBezTo>
                      <a:pt x="559" y="34"/>
                      <a:pt x="466" y="0"/>
                      <a:pt x="3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4" name="Google Shape;2874;p55"/>
              <p:cNvSpPr/>
              <p:nvPr/>
            </p:nvSpPr>
            <p:spPr>
              <a:xfrm rot="2700000">
                <a:off x="1280073" y="539842"/>
                <a:ext cx="38218" cy="35992"/>
              </a:xfrm>
              <a:custGeom>
                <a:avLst/>
                <a:gdLst/>
                <a:ahLst/>
                <a:cxnLst/>
                <a:rect l="l" t="t" r="r" b="b"/>
                <a:pathLst>
                  <a:path w="790" h="744" extrusionOk="0">
                    <a:moveTo>
                      <a:pt x="381" y="0"/>
                    </a:moveTo>
                    <a:cubicBezTo>
                      <a:pt x="189" y="0"/>
                      <a:pt x="0" y="149"/>
                      <a:pt x="0" y="374"/>
                    </a:cubicBezTo>
                    <a:cubicBezTo>
                      <a:pt x="0" y="596"/>
                      <a:pt x="184" y="744"/>
                      <a:pt x="374" y="744"/>
                    </a:cubicBezTo>
                    <a:cubicBezTo>
                      <a:pt x="467" y="744"/>
                      <a:pt x="561" y="708"/>
                      <a:pt x="637" y="629"/>
                    </a:cubicBezTo>
                    <a:cubicBezTo>
                      <a:pt x="790" y="489"/>
                      <a:pt x="790" y="247"/>
                      <a:pt x="637" y="107"/>
                    </a:cubicBezTo>
                    <a:cubicBezTo>
                      <a:pt x="563" y="33"/>
                      <a:pt x="472" y="0"/>
                      <a:pt x="38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 name="Google Shape;2875;p55"/>
              <p:cNvSpPr/>
              <p:nvPr/>
            </p:nvSpPr>
            <p:spPr>
              <a:xfrm rot="2700000">
                <a:off x="1280260" y="693864"/>
                <a:ext cx="37637" cy="35605"/>
              </a:xfrm>
              <a:custGeom>
                <a:avLst/>
                <a:gdLst/>
                <a:ahLst/>
                <a:cxnLst/>
                <a:rect l="l" t="t" r="r" b="b"/>
                <a:pathLst>
                  <a:path w="778" h="736" extrusionOk="0">
                    <a:moveTo>
                      <a:pt x="382" y="0"/>
                    </a:moveTo>
                    <a:cubicBezTo>
                      <a:pt x="189" y="0"/>
                      <a:pt x="1" y="149"/>
                      <a:pt x="1" y="374"/>
                    </a:cubicBezTo>
                    <a:cubicBezTo>
                      <a:pt x="1" y="590"/>
                      <a:pt x="188" y="735"/>
                      <a:pt x="380" y="735"/>
                    </a:cubicBezTo>
                    <a:cubicBezTo>
                      <a:pt x="472" y="735"/>
                      <a:pt x="564" y="702"/>
                      <a:pt x="638" y="629"/>
                    </a:cubicBezTo>
                    <a:cubicBezTo>
                      <a:pt x="778" y="488"/>
                      <a:pt x="778" y="247"/>
                      <a:pt x="638" y="106"/>
                    </a:cubicBezTo>
                    <a:cubicBezTo>
                      <a:pt x="564" y="33"/>
                      <a:pt x="473" y="0"/>
                      <a:pt x="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 name="Google Shape;2876;p55"/>
              <p:cNvSpPr/>
              <p:nvPr/>
            </p:nvSpPr>
            <p:spPr>
              <a:xfrm rot="2700000">
                <a:off x="1280433" y="847702"/>
                <a:ext cx="37637" cy="35992"/>
              </a:xfrm>
              <a:custGeom>
                <a:avLst/>
                <a:gdLst/>
                <a:ahLst/>
                <a:cxnLst/>
                <a:rect l="l" t="t" r="r" b="b"/>
                <a:pathLst>
                  <a:path w="778" h="744" extrusionOk="0">
                    <a:moveTo>
                      <a:pt x="374" y="0"/>
                    </a:moveTo>
                    <a:cubicBezTo>
                      <a:pt x="184" y="0"/>
                      <a:pt x="1" y="148"/>
                      <a:pt x="1" y="370"/>
                    </a:cubicBezTo>
                    <a:cubicBezTo>
                      <a:pt x="1" y="595"/>
                      <a:pt x="189" y="744"/>
                      <a:pt x="382" y="744"/>
                    </a:cubicBezTo>
                    <a:cubicBezTo>
                      <a:pt x="472" y="744"/>
                      <a:pt x="564" y="711"/>
                      <a:pt x="637" y="637"/>
                    </a:cubicBezTo>
                    <a:cubicBezTo>
                      <a:pt x="778" y="485"/>
                      <a:pt x="778" y="255"/>
                      <a:pt x="637" y="115"/>
                    </a:cubicBezTo>
                    <a:cubicBezTo>
                      <a:pt x="562" y="36"/>
                      <a:pt x="467" y="0"/>
                      <a:pt x="37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 name="Google Shape;2877;p55"/>
              <p:cNvSpPr/>
              <p:nvPr/>
            </p:nvSpPr>
            <p:spPr>
              <a:xfrm rot="2700000">
                <a:off x="1126553" y="539693"/>
                <a:ext cx="37589" cy="36428"/>
              </a:xfrm>
              <a:custGeom>
                <a:avLst/>
                <a:gdLst/>
                <a:ahLst/>
                <a:cxnLst/>
                <a:rect l="l" t="t" r="r" b="b"/>
                <a:pathLst>
                  <a:path w="777" h="753" extrusionOk="0">
                    <a:moveTo>
                      <a:pt x="368" y="0"/>
                    </a:moveTo>
                    <a:cubicBezTo>
                      <a:pt x="178" y="0"/>
                      <a:pt x="0" y="148"/>
                      <a:pt x="0" y="370"/>
                    </a:cubicBezTo>
                    <a:cubicBezTo>
                      <a:pt x="0" y="602"/>
                      <a:pt x="179" y="752"/>
                      <a:pt x="370" y="752"/>
                    </a:cubicBezTo>
                    <a:cubicBezTo>
                      <a:pt x="462" y="752"/>
                      <a:pt x="558" y="717"/>
                      <a:pt x="637" y="638"/>
                    </a:cubicBezTo>
                    <a:cubicBezTo>
                      <a:pt x="777" y="497"/>
                      <a:pt x="777" y="256"/>
                      <a:pt x="637" y="115"/>
                    </a:cubicBezTo>
                    <a:cubicBezTo>
                      <a:pt x="557" y="36"/>
                      <a:pt x="461" y="0"/>
                      <a:pt x="3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 name="Google Shape;2878;p55"/>
              <p:cNvSpPr/>
              <p:nvPr/>
            </p:nvSpPr>
            <p:spPr>
              <a:xfrm rot="2700000">
                <a:off x="1126667" y="693944"/>
                <a:ext cx="37637" cy="35992"/>
              </a:xfrm>
              <a:custGeom>
                <a:avLst/>
                <a:gdLst/>
                <a:ahLst/>
                <a:cxnLst/>
                <a:rect l="l" t="t" r="r" b="b"/>
                <a:pathLst>
                  <a:path w="778" h="744" extrusionOk="0">
                    <a:moveTo>
                      <a:pt x="365" y="0"/>
                    </a:moveTo>
                    <a:cubicBezTo>
                      <a:pt x="179" y="0"/>
                      <a:pt x="1" y="148"/>
                      <a:pt x="1" y="370"/>
                    </a:cubicBezTo>
                    <a:cubicBezTo>
                      <a:pt x="1" y="595"/>
                      <a:pt x="183" y="744"/>
                      <a:pt x="372" y="744"/>
                    </a:cubicBezTo>
                    <a:cubicBezTo>
                      <a:pt x="461" y="744"/>
                      <a:pt x="551" y="711"/>
                      <a:pt x="625" y="637"/>
                    </a:cubicBezTo>
                    <a:cubicBezTo>
                      <a:pt x="778" y="485"/>
                      <a:pt x="778" y="255"/>
                      <a:pt x="625" y="115"/>
                    </a:cubicBezTo>
                    <a:cubicBezTo>
                      <a:pt x="549" y="36"/>
                      <a:pt x="456" y="0"/>
                      <a:pt x="36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 name="Google Shape;2879;p55"/>
              <p:cNvSpPr/>
              <p:nvPr/>
            </p:nvSpPr>
            <p:spPr>
              <a:xfrm rot="2700000">
                <a:off x="1126199" y="847762"/>
                <a:ext cx="38266" cy="36186"/>
              </a:xfrm>
              <a:custGeom>
                <a:avLst/>
                <a:gdLst/>
                <a:ahLst/>
                <a:cxnLst/>
                <a:rect l="l" t="t" r="r" b="b"/>
                <a:pathLst>
                  <a:path w="791" h="748" extrusionOk="0">
                    <a:moveTo>
                      <a:pt x="382" y="0"/>
                    </a:moveTo>
                    <a:cubicBezTo>
                      <a:pt x="189" y="0"/>
                      <a:pt x="1" y="149"/>
                      <a:pt x="1" y="374"/>
                    </a:cubicBezTo>
                    <a:cubicBezTo>
                      <a:pt x="1" y="599"/>
                      <a:pt x="189" y="747"/>
                      <a:pt x="382" y="747"/>
                    </a:cubicBezTo>
                    <a:cubicBezTo>
                      <a:pt x="473" y="747"/>
                      <a:pt x="564" y="715"/>
                      <a:pt x="638" y="641"/>
                    </a:cubicBezTo>
                    <a:cubicBezTo>
                      <a:pt x="790" y="488"/>
                      <a:pt x="790" y="259"/>
                      <a:pt x="638" y="106"/>
                    </a:cubicBezTo>
                    <a:cubicBezTo>
                      <a:pt x="564" y="33"/>
                      <a:pt x="473" y="0"/>
                      <a:pt x="38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Tree>
  </p:cSld>
  <p:clrMapOvr>
    <a:masterClrMapping/>
  </p:clrMapOvr>
</p:sld>
</file>

<file path=ppt/tags/tag1.xml><?xml version="1.0" encoding="utf-8"?>
<p:tagLst xmlns:p="http://schemas.openxmlformats.org/presentationml/2006/main">
  <p:tag name="PA" val="v5.2.11"/>
</p:tagLst>
</file>

<file path=ppt/tags/tag2.xml><?xml version="1.0" encoding="utf-8"?>
<p:tagLst xmlns:p="http://schemas.openxmlformats.org/presentationml/2006/main">
  <p:tag name="PA" val="v5.2.11"/>
</p:tagLst>
</file>

<file path=ppt/tags/tag3.xml><?xml version="1.0" encoding="utf-8"?>
<p:tagLst xmlns:p="http://schemas.openxmlformats.org/presentationml/2006/main">
  <p:tag name="PA" val="v5.2.11"/>
</p:tagLst>
</file>

<file path=ppt/tags/tag4.xml><?xml version="1.0" encoding="utf-8"?>
<p:tagLst xmlns:p="http://schemas.openxmlformats.org/presentationml/2006/main">
  <p:tag name="PA" val="v5.2.11"/>
</p:tagLst>
</file>

<file path=ppt/tags/tag5.xml><?xml version="1.0" encoding="utf-8"?>
<p:tagLst xmlns:p="http://schemas.openxmlformats.org/presentationml/2006/main">
  <p:tag name="PA" val="v5.2.11"/>
</p:tagLst>
</file>

<file path=ppt/tags/tag6.xml><?xml version="1.0" encoding="utf-8"?>
<p:tagLst xmlns:p="http://schemas.openxmlformats.org/presentationml/2006/main">
  <p:tag name="PA" val="v5.2.11"/>
</p:tagLst>
</file>

<file path=ppt/tags/tag7.xml><?xml version="1.0" encoding="utf-8"?>
<p:tagLst xmlns:p="http://schemas.openxmlformats.org/presentationml/2006/main">
  <p:tag name="PA" val="v5.2.11"/>
</p:tagLst>
</file>

<file path=ppt/tags/tag8.xml><?xml version="1.0" encoding="utf-8"?>
<p:tagLst xmlns:p="http://schemas.openxmlformats.org/presentationml/2006/main">
  <p:tag name="PA" val="v5.2.11"/>
</p:tagLst>
</file>

<file path=ppt/tags/tag9.xml><?xml version="1.0" encoding="utf-8"?>
<p:tagLst xmlns:p="http://schemas.openxmlformats.org/presentationml/2006/main">
  <p:tag name="PA" val="v5.2.11"/>
</p:tagLst>
</file>

<file path=ppt/tags/tag10.xml><?xml version="1.0" encoding="utf-8"?>
<p:tagLst xmlns:p="http://schemas.openxmlformats.org/presentationml/2006/main">
  <p:tag name="PA" val="v5.2.11"/>
</p:tagLst>
</file>

<file path=ppt/tags/tag11.xml><?xml version="1.0" encoding="utf-8"?>
<p:tagLst xmlns:p="http://schemas.openxmlformats.org/presentationml/2006/main">
  <p:tag name="PA" val="v5.2.11"/>
</p:tagLst>
</file>

<file path=ppt/tags/tag12.xml><?xml version="1.0" encoding="utf-8"?>
<p:tagLst xmlns:p="http://schemas.openxmlformats.org/presentationml/2006/main">
  <p:tag name="PA" val="v5.2.11"/>
</p:tagLst>
</file>

<file path=ppt/tags/tag13.xml><?xml version="1.0" encoding="utf-8"?>
<p:tagLst xmlns:p="http://schemas.openxmlformats.org/presentationml/2006/main">
  <p:tag name="PA" val="v5.2.11"/>
</p:tagLst>
</file>

<file path=ppt/tags/tag14.xml><?xml version="1.0" encoding="utf-8"?>
<p:tagLst xmlns:p="http://schemas.openxmlformats.org/presentationml/2006/main">
  <p:tag name="PA" val="v5.2.11"/>
</p:tagLst>
</file>

<file path=ppt/tags/tag15.xml><?xml version="1.0" encoding="utf-8"?>
<p:tagLst xmlns:p="http://schemas.openxmlformats.org/presentationml/2006/main">
  <p:tag name="PA" val="v5.2.11"/>
</p:tagLst>
</file>

<file path=ppt/tags/tag16.xml><?xml version="1.0" encoding="utf-8"?>
<p:tagLst xmlns:p="http://schemas.openxmlformats.org/presentationml/2006/main">
  <p:tag name="PA" val="v5.2.11"/>
</p:tagLst>
</file>

<file path=ppt/tags/tag17.xml><?xml version="1.0" encoding="utf-8"?>
<p:tagLst xmlns:p="http://schemas.openxmlformats.org/presentationml/2006/main">
  <p:tag name="PA" val="v5.2.11"/>
</p:tagLst>
</file>

<file path=ppt/tags/tag18.xml><?xml version="1.0" encoding="utf-8"?>
<p:tagLst xmlns:p="http://schemas.openxmlformats.org/presentationml/2006/main">
  <p:tag name="PA" val="v5.2.11"/>
</p:tagLst>
</file>

<file path=ppt/tags/tag19.xml><?xml version="1.0" encoding="utf-8"?>
<p:tagLst xmlns:p="http://schemas.openxmlformats.org/presentationml/2006/main">
  <p:tag name="PA" val="v5.2.11"/>
</p:tagLst>
</file>

<file path=ppt/tags/tag20.xml><?xml version="1.0" encoding="utf-8"?>
<p:tagLst xmlns:p="http://schemas.openxmlformats.org/presentationml/2006/main">
  <p:tag name="PA" val="v5.2.11"/>
</p:tagLst>
</file>

<file path=ppt/tags/tag21.xml><?xml version="1.0" encoding="utf-8"?>
<p:tagLst xmlns:p="http://schemas.openxmlformats.org/presentationml/2006/main">
  <p:tag name="PA" val="v5.2.11"/>
</p:tagLst>
</file>

<file path=ppt/tags/tag22.xml><?xml version="1.0" encoding="utf-8"?>
<p:tagLst xmlns:p="http://schemas.openxmlformats.org/presentationml/2006/main">
  <p:tag name="PA" val="v5.2.11"/>
</p:tagLst>
</file>

<file path=ppt/tags/tag23.xml><?xml version="1.0" encoding="utf-8"?>
<p:tagLst xmlns:p="http://schemas.openxmlformats.org/presentationml/2006/main">
  <p:tag name="PA" val="v5.2.11"/>
</p:tagLst>
</file>

<file path=ppt/tags/tag24.xml><?xml version="1.0" encoding="utf-8"?>
<p:tagLst xmlns:p="http://schemas.openxmlformats.org/presentationml/2006/main">
  <p:tag name="PA" val="v5.2.11"/>
</p:tagLst>
</file>

<file path=ppt/tags/tag25.xml><?xml version="1.0" encoding="utf-8"?>
<p:tagLst xmlns:p="http://schemas.openxmlformats.org/presentationml/2006/main">
  <p:tag name="PA" val="v5.2.11"/>
</p:tagLst>
</file>

<file path=ppt/tags/tag26.xml><?xml version="1.0" encoding="utf-8"?>
<p:tagLst xmlns:p="http://schemas.openxmlformats.org/presentationml/2006/main">
  <p:tag name="PA" val="v5.2.11"/>
</p:tagLst>
</file>

<file path=ppt/tags/tag27.xml><?xml version="1.0" encoding="utf-8"?>
<p:tagLst xmlns:p="http://schemas.openxmlformats.org/presentationml/2006/main">
  <p:tag name="PA" val="v5.2.11"/>
</p:tagLst>
</file>

<file path=ppt/tags/tag28.xml><?xml version="1.0" encoding="utf-8"?>
<p:tagLst xmlns:p="http://schemas.openxmlformats.org/presentationml/2006/main">
  <p:tag name="PA" val="v5.2.11"/>
</p:tagLst>
</file>

<file path=ppt/tags/tag29.xml><?xml version="1.0" encoding="utf-8"?>
<p:tagLst xmlns:p="http://schemas.openxmlformats.org/presentationml/2006/main">
  <p:tag name="PA" val="v5.2.11"/>
</p:tagLst>
</file>

<file path=ppt/tags/tag30.xml><?xml version="1.0" encoding="utf-8"?>
<p:tagLst xmlns:p="http://schemas.openxmlformats.org/presentationml/2006/main">
  <p:tag name="PA" val="v5.2.11"/>
</p:tagLst>
</file>

<file path=ppt/tags/tag31.xml><?xml version="1.0" encoding="utf-8"?>
<p:tagLst xmlns:p="http://schemas.openxmlformats.org/presentationml/2006/main">
  <p:tag name="PA" val="v5.2.11"/>
</p:tagLst>
</file>

<file path=ppt/tags/tag32.xml><?xml version="1.0" encoding="utf-8"?>
<p:tagLst xmlns:p="http://schemas.openxmlformats.org/presentationml/2006/main">
  <p:tag name="PA" val="v5.2.11"/>
</p:tagLst>
</file>

<file path=ppt/tags/tag33.xml><?xml version="1.0" encoding="utf-8"?>
<p:tagLst xmlns:p="http://schemas.openxmlformats.org/presentationml/2006/main">
  <p:tag name="PA" val="v5.2.11"/>
</p:tagLst>
</file>

<file path=ppt/tags/tag34.xml><?xml version="1.0" encoding="utf-8"?>
<p:tagLst xmlns:p="http://schemas.openxmlformats.org/presentationml/2006/main">
  <p:tag name="PA" val="v5.2.11"/>
</p:tagLst>
</file>

<file path=ppt/tags/tag35.xml><?xml version="1.0" encoding="utf-8"?>
<p:tagLst xmlns:p="http://schemas.openxmlformats.org/presentationml/2006/main">
  <p:tag name="PA" val="v5.2.11"/>
</p:tagLst>
</file>

<file path=ppt/tags/tag36.xml><?xml version="1.0" encoding="utf-8"?>
<p:tagLst xmlns:p="http://schemas.openxmlformats.org/presentationml/2006/main">
  <p:tag name="PA" val="v5.2.11"/>
</p:tagLst>
</file>

<file path=ppt/tags/tag37.xml><?xml version="1.0" encoding="utf-8"?>
<p:tagLst xmlns:p="http://schemas.openxmlformats.org/presentationml/2006/main">
  <p:tag name="PA" val="v5.2.11"/>
</p:tagLst>
</file>

<file path=ppt/tags/tag38.xml><?xml version="1.0" encoding="utf-8"?>
<p:tagLst xmlns:p="http://schemas.openxmlformats.org/presentationml/2006/main">
  <p:tag name="PA" val="v5.2.11"/>
</p:tagLst>
</file>

<file path=ppt/tags/tag39.xml><?xml version="1.0" encoding="utf-8"?>
<p:tagLst xmlns:p="http://schemas.openxmlformats.org/presentationml/2006/main">
  <p:tag name="PA" val="v5.2.11"/>
</p:tagLst>
</file>

<file path=ppt/tags/tag40.xml><?xml version="1.0" encoding="utf-8"?>
<p:tagLst xmlns:p="http://schemas.openxmlformats.org/presentationml/2006/main">
  <p:tag name="PA" val="v5.2.11"/>
</p:tagLst>
</file>

<file path=ppt/tags/tag41.xml><?xml version="1.0" encoding="utf-8"?>
<p:tagLst xmlns:p="http://schemas.openxmlformats.org/presentationml/2006/main">
  <p:tag name="PA" val="v5.2.11"/>
</p:tagLst>
</file>

<file path=ppt/tags/tag42.xml><?xml version="1.0" encoding="utf-8"?>
<p:tagLst xmlns:p="http://schemas.openxmlformats.org/presentationml/2006/main">
  <p:tag name="PA" val="v5.2.11"/>
</p:tagLst>
</file>

<file path=ppt/tags/tag43.xml><?xml version="1.0" encoding="utf-8"?>
<p:tagLst xmlns:p="http://schemas.openxmlformats.org/presentationml/2006/main">
  <p:tag name="PA" val="v5.2.11"/>
</p:tagLst>
</file>

<file path=ppt/tags/tag44.xml><?xml version="1.0" encoding="utf-8"?>
<p:tagLst xmlns:p="http://schemas.openxmlformats.org/presentationml/2006/main">
  <p:tag name="PA" val="v5.2.11"/>
</p:tagLst>
</file>

<file path=ppt/tags/tag45.xml><?xml version="1.0" encoding="utf-8"?>
<p:tagLst xmlns:p="http://schemas.openxmlformats.org/presentationml/2006/main">
  <p:tag name="PA" val="v5.2.11"/>
</p:tagLst>
</file>

<file path=ppt/tags/tag46.xml><?xml version="1.0" encoding="utf-8"?>
<p:tagLst xmlns:p="http://schemas.openxmlformats.org/presentationml/2006/main">
  <p:tag name="PA" val="v5.2.11"/>
</p:tagLst>
</file>

<file path=ppt/tags/tag47.xml><?xml version="1.0" encoding="utf-8"?>
<p:tagLst xmlns:p="http://schemas.openxmlformats.org/presentationml/2006/main">
  <p:tag name="PA" val="v5.2.11"/>
</p:tagLst>
</file>

<file path=ppt/tags/tag48.xml><?xml version="1.0" encoding="utf-8"?>
<p:tagLst xmlns:p="http://schemas.openxmlformats.org/presentationml/2006/main">
  <p:tag name="PA" val="v5.2.11"/>
</p:tagLst>
</file>

<file path=ppt/tags/tag49.xml><?xml version="1.0" encoding="utf-8"?>
<p:tagLst xmlns:p="http://schemas.openxmlformats.org/presentationml/2006/main">
  <p:tag name="PA" val="v5.2.11"/>
</p:tagLst>
</file>

<file path=ppt/tags/tag50.xml><?xml version="1.0" encoding="utf-8"?>
<p:tagLst xmlns:p="http://schemas.openxmlformats.org/presentationml/2006/main">
  <p:tag name="PA" val="v5.2.11"/>
</p:tagLst>
</file>

<file path=ppt/tags/tag51.xml><?xml version="1.0" encoding="utf-8"?>
<p:tagLst xmlns:p="http://schemas.openxmlformats.org/presentationml/2006/main">
  <p:tag name="PA" val="v5.2.11"/>
</p:tagLst>
</file>

<file path=ppt/tags/tag52.xml><?xml version="1.0" encoding="utf-8"?>
<p:tagLst xmlns:p="http://schemas.openxmlformats.org/presentationml/2006/main">
  <p:tag name="PA" val="v5.2.11"/>
</p:tagLst>
</file>

<file path=ppt/tags/tag53.xml><?xml version="1.0" encoding="utf-8"?>
<p:tagLst xmlns:p="http://schemas.openxmlformats.org/presentationml/2006/main">
  <p:tag name="PA" val="v5.2.11"/>
</p:tagLst>
</file>

<file path=ppt/tags/tag54.xml><?xml version="1.0" encoding="utf-8"?>
<p:tagLst xmlns:p="http://schemas.openxmlformats.org/presentationml/2006/main">
  <p:tag name="KSO_WPP_MARK_KEY" val="01e649fb-bed1-49ea-8444-06aaf8a7ae90"/>
  <p:tag name="COMMONDATA" val="eyJoZGlkIjoiNjYyOWQ1NTMzZGUwZmE0YTg1M2IzZjNkZWIzNTA5ZG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TM03457515[[fn=风景]]</Template>
  <TotalTime>0</TotalTime>
  <Words>1149</Words>
  <Application>WPS 演示</Application>
  <PresentationFormat>宽屏</PresentationFormat>
  <Paragraphs>215</Paragraphs>
  <Slides>16</Slides>
  <Notes>16</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16</vt:i4>
      </vt:variant>
    </vt:vector>
  </HeadingPairs>
  <TitlesOfParts>
    <vt:vector size="42" baseType="lpstr">
      <vt:lpstr>Arial</vt:lpstr>
      <vt:lpstr>宋体</vt:lpstr>
      <vt:lpstr>Wingdings</vt:lpstr>
      <vt:lpstr>Mukta SemiBold</vt:lpstr>
      <vt:lpstr>Verdana</vt:lpstr>
      <vt:lpstr>Yu Gothic UI Semibold</vt:lpstr>
      <vt:lpstr>Calibri</vt:lpstr>
      <vt:lpstr>OPPOSans M</vt:lpstr>
      <vt:lpstr>OPPOSans B</vt:lpstr>
      <vt:lpstr>阿里巴巴普惠体 H</vt:lpstr>
      <vt:lpstr>思源宋体</vt:lpstr>
      <vt:lpstr>字魂45号-冰宇雅宋</vt:lpstr>
      <vt:lpstr>Poppins</vt:lpstr>
      <vt:lpstr>Roboto Condensed</vt:lpstr>
      <vt:lpstr>Poppins Light</vt:lpstr>
      <vt:lpstr>Aller</vt:lpstr>
      <vt:lpstr>Source Sans Pro</vt:lpstr>
      <vt:lpstr>Raleway</vt:lpstr>
      <vt:lpstr>Segoe UI Light</vt:lpstr>
      <vt:lpstr>等线</vt:lpstr>
      <vt:lpstr>等线 Light</vt:lpstr>
      <vt:lpstr>微软雅黑</vt:lpstr>
      <vt:lpstr>Arial Unicode MS</vt:lpstr>
      <vt:lpstr>Wide Latin</vt:lpstr>
      <vt:lpstr>NumberOnly</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1509659213@qq.com</dc:creator>
  <cp:lastModifiedBy>杨小隐</cp:lastModifiedBy>
  <cp:revision>36</cp:revision>
  <dcterms:created xsi:type="dcterms:W3CDTF">2023-04-26T12:58:00Z</dcterms:created>
  <dcterms:modified xsi:type="dcterms:W3CDTF">2023-04-28T02:17:59Z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B05E9F842DC44D0F819CEEBCC263D2AB_12</vt:lpwstr>
  </property>
</Properties>
</file>