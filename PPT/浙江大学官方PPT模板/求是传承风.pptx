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handoutMasterIdLst>
    <p:handoutMasterId r:id="rId19"/>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8288000" cy="10287000"/>
  <p:notesSz cx="6858000" cy="9144000"/>
  <p:embeddedFontLst>
    <p:embeddedFont>
      <p:font typeface="HYXuJingXingKai" panose="02010600030101010101" charset="-122"/>
      <p:regular r:id="rId20"/>
    </p:embeddedFont>
    <p:embeddedFont>
      <p:font typeface="汉仪许静行楷简" panose="00020600040101010101" pitchFamily="18" charset="-122"/>
      <p:regular r:id="rId21"/>
    </p:embeddedFont>
    <p:embeddedFont>
      <p:font typeface="Calibri" panose="020F0502020204030204" pitchFamily="34" charset="0"/>
      <p:regular r:id="rId22"/>
      <p:bold r:id="rId23"/>
      <p:italic r:id="rId24"/>
      <p:boldItalic r:id="rId25"/>
    </p:embeddedFont>
    <p:embeddedFont>
      <p:font typeface="HYQinChuanFeiYing" panose="02010600030101010101" charset="-122"/>
      <p:regular r:id="rId26"/>
    </p:embeddedFont>
    <p:embeddedFont>
      <p:font typeface="Microsoft Sans Serif" panose="020B0604020202020204" pitchFamily="34" charset="0"/>
      <p:regular r:id="rId27"/>
    </p:embeddedFont>
  </p:embeddedFontLst>
  <p:kinsoku lang="zh-CN" invalStChars="!),.:;?]}、。—ˇ¨〃々～‖…’”〕〉》」』〗】∶！＂＇），．：；？］｀｜｝·" invalEndChars=""/>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2">
          <p15:clr>
            <a:srgbClr val="A4A3A4"/>
          </p15:clr>
        </p15:guide>
        <p15:guide id="2" pos="2863">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12B2A"/>
    <a:srgbClr val="FCF8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5" d="100"/>
          <a:sy n="55" d="100"/>
        </p:scale>
        <p:origin x="56" y="164"/>
      </p:cViewPr>
      <p:guideLst>
        <p:guide orient="horz" pos="2142"/>
        <p:guide pos="2863"/>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73" d="100"/>
          <a:sy n="73" d="100"/>
        </p:scale>
        <p:origin x="2852" y="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handoutMaster" Target="handoutMasters/handout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2000" b="0" i="0" u="none" strike="noStrike" kern="1200" spc="0" baseline="0">
                <a:solidFill>
                  <a:schemeClr val="tx1">
                    <a:lumMod val="65000"/>
                    <a:lumOff val="35000"/>
                  </a:schemeClr>
                </a:solidFill>
                <a:latin typeface="+mn-lt"/>
                <a:ea typeface="+mn-ea"/>
                <a:cs typeface="+mn-cs"/>
              </a:defRPr>
            </a:pPr>
            <a:r>
              <a:rPr lang="zh-CN" altLang="en-US" sz="2000">
                <a:latin typeface="汉仪许静行楷简" panose="00020600040101010101" charset="-122"/>
                <a:ea typeface="汉仪许静行楷简" panose="00020600040101010101" charset="-122"/>
              </a:rPr>
              <a:t>请输入内容</a:t>
            </a:r>
          </a:p>
        </c:rich>
      </c:tx>
      <c:layout/>
      <c:overlay val="0"/>
      <c:spPr>
        <a:noFill/>
        <a:ln>
          <a:noFill/>
        </a:ln>
        <a:effectLst/>
      </c:spPr>
      <c:txPr>
        <a:bodyPr rot="0" spcFirstLastPara="0" vertOverflow="ellipsis" vert="horz" wrap="square" anchor="ctr" anchorCtr="1"/>
        <a:lstStyle/>
        <a:p>
          <a:pPr defTabSz="914400">
            <a:defRPr lang="zh-CN" sz="20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2">
                <a:lumMod val="60000"/>
                <a:lumOff val="40000"/>
              </a:schemeClr>
            </a:solidFill>
            <a:ln>
              <a:noFill/>
            </a:ln>
            <a:effectLst/>
          </c:spPr>
          <c:invertIfNegative val="0"/>
          <c:cat>
            <c:strRef>
              <c:f>Sheet1!$A$2:$A$5</c:f>
              <c:strCache>
                <c:ptCount val="4"/>
                <c:pt idx="0">
                  <c:v>类别1</c:v>
                </c:pt>
                <c:pt idx="1">
                  <c:v>类别2</c:v>
                </c:pt>
                <c:pt idx="2">
                  <c:v>类别3</c:v>
                </c:pt>
                <c:pt idx="3">
                  <c:v>类别4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941-45E0-A077-16E9D7AF3E3D}"/>
            </c:ext>
          </c:extLst>
        </c:ser>
        <c:ser>
          <c:idx val="1"/>
          <c:order val="1"/>
          <c:tx>
            <c:strRef>
              <c:f>Sheet1!$C$1</c:f>
              <c:strCache>
                <c:ptCount val="1"/>
                <c:pt idx="0">
                  <c:v>系列 2</c:v>
                </c:pt>
              </c:strCache>
            </c:strRef>
          </c:tx>
          <c:spPr>
            <a:solidFill>
              <a:schemeClr val="accent2"/>
            </a:solidFill>
            <a:ln>
              <a:noFill/>
            </a:ln>
            <a:effectLst/>
          </c:spPr>
          <c:invertIfNegative val="0"/>
          <c:cat>
            <c:strRef>
              <c:f>Sheet1!$A$2:$A$5</c:f>
              <c:strCache>
                <c:ptCount val="4"/>
                <c:pt idx="0">
                  <c:v>类别1</c:v>
                </c:pt>
                <c:pt idx="1">
                  <c:v>类别2</c:v>
                </c:pt>
                <c:pt idx="2">
                  <c:v>类别3</c:v>
                </c:pt>
                <c:pt idx="3">
                  <c:v>类别4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941-45E0-A077-16E9D7AF3E3D}"/>
            </c:ext>
          </c:extLst>
        </c:ser>
        <c:dLbls>
          <c:showLegendKey val="0"/>
          <c:showVal val="0"/>
          <c:showCatName val="0"/>
          <c:showSerName val="0"/>
          <c:showPercent val="0"/>
          <c:showBubbleSize val="0"/>
        </c:dLbls>
        <c:gapWidth val="219"/>
        <c:overlap val="-27"/>
        <c:axId val="774373364"/>
        <c:axId val="522707970"/>
      </c:barChart>
      <c:lineChart>
        <c:grouping val="standard"/>
        <c:varyColors val="0"/>
        <c:ser>
          <c:idx val="2"/>
          <c:order val="2"/>
          <c:tx>
            <c:strRef>
              <c:f>Sheet1!$D$1</c:f>
              <c:strCache>
                <c:ptCount val="1"/>
                <c:pt idx="0">
                  <c:v>系列 3</c:v>
                </c:pt>
              </c:strCache>
            </c:strRef>
          </c:tx>
          <c:spPr>
            <a:ln w="28575" cap="rnd">
              <a:solidFill>
                <a:schemeClr val="accent2">
                  <a:lumMod val="75000"/>
                </a:schemeClr>
              </a:solidFill>
              <a:round/>
            </a:ln>
            <a:effectLst/>
          </c:spPr>
          <c:marker>
            <c:symbol val="none"/>
          </c:marker>
          <c:cat>
            <c:strRef>
              <c:f>Sheet1!$A$2:$A$5</c:f>
              <c:strCache>
                <c:ptCount val="4"/>
                <c:pt idx="0">
                  <c:v>类别1</c:v>
                </c:pt>
                <c:pt idx="1">
                  <c:v>类别2</c:v>
                </c:pt>
                <c:pt idx="2">
                  <c:v>类别3</c:v>
                </c:pt>
                <c:pt idx="3">
                  <c:v>类别4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0941-45E0-A077-16E9D7AF3E3D}"/>
            </c:ext>
          </c:extLst>
        </c:ser>
        <c:dLbls>
          <c:showLegendKey val="0"/>
          <c:showVal val="0"/>
          <c:showCatName val="0"/>
          <c:showSerName val="0"/>
          <c:showPercent val="0"/>
          <c:showBubbleSize val="0"/>
        </c:dLbls>
        <c:marker val="1"/>
        <c:smooth val="0"/>
        <c:axId val="774373364"/>
        <c:axId val="522707970"/>
      </c:lineChart>
      <c:catAx>
        <c:axId val="774373364"/>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1400" b="0" i="0" u="none" strike="noStrike" kern="1200" baseline="0">
                <a:solidFill>
                  <a:schemeClr val="tx1">
                    <a:lumMod val="65000"/>
                    <a:lumOff val="35000"/>
                  </a:schemeClr>
                </a:solidFill>
                <a:latin typeface="汉仪许静行楷简" panose="00020600040101010101" charset="-122"/>
                <a:ea typeface="汉仪许静行楷简" panose="00020600040101010101" charset="-122"/>
                <a:cs typeface="汉仪许静行楷简" panose="00020600040101010101" charset="-122"/>
                <a:sym typeface="汉仪许静行楷简" panose="00020600040101010101" charset="-122"/>
              </a:defRPr>
            </a:pPr>
            <a:endParaRPr lang="zh-CN"/>
          </a:p>
        </c:txPr>
        <c:crossAx val="522707970"/>
        <c:crosses val="autoZero"/>
        <c:auto val="1"/>
        <c:lblAlgn val="ctr"/>
        <c:lblOffset val="100"/>
        <c:noMultiLvlLbl val="0"/>
      </c:catAx>
      <c:valAx>
        <c:axId val="52270797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774373364"/>
        <c:crosses val="autoZero"/>
        <c:crossBetween val="between"/>
      </c:valAx>
      <c:spPr>
        <a:noFill/>
        <a:ln>
          <a:noFill/>
        </a:ln>
        <a:effectLst/>
      </c:spPr>
    </c:plotArea>
    <c:legend>
      <c:legendPos val="b"/>
      <c:legendEntry>
        <c:idx val="0"/>
        <c:txPr>
          <a:bodyPr rot="0" spcFirstLastPara="0" vertOverflow="ellipsis" vert="horz" wrap="square" anchor="ctr" anchorCtr="1"/>
          <a:lstStyle/>
          <a:p>
            <a:pPr>
              <a:defRPr lang="zh-CN" sz="1200" b="0" i="0" u="none" strike="noStrike" kern="1200" baseline="0">
                <a:solidFill>
                  <a:schemeClr val="tx1">
                    <a:lumMod val="65000"/>
                    <a:lumOff val="35000"/>
                  </a:schemeClr>
                </a:solidFill>
                <a:latin typeface="汉仪许静行楷简" panose="00020600040101010101" charset="-122"/>
                <a:ea typeface="汉仪许静行楷简" panose="00020600040101010101" charset="-122"/>
                <a:cs typeface="汉仪许静行楷简" panose="00020600040101010101" charset="-122"/>
                <a:sym typeface="汉仪许静行楷简" panose="00020600040101010101" charset="-122"/>
              </a:defRPr>
            </a:pPr>
            <a:endParaRPr lang="zh-CN"/>
          </a:p>
        </c:txPr>
      </c:legendEntry>
      <c:legendEntry>
        <c:idx val="1"/>
        <c:txPr>
          <a:bodyPr rot="0" spcFirstLastPara="0" vertOverflow="ellipsis" vert="horz" wrap="square" anchor="ctr" anchorCtr="1"/>
          <a:lstStyle/>
          <a:p>
            <a:pPr>
              <a:defRPr lang="zh-CN" sz="1200" b="0" i="0" u="none" strike="noStrike" kern="1200" baseline="0">
                <a:solidFill>
                  <a:schemeClr val="tx1">
                    <a:lumMod val="65000"/>
                    <a:lumOff val="35000"/>
                  </a:schemeClr>
                </a:solidFill>
                <a:latin typeface="汉仪许静行楷简" panose="00020600040101010101" charset="-122"/>
                <a:ea typeface="汉仪许静行楷简" panose="00020600040101010101" charset="-122"/>
                <a:cs typeface="汉仪许静行楷简" panose="00020600040101010101" charset="-122"/>
                <a:sym typeface="汉仪许静行楷简" panose="00020600040101010101" charset="-122"/>
              </a:defRPr>
            </a:pPr>
            <a:endParaRPr lang="zh-CN"/>
          </a:p>
        </c:txPr>
      </c:legendEntry>
      <c:legendEntry>
        <c:idx val="2"/>
        <c:txPr>
          <a:bodyPr rot="0" spcFirstLastPara="0" vertOverflow="ellipsis" vert="horz" wrap="square" anchor="ctr" anchorCtr="1"/>
          <a:lstStyle/>
          <a:p>
            <a:pPr>
              <a:defRPr lang="zh-CN" sz="1200" b="0" i="0" u="none" strike="noStrike" kern="1200" baseline="0">
                <a:solidFill>
                  <a:schemeClr val="tx1">
                    <a:lumMod val="65000"/>
                    <a:lumOff val="35000"/>
                  </a:schemeClr>
                </a:solidFill>
                <a:latin typeface="汉仪许静行楷简" panose="00020600040101010101" charset="-122"/>
                <a:ea typeface="汉仪许静行楷简" panose="00020600040101010101" charset="-122"/>
                <a:cs typeface="汉仪许静行楷简" panose="00020600040101010101" charset="-122"/>
                <a:sym typeface="汉仪许静行楷简" panose="00020600040101010101" charset="-122"/>
              </a:defRPr>
            </a:pPr>
            <a:endParaRPr lang="zh-CN"/>
          </a:p>
        </c:txPr>
      </c:legendEntry>
      <c:layout/>
      <c:overlay val="0"/>
      <c:spPr>
        <a:noFill/>
        <a:ln>
          <a:noFill/>
        </a:ln>
        <a:effectLst/>
      </c:spPr>
      <c:txPr>
        <a:bodyPr rot="0" spcFirstLastPara="0" vertOverflow="ellipsis" vert="horz" wrap="square" anchor="ctr" anchorCtr="1"/>
        <a:lstStyle/>
        <a:p>
          <a:pPr>
            <a:defRPr lang="zh-CN" sz="1200" b="0" i="0" u="none" strike="noStrike" kern="1200" baseline="0">
              <a:solidFill>
                <a:schemeClr val="tx1">
                  <a:lumMod val="65000"/>
                  <a:lumOff val="35000"/>
                </a:schemeClr>
              </a:solidFill>
              <a:latin typeface="汉仪许静行楷简" panose="00020600040101010101" charset="-122"/>
              <a:ea typeface="汉仪许静行楷简" panose="00020600040101010101" charset="-122"/>
              <a:cs typeface="汉仪许静行楷简" panose="00020600040101010101" charset="-122"/>
              <a:sym typeface="汉仪许静行楷简" panose="00020600040101010101" charset="-122"/>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r>
              <a:rPr lang="zh-CN" altLang="en-US" sz="2000">
                <a:latin typeface="汉仪许静行楷简" panose="00020600040101010101" charset="-122"/>
                <a:ea typeface="汉仪许静行楷简" panose="00020600040101010101" charset="-122"/>
              </a:rPr>
              <a:t>请输入内容</a:t>
            </a:r>
          </a:p>
        </c:rich>
      </c:tx>
      <c:layout/>
      <c:overlay val="0"/>
      <c:spPr>
        <a:noFill/>
        <a:ln>
          <a:noFill/>
        </a:ln>
        <a:effectLst/>
      </c:spPr>
      <c:txPr>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2">
                  <a:lumMod val="40000"/>
                  <a:lumOff val="60000"/>
                </a:schemeClr>
              </a:solidFill>
              <a:round/>
            </a:ln>
            <a:effectLst/>
          </c:spPr>
          <c:marker>
            <c:symbol val="none"/>
          </c:marker>
          <c:cat>
            <c:strRef>
              <c:f>Sheet1!$A$2:$A$5</c:f>
              <c:strCache>
                <c:ptCount val="4"/>
                <c:pt idx="0">
                  <c:v>类别1</c:v>
                </c:pt>
                <c:pt idx="1">
                  <c:v>类别2</c:v>
                </c:pt>
                <c:pt idx="2">
                  <c:v>类别3</c:v>
                </c:pt>
                <c:pt idx="3">
                  <c:v>类别4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2C1B-4EA4-9A72-91AD3FDD2AE5}"/>
            </c:ext>
          </c:extLst>
        </c:ser>
        <c:ser>
          <c:idx val="1"/>
          <c:order val="1"/>
          <c:tx>
            <c:strRef>
              <c:f>Sheet1!$C$1</c:f>
              <c:strCache>
                <c:ptCount val="1"/>
                <c:pt idx="0">
                  <c:v>系列 2</c:v>
                </c:pt>
              </c:strCache>
            </c:strRef>
          </c:tx>
          <c:spPr>
            <a:ln w="28575" cap="rnd">
              <a:solidFill>
                <a:schemeClr val="accent2"/>
              </a:solidFill>
              <a:round/>
            </a:ln>
            <a:effectLst/>
          </c:spPr>
          <c:marker>
            <c:symbol val="none"/>
          </c:marker>
          <c:cat>
            <c:strRef>
              <c:f>Sheet1!$A$2:$A$5</c:f>
              <c:strCache>
                <c:ptCount val="4"/>
                <c:pt idx="0">
                  <c:v>类别1</c:v>
                </c:pt>
                <c:pt idx="1">
                  <c:v>类别2</c:v>
                </c:pt>
                <c:pt idx="2">
                  <c:v>类别3</c:v>
                </c:pt>
                <c:pt idx="3">
                  <c:v>类别4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2C1B-4EA4-9A72-91AD3FDD2AE5}"/>
            </c:ext>
          </c:extLst>
        </c:ser>
        <c:ser>
          <c:idx val="2"/>
          <c:order val="2"/>
          <c:tx>
            <c:strRef>
              <c:f>Sheet1!$D$1</c:f>
              <c:strCache>
                <c:ptCount val="1"/>
                <c:pt idx="0">
                  <c:v>系列 3</c:v>
                </c:pt>
              </c:strCache>
            </c:strRef>
          </c:tx>
          <c:spPr>
            <a:ln w="28575" cap="rnd">
              <a:solidFill>
                <a:schemeClr val="accent2">
                  <a:lumMod val="75000"/>
                </a:schemeClr>
              </a:solidFill>
              <a:round/>
            </a:ln>
            <a:effectLst/>
          </c:spPr>
          <c:marker>
            <c:symbol val="none"/>
          </c:marker>
          <c:cat>
            <c:strRef>
              <c:f>Sheet1!$A$2:$A$5</c:f>
              <c:strCache>
                <c:ptCount val="4"/>
                <c:pt idx="0">
                  <c:v>类别1</c:v>
                </c:pt>
                <c:pt idx="1">
                  <c:v>类别2</c:v>
                </c:pt>
                <c:pt idx="2">
                  <c:v>类别3</c:v>
                </c:pt>
                <c:pt idx="3">
                  <c:v>类别4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2C1B-4EA4-9A72-91AD3FDD2AE5}"/>
            </c:ext>
          </c:extLst>
        </c:ser>
        <c:dLbls>
          <c:showLegendKey val="0"/>
          <c:showVal val="0"/>
          <c:showCatName val="0"/>
          <c:showSerName val="0"/>
          <c:showPercent val="0"/>
          <c:showBubbleSize val="0"/>
        </c:dLbls>
        <c:smooth val="0"/>
        <c:axId val="756254823"/>
        <c:axId val="336161168"/>
      </c:lineChart>
      <c:catAx>
        <c:axId val="756254823"/>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1400" b="0" i="0" u="none" strike="noStrike" kern="1200" baseline="0">
                <a:solidFill>
                  <a:schemeClr val="tx1">
                    <a:lumMod val="65000"/>
                    <a:lumOff val="35000"/>
                  </a:schemeClr>
                </a:solidFill>
                <a:latin typeface="汉仪许静行楷简" panose="00020600040101010101" charset="-122"/>
                <a:ea typeface="汉仪许静行楷简" panose="00020600040101010101" charset="-122"/>
                <a:cs typeface="汉仪许静行楷简" panose="00020600040101010101" charset="-122"/>
                <a:sym typeface="汉仪许静行楷简" panose="00020600040101010101" charset="-122"/>
              </a:defRPr>
            </a:pPr>
            <a:endParaRPr lang="zh-CN"/>
          </a:p>
        </c:txPr>
        <c:crossAx val="336161168"/>
        <c:crosses val="autoZero"/>
        <c:auto val="1"/>
        <c:lblAlgn val="ctr"/>
        <c:lblOffset val="100"/>
        <c:noMultiLvlLbl val="0"/>
      </c:catAx>
      <c:valAx>
        <c:axId val="336161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756254823"/>
        <c:crosses val="autoZero"/>
        <c:crossBetween val="between"/>
      </c:valAx>
      <c:spPr>
        <a:noFill/>
        <a:ln>
          <a:noFill/>
        </a:ln>
        <a:effectLst/>
      </c:spPr>
    </c:plotArea>
    <c:legend>
      <c:legendPos val="b"/>
      <c:legendEntry>
        <c:idx val="0"/>
        <c:txPr>
          <a:bodyPr rot="0" spcFirstLastPara="0" vertOverflow="ellipsis" vert="horz" wrap="square" anchor="ctr" anchorCtr="1"/>
          <a:lstStyle/>
          <a:p>
            <a:pPr>
              <a:defRPr lang="zh-CN" sz="1200" b="0" i="0" u="none" strike="noStrike" kern="1200" baseline="0">
                <a:solidFill>
                  <a:schemeClr val="tx1">
                    <a:lumMod val="65000"/>
                    <a:lumOff val="35000"/>
                  </a:schemeClr>
                </a:solidFill>
                <a:latin typeface="汉仪许静行楷简" panose="00020600040101010101" charset="-122"/>
                <a:ea typeface="汉仪许静行楷简" panose="00020600040101010101" charset="-122"/>
                <a:cs typeface="汉仪许静行楷简" panose="00020600040101010101" charset="-122"/>
                <a:sym typeface="汉仪许静行楷简" panose="00020600040101010101" charset="-122"/>
              </a:defRPr>
            </a:pPr>
            <a:endParaRPr lang="zh-CN"/>
          </a:p>
        </c:txPr>
      </c:legendEntry>
      <c:legendEntry>
        <c:idx val="1"/>
        <c:txPr>
          <a:bodyPr rot="0" spcFirstLastPara="0" vertOverflow="ellipsis" vert="horz" wrap="square" anchor="ctr" anchorCtr="1"/>
          <a:lstStyle/>
          <a:p>
            <a:pPr>
              <a:defRPr lang="zh-CN" sz="1200" b="0" i="0" u="none" strike="noStrike" kern="1200" baseline="0">
                <a:solidFill>
                  <a:schemeClr val="tx1">
                    <a:lumMod val="65000"/>
                    <a:lumOff val="35000"/>
                  </a:schemeClr>
                </a:solidFill>
                <a:latin typeface="汉仪许静行楷简" panose="00020600040101010101" charset="-122"/>
                <a:ea typeface="汉仪许静行楷简" panose="00020600040101010101" charset="-122"/>
                <a:cs typeface="汉仪许静行楷简" panose="00020600040101010101" charset="-122"/>
                <a:sym typeface="汉仪许静行楷简" panose="00020600040101010101" charset="-122"/>
              </a:defRPr>
            </a:pPr>
            <a:endParaRPr lang="zh-CN"/>
          </a:p>
        </c:txPr>
      </c:legendEntry>
      <c:legendEntry>
        <c:idx val="2"/>
        <c:txPr>
          <a:bodyPr rot="0" spcFirstLastPara="0" vertOverflow="ellipsis" vert="horz" wrap="square" anchor="ctr" anchorCtr="1"/>
          <a:lstStyle/>
          <a:p>
            <a:pPr>
              <a:defRPr lang="zh-CN" sz="1200" b="0" i="0" u="none" strike="noStrike" kern="1200" baseline="0">
                <a:solidFill>
                  <a:schemeClr val="tx1">
                    <a:lumMod val="65000"/>
                    <a:lumOff val="35000"/>
                  </a:schemeClr>
                </a:solidFill>
                <a:latin typeface="汉仪许静行楷简" panose="00020600040101010101" charset="-122"/>
                <a:ea typeface="汉仪许静行楷简" panose="00020600040101010101" charset="-122"/>
                <a:cs typeface="汉仪许静行楷简" panose="00020600040101010101" charset="-122"/>
                <a:sym typeface="汉仪许静行楷简" panose="00020600040101010101" charset="-122"/>
              </a:defRPr>
            </a:pPr>
            <a:endParaRPr lang="zh-CN"/>
          </a:p>
        </c:txPr>
      </c:legendEntry>
      <c:layout/>
      <c:overlay val="0"/>
      <c:spPr>
        <a:noFill/>
        <a:ln>
          <a:noFill/>
        </a:ln>
        <a:effectLst/>
      </c:spPr>
      <c:txPr>
        <a:bodyPr rot="0" spcFirstLastPara="0" vertOverflow="ellipsis" vert="horz" wrap="square" anchor="ctr" anchorCtr="1"/>
        <a:lstStyle/>
        <a:p>
          <a:pPr>
            <a:defRPr lang="zh-CN" sz="1200" b="0" i="0" u="none" strike="noStrike" kern="1200" baseline="0">
              <a:solidFill>
                <a:schemeClr val="tx1">
                  <a:lumMod val="65000"/>
                  <a:lumOff val="35000"/>
                </a:schemeClr>
              </a:solidFill>
              <a:latin typeface="汉仪许静行楷简" panose="00020600040101010101" charset="-122"/>
              <a:ea typeface="汉仪许静行楷简" panose="00020600040101010101" charset="-122"/>
              <a:cs typeface="汉仪许静行楷简" panose="00020600040101010101" charset="-122"/>
              <a:sym typeface="汉仪许静行楷简" panose="00020600040101010101" charset="-122"/>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2024/3/1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汉仪许静行楷简" panose="0002060004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汉仪许静行楷简" panose="00020600040101010101" charset="-122"/>
              </a:defRPr>
            </a:lvl1pPr>
          </a:lstStyle>
          <a:p>
            <a:fld id="{D2A48B96-639E-45A3-A0BA-2464DFDB1FAA}" type="datetimeFigureOut">
              <a:rPr lang="zh-CN" altLang="en-US" smtClean="0"/>
              <a:t>2024/3/1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汉仪许静行楷简" panose="0002060004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汉仪许静行楷简" panose="00020600040101010101"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汉仪许静行楷简" panose="00020600040101010101" charset="-122"/>
        <a:ea typeface="+mn-ea"/>
        <a:cs typeface="+mn-cs"/>
      </a:defRPr>
    </a:lvl1pPr>
    <a:lvl2pPr marL="457200" algn="l" defTabSz="914400" rtl="0" eaLnBrk="1" latinLnBrk="0" hangingPunct="1">
      <a:defRPr sz="1200" kern="1200">
        <a:solidFill>
          <a:schemeClr val="tx1"/>
        </a:solidFill>
        <a:latin typeface="汉仪许静行楷简" panose="00020600040101010101" charset="-122"/>
        <a:ea typeface="+mn-ea"/>
        <a:cs typeface="+mn-cs"/>
      </a:defRPr>
    </a:lvl2pPr>
    <a:lvl3pPr marL="914400" algn="l" defTabSz="914400" rtl="0" eaLnBrk="1" latinLnBrk="0" hangingPunct="1">
      <a:defRPr sz="1200" kern="1200">
        <a:solidFill>
          <a:schemeClr val="tx1"/>
        </a:solidFill>
        <a:latin typeface="汉仪许静行楷简" panose="00020600040101010101" charset="-122"/>
        <a:ea typeface="+mn-ea"/>
        <a:cs typeface="+mn-cs"/>
      </a:defRPr>
    </a:lvl3pPr>
    <a:lvl4pPr marL="1371600" algn="l" defTabSz="914400" rtl="0" eaLnBrk="1" latinLnBrk="0" hangingPunct="1">
      <a:defRPr sz="1200" kern="1200">
        <a:solidFill>
          <a:schemeClr val="tx1"/>
        </a:solidFill>
        <a:latin typeface="汉仪许静行楷简" panose="00020600040101010101" charset="-122"/>
        <a:ea typeface="+mn-ea"/>
        <a:cs typeface="+mn-cs"/>
      </a:defRPr>
    </a:lvl4pPr>
    <a:lvl5pPr marL="1828800" algn="l" defTabSz="914400" rtl="0" eaLnBrk="1" latinLnBrk="0" hangingPunct="1">
      <a:defRPr sz="1200" kern="1200">
        <a:solidFill>
          <a:schemeClr val="tx1"/>
        </a:solidFill>
        <a:latin typeface="汉仪许静行楷简" panose="00020600040101010101" charset="-122"/>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2410935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2963032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3/1/2024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3/1/2024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汉仪许静行楷简" panose="00020600040101010101" charset="-122"/>
              </a:defRPr>
            </a:lvl1pPr>
          </a:lstStyle>
          <a:p>
            <a:fld id="{1D8BD707-D9CF-40AE-B4C6-C98DA3205C09}" type="datetimeFigureOut">
              <a:rPr lang="en-US" smtClean="0"/>
              <a:t>3/1/2024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汉仪许静行楷简" panose="00020600040101010101" charset="-122"/>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汉仪许静行楷简" panose="00020600040101010101" charset="-122"/>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汉仪许静行楷简" panose="00020600040101010101" charset="-122"/>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汉仪许静行楷简" panose="00020600040101010101" charset="-122"/>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汉仪许静行楷简" panose="00020600040101010101" charset="-122"/>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汉仪许静行楷简" panose="00020600040101010101" charset="-122"/>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汉仪许静行楷简" panose="00020600040101010101" charset="-122"/>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汉仪许静行楷简" panose="00020600040101010101" charset="-122"/>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5.png"/><Relationship Id="rId12"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1.png"/><Relationship Id="rId10" Type="http://schemas.openxmlformats.org/officeDocument/2006/relationships/image" Target="../media/image8.png"/><Relationship Id="rId4" Type="http://schemas.openxmlformats.org/officeDocument/2006/relationships/image" Target="../media/image1.svg"/><Relationship Id="rId9" Type="http://schemas.openxmlformats.org/officeDocument/2006/relationships/image" Target="../media/image7.png"/><Relationship Id="rId1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jpe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25.jpe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2.png"/><Relationship Id="rId7" Type="http://schemas.openxmlformats.org/officeDocument/2006/relationships/chart" Target="../charts/chart2.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chart" Target="../charts/chart1.xml"/><Relationship Id="rId5" Type="http://schemas.openxmlformats.org/officeDocument/2006/relationships/image" Target="../media/image6.sv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27.jpeg"/><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28.png"/><Relationship Id="rId7" Type="http://schemas.openxmlformats.org/officeDocument/2006/relationships/image" Target="../media/image30.png"/><Relationship Id="rId12"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6.svg"/><Relationship Id="rId10" Type="http://schemas.openxmlformats.org/officeDocument/2006/relationships/image" Target="../media/image33.png"/><Relationship Id="rId4" Type="http://schemas.openxmlformats.org/officeDocument/2006/relationships/image" Target="../media/image22.png"/><Relationship Id="rId9" Type="http://schemas.openxmlformats.org/officeDocument/2006/relationships/image" Target="../media/image32.jpe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41.jpeg"/><Relationship Id="rId4" Type="http://schemas.openxmlformats.org/officeDocument/2006/relationships/image" Target="../media/image6.svg"/></Relationships>
</file>

<file path=ppt/slides/_rels/slide16.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2.svg"/><Relationship Id="rId18" Type="http://schemas.openxmlformats.org/officeDocument/2006/relationships/image" Target="../media/image8.svg"/><Relationship Id="rId3" Type="http://schemas.openxmlformats.org/officeDocument/2006/relationships/image" Target="../media/image1.jpeg"/><Relationship Id="rId7" Type="http://schemas.openxmlformats.org/officeDocument/2006/relationships/image" Target="../media/image43.png"/><Relationship Id="rId12" Type="http://schemas.openxmlformats.org/officeDocument/2006/relationships/image" Target="../media/image9.png"/><Relationship Id="rId17" Type="http://schemas.openxmlformats.org/officeDocument/2006/relationships/image" Target="../media/image47.png"/><Relationship Id="rId2" Type="http://schemas.openxmlformats.org/officeDocument/2006/relationships/notesSlide" Target="../notesSlides/notesSlide2.xml"/><Relationship Id="rId16" Type="http://schemas.openxmlformats.org/officeDocument/2006/relationships/image" Target="../media/image6.png"/><Relationship Id="rId20"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42.png"/><Relationship Id="rId11" Type="http://schemas.openxmlformats.org/officeDocument/2006/relationships/image" Target="../media/image46.png"/><Relationship Id="rId5" Type="http://schemas.openxmlformats.org/officeDocument/2006/relationships/image" Target="../media/image1.svg"/><Relationship Id="rId15" Type="http://schemas.openxmlformats.org/officeDocument/2006/relationships/image" Target="../media/image3.svg"/><Relationship Id="rId10" Type="http://schemas.openxmlformats.org/officeDocument/2006/relationships/image" Target="../media/image45.png"/><Relationship Id="rId19" Type="http://schemas.openxmlformats.org/officeDocument/2006/relationships/image" Target="../media/image48.png"/><Relationship Id="rId4" Type="http://schemas.openxmlformats.org/officeDocument/2006/relationships/image" Target="../media/image2.png"/><Relationship Id="rId9" Type="http://schemas.openxmlformats.org/officeDocument/2006/relationships/image" Target="../media/image5.png"/><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2184" b="-72184"/>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A12B2A"/>
            </a:solidFill>
          </p:spPr>
        </p:sp>
        <p:sp>
          <p:nvSpPr>
            <p:cNvPr id="5" name="TextBox 5"/>
            <p:cNvSpPr txBox="1"/>
            <p:nvPr/>
          </p:nvSpPr>
          <p:spPr>
            <a:xfrm>
              <a:off x="0" y="-47625"/>
              <a:ext cx="4816593" cy="2756958"/>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6" name="Group 6"/>
          <p:cNvGrpSpPr/>
          <p:nvPr/>
        </p:nvGrpSpPr>
        <p:grpSpPr>
          <a:xfrm>
            <a:off x="-334323" y="0"/>
            <a:ext cx="18956646" cy="7759456"/>
            <a:chOff x="0" y="0"/>
            <a:chExt cx="25275528" cy="10345941"/>
          </a:xfrm>
        </p:grpSpPr>
        <p:sp>
          <p:nvSpPr>
            <p:cNvPr id="7" name="Freeform 7"/>
            <p:cNvSpPr/>
            <p:nvPr/>
          </p:nvSpPr>
          <p:spPr>
            <a:xfrm>
              <a:off x="0" y="0"/>
              <a:ext cx="6318882" cy="10345941"/>
            </a:xfrm>
            <a:custGeom>
              <a:avLst/>
              <a:gdLst/>
              <a:ahLst/>
              <a:cxnLst/>
              <a:rect l="l" t="t" r="r" b="b"/>
              <a:pathLst>
                <a:path w="6318882" h="10345941">
                  <a:moveTo>
                    <a:pt x="0" y="0"/>
                  </a:moveTo>
                  <a:lnTo>
                    <a:pt x="6318882" y="0"/>
                  </a:lnTo>
                  <a:lnTo>
                    <a:pt x="6318882" y="10345941"/>
                  </a:lnTo>
                  <a:lnTo>
                    <a:pt x="0" y="10345941"/>
                  </a:lnTo>
                  <a:lnTo>
                    <a:pt x="0" y="0"/>
                  </a:lnTo>
                  <a:close/>
                </a:path>
              </a:pathLst>
            </a:custGeom>
            <a:blipFill>
              <a:blip r:embed="rId3">
                <a:alphaModFix amt="10999"/>
                <a:extLst>
                  <a:ext uri="{96DAC541-7B7A-43D3-8B79-37D633B846F1}">
                    <asvg:svgBlip xmlns="" xmlns:asvg="http://schemas.microsoft.com/office/drawing/2016/SVG/main" r:embed="rId4"/>
                  </a:ext>
                </a:extLst>
              </a:blip>
              <a:stretch>
                <a:fillRect l="-39444" t="-5830" r="-40762" b="-4232"/>
              </a:stretch>
            </a:blipFill>
          </p:spPr>
        </p:sp>
        <p:sp>
          <p:nvSpPr>
            <p:cNvPr id="8" name="Freeform 8"/>
            <p:cNvSpPr/>
            <p:nvPr/>
          </p:nvSpPr>
          <p:spPr>
            <a:xfrm flipH="1">
              <a:off x="6318882" y="0"/>
              <a:ext cx="6318882" cy="10345941"/>
            </a:xfrm>
            <a:custGeom>
              <a:avLst/>
              <a:gdLst/>
              <a:ahLst/>
              <a:cxnLst/>
              <a:rect l="l" t="t" r="r" b="b"/>
              <a:pathLst>
                <a:path w="6318882" h="10345941">
                  <a:moveTo>
                    <a:pt x="6318882" y="0"/>
                  </a:moveTo>
                  <a:lnTo>
                    <a:pt x="0" y="0"/>
                  </a:lnTo>
                  <a:lnTo>
                    <a:pt x="0" y="10345941"/>
                  </a:lnTo>
                  <a:lnTo>
                    <a:pt x="6318882" y="10345941"/>
                  </a:lnTo>
                  <a:lnTo>
                    <a:pt x="6318882" y="0"/>
                  </a:lnTo>
                  <a:close/>
                </a:path>
              </a:pathLst>
            </a:custGeom>
            <a:blipFill>
              <a:blip r:embed="rId3">
                <a:alphaModFix amt="10999"/>
                <a:extLst>
                  <a:ext uri="{96DAC541-7B7A-43D3-8B79-37D633B846F1}">
                    <asvg:svgBlip xmlns="" xmlns:asvg="http://schemas.microsoft.com/office/drawing/2016/SVG/main" r:embed="rId4"/>
                  </a:ext>
                </a:extLst>
              </a:blip>
              <a:stretch>
                <a:fillRect l="-39444" t="-5830" r="-40762" b="-4232"/>
              </a:stretch>
            </a:blipFill>
          </p:spPr>
        </p:sp>
        <p:sp>
          <p:nvSpPr>
            <p:cNvPr id="9" name="Freeform 9"/>
            <p:cNvSpPr/>
            <p:nvPr/>
          </p:nvSpPr>
          <p:spPr>
            <a:xfrm>
              <a:off x="12637764" y="0"/>
              <a:ext cx="6318882" cy="10345941"/>
            </a:xfrm>
            <a:custGeom>
              <a:avLst/>
              <a:gdLst/>
              <a:ahLst/>
              <a:cxnLst/>
              <a:rect l="l" t="t" r="r" b="b"/>
              <a:pathLst>
                <a:path w="6318882" h="10345941">
                  <a:moveTo>
                    <a:pt x="0" y="0"/>
                  </a:moveTo>
                  <a:lnTo>
                    <a:pt x="6318882" y="0"/>
                  </a:lnTo>
                  <a:lnTo>
                    <a:pt x="6318882" y="10345941"/>
                  </a:lnTo>
                  <a:lnTo>
                    <a:pt x="0" y="10345941"/>
                  </a:lnTo>
                  <a:lnTo>
                    <a:pt x="0" y="0"/>
                  </a:lnTo>
                  <a:close/>
                </a:path>
              </a:pathLst>
            </a:custGeom>
            <a:blipFill>
              <a:blip r:embed="rId3">
                <a:alphaModFix amt="10999"/>
                <a:extLst>
                  <a:ext uri="{96DAC541-7B7A-43D3-8B79-37D633B846F1}">
                    <asvg:svgBlip xmlns="" xmlns:asvg="http://schemas.microsoft.com/office/drawing/2016/SVG/main" r:embed="rId4"/>
                  </a:ext>
                </a:extLst>
              </a:blip>
              <a:stretch>
                <a:fillRect l="-39444" t="-5830" r="-40762" b="-4232"/>
              </a:stretch>
            </a:blipFill>
          </p:spPr>
        </p:sp>
        <p:sp>
          <p:nvSpPr>
            <p:cNvPr id="10" name="Freeform 10"/>
            <p:cNvSpPr/>
            <p:nvPr/>
          </p:nvSpPr>
          <p:spPr>
            <a:xfrm flipH="1">
              <a:off x="18956646" y="0"/>
              <a:ext cx="6318882" cy="10345941"/>
            </a:xfrm>
            <a:custGeom>
              <a:avLst/>
              <a:gdLst/>
              <a:ahLst/>
              <a:cxnLst/>
              <a:rect l="l" t="t" r="r" b="b"/>
              <a:pathLst>
                <a:path w="6318882" h="10345941">
                  <a:moveTo>
                    <a:pt x="6318882" y="0"/>
                  </a:moveTo>
                  <a:lnTo>
                    <a:pt x="0" y="0"/>
                  </a:lnTo>
                  <a:lnTo>
                    <a:pt x="0" y="10345941"/>
                  </a:lnTo>
                  <a:lnTo>
                    <a:pt x="6318882" y="10345941"/>
                  </a:lnTo>
                  <a:lnTo>
                    <a:pt x="6318882" y="0"/>
                  </a:lnTo>
                  <a:close/>
                </a:path>
              </a:pathLst>
            </a:custGeom>
            <a:blipFill>
              <a:blip r:embed="rId3">
                <a:alphaModFix amt="10999"/>
                <a:extLst>
                  <a:ext uri="{96DAC541-7B7A-43D3-8B79-37D633B846F1}">
                    <asvg:svgBlip xmlns="" xmlns:asvg="http://schemas.microsoft.com/office/drawing/2016/SVG/main" r:embed="rId4"/>
                  </a:ext>
                </a:extLst>
              </a:blip>
              <a:stretch>
                <a:fillRect l="-39444" t="-5830" r="-40762" b="-4232"/>
              </a:stretch>
            </a:blipFill>
          </p:spPr>
        </p:sp>
      </p:grpSp>
      <p:sp>
        <p:nvSpPr>
          <p:cNvPr id="11" name="Freeform 11"/>
          <p:cNvSpPr/>
          <p:nvPr/>
        </p:nvSpPr>
        <p:spPr>
          <a:xfrm flipH="1">
            <a:off x="0" y="5338297"/>
            <a:ext cx="3299604" cy="3728790"/>
          </a:xfrm>
          <a:custGeom>
            <a:avLst/>
            <a:gdLst/>
            <a:ahLst/>
            <a:cxnLst/>
            <a:rect l="l" t="t" r="r" b="b"/>
            <a:pathLst>
              <a:path w="3299604" h="3728790">
                <a:moveTo>
                  <a:pt x="3299604" y="0"/>
                </a:moveTo>
                <a:lnTo>
                  <a:pt x="0" y="0"/>
                </a:lnTo>
                <a:lnTo>
                  <a:pt x="0" y="3728790"/>
                </a:lnTo>
                <a:lnTo>
                  <a:pt x="3299604" y="3728790"/>
                </a:lnTo>
                <a:lnTo>
                  <a:pt x="3299604" y="0"/>
                </a:lnTo>
                <a:close/>
              </a:path>
            </a:pathLst>
          </a:custGeom>
          <a:blipFill>
            <a:blip r:embed="rId5"/>
            <a:stretch>
              <a:fillRect r="-148823"/>
            </a:stretch>
          </a:blipFill>
          <a:ln cap="sq">
            <a:noFill/>
            <a:prstDash val="solid"/>
            <a:miter/>
          </a:ln>
        </p:spPr>
      </p:sp>
      <p:sp>
        <p:nvSpPr>
          <p:cNvPr id="12" name="Freeform 12"/>
          <p:cNvSpPr/>
          <p:nvPr/>
        </p:nvSpPr>
        <p:spPr>
          <a:xfrm flipH="1">
            <a:off x="14396763" y="5529510"/>
            <a:ext cx="3891237" cy="3728790"/>
          </a:xfrm>
          <a:custGeom>
            <a:avLst/>
            <a:gdLst/>
            <a:ahLst/>
            <a:cxnLst/>
            <a:rect l="l" t="t" r="r" b="b"/>
            <a:pathLst>
              <a:path w="3891237" h="3728790">
                <a:moveTo>
                  <a:pt x="3891237" y="0"/>
                </a:moveTo>
                <a:lnTo>
                  <a:pt x="0" y="0"/>
                </a:lnTo>
                <a:lnTo>
                  <a:pt x="0" y="3728790"/>
                </a:lnTo>
                <a:lnTo>
                  <a:pt x="3891237" y="3728790"/>
                </a:lnTo>
                <a:lnTo>
                  <a:pt x="3891237" y="0"/>
                </a:lnTo>
                <a:close/>
              </a:path>
            </a:pathLst>
          </a:custGeom>
          <a:blipFill>
            <a:blip r:embed="rId5"/>
            <a:stretch>
              <a:fillRect l="-110991"/>
            </a:stretch>
          </a:blipFill>
          <a:ln cap="sq">
            <a:noFill/>
            <a:prstDash val="solid"/>
            <a:miter/>
          </a:ln>
        </p:spPr>
      </p:sp>
      <p:sp>
        <p:nvSpPr>
          <p:cNvPr id="13" name="Freeform 13"/>
          <p:cNvSpPr/>
          <p:nvPr/>
        </p:nvSpPr>
        <p:spPr>
          <a:xfrm flipH="1">
            <a:off x="-84725" y="6383875"/>
            <a:ext cx="2912972" cy="1609417"/>
          </a:xfrm>
          <a:custGeom>
            <a:avLst/>
            <a:gdLst/>
            <a:ahLst/>
            <a:cxnLst/>
            <a:rect l="l" t="t" r="r" b="b"/>
            <a:pathLst>
              <a:path w="2912972" h="1609417">
                <a:moveTo>
                  <a:pt x="2912972" y="0"/>
                </a:moveTo>
                <a:lnTo>
                  <a:pt x="0" y="0"/>
                </a:lnTo>
                <a:lnTo>
                  <a:pt x="0" y="1609417"/>
                </a:lnTo>
                <a:lnTo>
                  <a:pt x="2912972" y="1609417"/>
                </a:lnTo>
                <a:lnTo>
                  <a:pt x="2912972" y="0"/>
                </a:lnTo>
                <a:close/>
              </a:path>
            </a:pathLst>
          </a:custGeom>
          <a:blipFill>
            <a:blip r:embed="rId6"/>
            <a:stretch>
              <a:fillRect/>
            </a:stretch>
          </a:blipFill>
        </p:spPr>
      </p:sp>
      <p:sp>
        <p:nvSpPr>
          <p:cNvPr id="14" name="Freeform 14"/>
          <p:cNvSpPr/>
          <p:nvPr/>
        </p:nvSpPr>
        <p:spPr>
          <a:xfrm flipH="1">
            <a:off x="2116792" y="5053467"/>
            <a:ext cx="4345445" cy="2400859"/>
          </a:xfrm>
          <a:custGeom>
            <a:avLst/>
            <a:gdLst/>
            <a:ahLst/>
            <a:cxnLst/>
            <a:rect l="l" t="t" r="r" b="b"/>
            <a:pathLst>
              <a:path w="4345445" h="2400859">
                <a:moveTo>
                  <a:pt x="4345446" y="0"/>
                </a:moveTo>
                <a:lnTo>
                  <a:pt x="0" y="0"/>
                </a:lnTo>
                <a:lnTo>
                  <a:pt x="0" y="2400859"/>
                </a:lnTo>
                <a:lnTo>
                  <a:pt x="4345446" y="2400859"/>
                </a:lnTo>
                <a:lnTo>
                  <a:pt x="4345446" y="0"/>
                </a:lnTo>
                <a:close/>
              </a:path>
            </a:pathLst>
          </a:custGeom>
          <a:blipFill>
            <a:blip r:embed="rId6"/>
            <a:stretch>
              <a:fillRect/>
            </a:stretch>
          </a:blipFill>
        </p:spPr>
      </p:sp>
      <p:sp>
        <p:nvSpPr>
          <p:cNvPr id="15" name="Freeform 15"/>
          <p:cNvSpPr/>
          <p:nvPr/>
        </p:nvSpPr>
        <p:spPr>
          <a:xfrm>
            <a:off x="12587117" y="6021348"/>
            <a:ext cx="4310839" cy="2381738"/>
          </a:xfrm>
          <a:custGeom>
            <a:avLst/>
            <a:gdLst/>
            <a:ahLst/>
            <a:cxnLst/>
            <a:rect l="l" t="t" r="r" b="b"/>
            <a:pathLst>
              <a:path w="4310839" h="2381738">
                <a:moveTo>
                  <a:pt x="0" y="0"/>
                </a:moveTo>
                <a:lnTo>
                  <a:pt x="4310838" y="0"/>
                </a:lnTo>
                <a:lnTo>
                  <a:pt x="4310838" y="2381738"/>
                </a:lnTo>
                <a:lnTo>
                  <a:pt x="0" y="2381738"/>
                </a:lnTo>
                <a:lnTo>
                  <a:pt x="0" y="0"/>
                </a:lnTo>
                <a:close/>
              </a:path>
            </a:pathLst>
          </a:custGeom>
          <a:blipFill>
            <a:blip r:embed="rId6"/>
            <a:stretch>
              <a:fillRect/>
            </a:stretch>
          </a:blipFill>
        </p:spPr>
      </p:sp>
      <p:sp>
        <p:nvSpPr>
          <p:cNvPr id="16" name="Freeform 16"/>
          <p:cNvSpPr/>
          <p:nvPr/>
        </p:nvSpPr>
        <p:spPr>
          <a:xfrm>
            <a:off x="236512" y="6253897"/>
            <a:ext cx="17571978" cy="4033103"/>
          </a:xfrm>
          <a:custGeom>
            <a:avLst/>
            <a:gdLst/>
            <a:ahLst/>
            <a:cxnLst/>
            <a:rect l="l" t="t" r="r" b="b"/>
            <a:pathLst>
              <a:path w="17571978" h="4033103">
                <a:moveTo>
                  <a:pt x="0" y="0"/>
                </a:moveTo>
                <a:lnTo>
                  <a:pt x="17571978" y="0"/>
                </a:lnTo>
                <a:lnTo>
                  <a:pt x="17571978" y="4033103"/>
                </a:lnTo>
                <a:lnTo>
                  <a:pt x="0" y="4033103"/>
                </a:lnTo>
                <a:lnTo>
                  <a:pt x="0" y="0"/>
                </a:lnTo>
                <a:close/>
              </a:path>
            </a:pathLst>
          </a:custGeom>
          <a:blipFill>
            <a:blip r:embed="rId7"/>
            <a:stretch>
              <a:fillRect l="-1547" t="-93430" r="-2527" b="-56384"/>
            </a:stretch>
          </a:blipFill>
        </p:spPr>
      </p:sp>
      <p:sp>
        <p:nvSpPr>
          <p:cNvPr id="17" name="Freeform 17"/>
          <p:cNvSpPr/>
          <p:nvPr/>
        </p:nvSpPr>
        <p:spPr>
          <a:xfrm>
            <a:off x="15425745" y="5239716"/>
            <a:ext cx="2382745" cy="667332"/>
          </a:xfrm>
          <a:custGeom>
            <a:avLst/>
            <a:gdLst/>
            <a:ahLst/>
            <a:cxnLst/>
            <a:rect l="l" t="t" r="r" b="b"/>
            <a:pathLst>
              <a:path w="2382745" h="667332">
                <a:moveTo>
                  <a:pt x="0" y="0"/>
                </a:moveTo>
                <a:lnTo>
                  <a:pt x="2382745" y="0"/>
                </a:lnTo>
                <a:lnTo>
                  <a:pt x="2382745" y="667332"/>
                </a:lnTo>
                <a:lnTo>
                  <a:pt x="0" y="667332"/>
                </a:lnTo>
                <a:lnTo>
                  <a:pt x="0" y="0"/>
                </a:lnTo>
                <a:close/>
              </a:path>
            </a:pathLst>
          </a:custGeom>
          <a:blipFill>
            <a:blip r:embed="rId8"/>
            <a:stretch>
              <a:fillRect/>
            </a:stretch>
          </a:blipFill>
        </p:spPr>
      </p:sp>
      <p:sp>
        <p:nvSpPr>
          <p:cNvPr id="18" name="Freeform 18"/>
          <p:cNvSpPr/>
          <p:nvPr/>
        </p:nvSpPr>
        <p:spPr>
          <a:xfrm>
            <a:off x="0" y="6650966"/>
            <a:ext cx="3606596" cy="3636034"/>
          </a:xfrm>
          <a:custGeom>
            <a:avLst/>
            <a:gdLst/>
            <a:ahLst/>
            <a:cxnLst/>
            <a:rect l="l" t="t" r="r" b="b"/>
            <a:pathLst>
              <a:path w="3606596" h="3636034">
                <a:moveTo>
                  <a:pt x="0" y="0"/>
                </a:moveTo>
                <a:lnTo>
                  <a:pt x="3606596" y="0"/>
                </a:lnTo>
                <a:lnTo>
                  <a:pt x="3606596" y="3636034"/>
                </a:lnTo>
                <a:lnTo>
                  <a:pt x="0" y="3636034"/>
                </a:lnTo>
                <a:lnTo>
                  <a:pt x="0" y="0"/>
                </a:lnTo>
                <a:close/>
              </a:path>
            </a:pathLst>
          </a:custGeom>
          <a:blipFill>
            <a:blip r:embed="rId5"/>
            <a:stretch>
              <a:fillRect l="-137617" r="-9974" b="-11537"/>
            </a:stretch>
          </a:blipFill>
          <a:ln cap="sq">
            <a:noFill/>
            <a:prstDash val="solid"/>
            <a:miter/>
          </a:ln>
        </p:spPr>
      </p:sp>
      <p:sp>
        <p:nvSpPr>
          <p:cNvPr id="19" name="Freeform 19"/>
          <p:cNvSpPr/>
          <p:nvPr/>
        </p:nvSpPr>
        <p:spPr>
          <a:xfrm flipH="1">
            <a:off x="0" y="8162812"/>
            <a:ext cx="5367824" cy="2124188"/>
          </a:xfrm>
          <a:custGeom>
            <a:avLst/>
            <a:gdLst/>
            <a:ahLst/>
            <a:cxnLst/>
            <a:rect l="l" t="t" r="r" b="b"/>
            <a:pathLst>
              <a:path w="5367824" h="2124188">
                <a:moveTo>
                  <a:pt x="5367824" y="0"/>
                </a:moveTo>
                <a:lnTo>
                  <a:pt x="0" y="0"/>
                </a:lnTo>
                <a:lnTo>
                  <a:pt x="0" y="2124188"/>
                </a:lnTo>
                <a:lnTo>
                  <a:pt x="5367824" y="2124188"/>
                </a:lnTo>
                <a:lnTo>
                  <a:pt x="5367824" y="0"/>
                </a:lnTo>
                <a:close/>
              </a:path>
            </a:pathLst>
          </a:custGeom>
          <a:blipFill>
            <a:blip r:embed="rId9">
              <a:alphaModFix amt="93000"/>
            </a:blip>
            <a:stretch>
              <a:fillRect r="-10706" b="-28220"/>
            </a:stretch>
          </a:blipFill>
        </p:spPr>
      </p:sp>
      <p:sp>
        <p:nvSpPr>
          <p:cNvPr id="20" name="Freeform 20"/>
          <p:cNvSpPr/>
          <p:nvPr/>
        </p:nvSpPr>
        <p:spPr>
          <a:xfrm flipH="1">
            <a:off x="13002640" y="8002010"/>
            <a:ext cx="5285360" cy="2284990"/>
          </a:xfrm>
          <a:custGeom>
            <a:avLst/>
            <a:gdLst/>
            <a:ahLst/>
            <a:cxnLst/>
            <a:rect l="l" t="t" r="r" b="b"/>
            <a:pathLst>
              <a:path w="5285360" h="2284990">
                <a:moveTo>
                  <a:pt x="5285360" y="0"/>
                </a:moveTo>
                <a:lnTo>
                  <a:pt x="0" y="0"/>
                </a:lnTo>
                <a:lnTo>
                  <a:pt x="0" y="2284990"/>
                </a:lnTo>
                <a:lnTo>
                  <a:pt x="5285360" y="2284990"/>
                </a:lnTo>
                <a:lnTo>
                  <a:pt x="5285360" y="0"/>
                </a:lnTo>
                <a:close/>
              </a:path>
            </a:pathLst>
          </a:custGeom>
          <a:blipFill>
            <a:blip r:embed="rId5"/>
            <a:stretch>
              <a:fillRect l="-23229" b="-29455"/>
            </a:stretch>
          </a:blipFill>
        </p:spPr>
      </p:sp>
      <p:sp>
        <p:nvSpPr>
          <p:cNvPr id="21" name="Freeform 21"/>
          <p:cNvSpPr/>
          <p:nvPr/>
        </p:nvSpPr>
        <p:spPr>
          <a:xfrm>
            <a:off x="13474233" y="8181970"/>
            <a:ext cx="4813767" cy="2105030"/>
          </a:xfrm>
          <a:custGeom>
            <a:avLst/>
            <a:gdLst/>
            <a:ahLst/>
            <a:cxnLst/>
            <a:rect l="l" t="t" r="r" b="b"/>
            <a:pathLst>
              <a:path w="4813767" h="2105030">
                <a:moveTo>
                  <a:pt x="0" y="0"/>
                </a:moveTo>
                <a:lnTo>
                  <a:pt x="4813767" y="0"/>
                </a:lnTo>
                <a:lnTo>
                  <a:pt x="4813767" y="2105030"/>
                </a:lnTo>
                <a:lnTo>
                  <a:pt x="0" y="2105030"/>
                </a:lnTo>
                <a:lnTo>
                  <a:pt x="0" y="0"/>
                </a:lnTo>
                <a:close/>
              </a:path>
            </a:pathLst>
          </a:custGeom>
          <a:blipFill>
            <a:blip r:embed="rId9"/>
            <a:stretch>
              <a:fillRect r="-14319" b="-19928"/>
            </a:stretch>
          </a:blipFill>
        </p:spPr>
      </p:sp>
      <p:sp>
        <p:nvSpPr>
          <p:cNvPr id="22" name="Freeform 22"/>
          <p:cNvSpPr/>
          <p:nvPr/>
        </p:nvSpPr>
        <p:spPr>
          <a:xfrm>
            <a:off x="1422429" y="492448"/>
            <a:ext cx="4406433" cy="6091843"/>
          </a:xfrm>
          <a:custGeom>
            <a:avLst/>
            <a:gdLst/>
            <a:ahLst/>
            <a:cxnLst/>
            <a:rect l="l" t="t" r="r" b="b"/>
            <a:pathLst>
              <a:path w="4406433" h="6091843">
                <a:moveTo>
                  <a:pt x="0" y="0"/>
                </a:moveTo>
                <a:lnTo>
                  <a:pt x="4406434" y="0"/>
                </a:lnTo>
                <a:lnTo>
                  <a:pt x="4406434" y="6091843"/>
                </a:lnTo>
                <a:lnTo>
                  <a:pt x="0" y="6091843"/>
                </a:lnTo>
                <a:lnTo>
                  <a:pt x="0" y="0"/>
                </a:lnTo>
                <a:close/>
              </a:path>
            </a:pathLst>
          </a:custGeom>
          <a:blipFill>
            <a:blip r:embed="rId10"/>
            <a:stretch>
              <a:fillRect/>
            </a:stretch>
          </a:blipFill>
        </p:spPr>
      </p:sp>
      <p:grpSp>
        <p:nvGrpSpPr>
          <p:cNvPr id="23" name="Group 23"/>
          <p:cNvGrpSpPr/>
          <p:nvPr/>
        </p:nvGrpSpPr>
        <p:grpSpPr>
          <a:xfrm>
            <a:off x="6913906" y="4461105"/>
            <a:ext cx="3868555" cy="1523909"/>
            <a:chOff x="0" y="0"/>
            <a:chExt cx="5158074" cy="2031879"/>
          </a:xfrm>
        </p:grpSpPr>
        <p:sp>
          <p:nvSpPr>
            <p:cNvPr id="24" name="Freeform 24"/>
            <p:cNvSpPr/>
            <p:nvPr/>
          </p:nvSpPr>
          <p:spPr>
            <a:xfrm>
              <a:off x="163301" y="1322524"/>
              <a:ext cx="610101" cy="610101"/>
            </a:xfrm>
            <a:custGeom>
              <a:avLst/>
              <a:gdLst/>
              <a:ahLst/>
              <a:cxnLst/>
              <a:rect l="l" t="t" r="r" b="b"/>
              <a:pathLst>
                <a:path w="610101" h="610101">
                  <a:moveTo>
                    <a:pt x="0" y="0"/>
                  </a:moveTo>
                  <a:lnTo>
                    <a:pt x="610101" y="0"/>
                  </a:lnTo>
                  <a:lnTo>
                    <a:pt x="610101" y="610101"/>
                  </a:lnTo>
                  <a:lnTo>
                    <a:pt x="0" y="610101"/>
                  </a:lnTo>
                  <a:lnTo>
                    <a:pt x="0" y="0"/>
                  </a:lnTo>
                  <a:close/>
                </a:path>
              </a:pathLst>
            </a:custGeom>
            <a:blipFill>
              <a:blip r:embed="rId11">
                <a:extLst>
                  <a:ext uri="{96DAC541-7B7A-43D3-8B79-37D633B846F1}">
                    <asvg:svgBlip xmlns="" xmlns:asvg="http://schemas.microsoft.com/office/drawing/2016/SVG/main" r:embed="rId12"/>
                  </a:ext>
                </a:extLst>
              </a:blip>
              <a:stretch>
                <a:fillRect/>
              </a:stretch>
            </a:blipFill>
          </p:spPr>
        </p:sp>
        <p:sp>
          <p:nvSpPr>
            <p:cNvPr id="25" name="Freeform 25"/>
            <p:cNvSpPr/>
            <p:nvPr/>
          </p:nvSpPr>
          <p:spPr>
            <a:xfrm>
              <a:off x="0" y="248958"/>
              <a:ext cx="911303" cy="552477"/>
            </a:xfrm>
            <a:custGeom>
              <a:avLst/>
              <a:gdLst/>
              <a:ahLst/>
              <a:cxnLst/>
              <a:rect l="l" t="t" r="r" b="b"/>
              <a:pathLst>
                <a:path w="911303" h="552477">
                  <a:moveTo>
                    <a:pt x="0" y="0"/>
                  </a:moveTo>
                  <a:lnTo>
                    <a:pt x="911303" y="0"/>
                  </a:lnTo>
                  <a:lnTo>
                    <a:pt x="911303" y="552478"/>
                  </a:lnTo>
                  <a:lnTo>
                    <a:pt x="0" y="552478"/>
                  </a:lnTo>
                  <a:lnTo>
                    <a:pt x="0" y="0"/>
                  </a:lnTo>
                  <a:close/>
                </a:path>
              </a:pathLst>
            </a:custGeom>
            <a:blipFill>
              <a:blip r:embed="rId13">
                <a:extLst>
                  <a:ext uri="{96DAC541-7B7A-43D3-8B79-37D633B846F1}">
                    <asvg:svgBlip xmlns="" xmlns:asvg="http://schemas.microsoft.com/office/drawing/2016/SVG/main" r:embed="rId14"/>
                  </a:ext>
                </a:extLst>
              </a:blip>
              <a:stretch>
                <a:fillRect/>
              </a:stretch>
            </a:blipFill>
          </p:spPr>
        </p:sp>
        <p:sp>
          <p:nvSpPr>
            <p:cNvPr id="26" name="TextBox 26"/>
            <p:cNvSpPr txBox="1"/>
            <p:nvPr/>
          </p:nvSpPr>
          <p:spPr>
            <a:xfrm>
              <a:off x="998453" y="-95250"/>
              <a:ext cx="3437928" cy="1062990"/>
            </a:xfrm>
            <a:prstGeom prst="rect">
              <a:avLst/>
            </a:prstGeom>
          </p:spPr>
          <p:txBody>
            <a:bodyPr lIns="0" tIns="0" rIns="0" bIns="0" rtlCol="0" anchor="t">
              <a:spAutoFit/>
            </a:bodyPr>
            <a:lstStyle/>
            <a:p>
              <a:pPr algn="ctr">
                <a:lnSpc>
                  <a:spcPts val="6720"/>
                </a:lnSpc>
              </a:pPr>
              <a:r>
                <a:rPr lang="en-US" sz="4800" dirty="0" err="1">
                  <a:solidFill>
                    <a:srgbClr val="FCF7EE"/>
                  </a:solidFill>
                  <a:latin typeface="汉仪许静行楷简" panose="00020600040101010101" charset="-122"/>
                  <a:ea typeface="HYXuJingXingKai" panose="00020600040101010101"/>
                </a:rPr>
                <a:t>汇报人</a:t>
              </a:r>
              <a:r>
                <a:rPr lang="en-US" sz="4800" dirty="0">
                  <a:solidFill>
                    <a:srgbClr val="FCF7EE"/>
                  </a:solidFill>
                  <a:latin typeface="汉仪许静行楷简" panose="00020600040101010101" charset="-122"/>
                  <a:ea typeface="HYXuJingXingKai" panose="00020600040101010101"/>
                </a:rPr>
                <a:t>：</a:t>
              </a:r>
            </a:p>
          </p:txBody>
        </p:sp>
        <p:sp>
          <p:nvSpPr>
            <p:cNvPr id="27" name="TextBox 27"/>
            <p:cNvSpPr txBox="1"/>
            <p:nvPr/>
          </p:nvSpPr>
          <p:spPr>
            <a:xfrm>
              <a:off x="998453" y="968889"/>
              <a:ext cx="4159621" cy="1062990"/>
            </a:xfrm>
            <a:prstGeom prst="rect">
              <a:avLst/>
            </a:prstGeom>
          </p:spPr>
          <p:txBody>
            <a:bodyPr lIns="0" tIns="0" rIns="0" bIns="0" rtlCol="0" anchor="t">
              <a:spAutoFit/>
            </a:bodyPr>
            <a:lstStyle/>
            <a:p>
              <a:pPr algn="ctr">
                <a:lnSpc>
                  <a:spcPts val="6720"/>
                </a:lnSpc>
              </a:pPr>
              <a:r>
                <a:rPr lang="en-US" sz="4800">
                  <a:solidFill>
                    <a:srgbClr val="FCF7EE"/>
                  </a:solidFill>
                  <a:latin typeface="汉仪许静行楷简" panose="00020600040101010101" charset="-122"/>
                  <a:ea typeface="HYXuJingXingKai" panose="00020600040101010101"/>
                </a:rPr>
                <a:t>汇报时间：</a:t>
              </a:r>
            </a:p>
          </p:txBody>
        </p:sp>
      </p:grpSp>
      <p:sp>
        <p:nvSpPr>
          <p:cNvPr id="28" name="TextBox 28"/>
          <p:cNvSpPr txBox="1"/>
          <p:nvPr/>
        </p:nvSpPr>
        <p:spPr>
          <a:xfrm>
            <a:off x="6218396" y="1884303"/>
            <a:ext cx="10920115" cy="2077492"/>
          </a:xfrm>
          <a:prstGeom prst="rect">
            <a:avLst/>
          </a:prstGeom>
        </p:spPr>
        <p:txBody>
          <a:bodyPr lIns="0" tIns="0" rIns="0" bIns="0" rtlCol="0" anchor="t">
            <a:spAutoFit/>
          </a:bodyPr>
          <a:lstStyle/>
          <a:p>
            <a:pPr algn="ctr">
              <a:lnSpc>
                <a:spcPts val="16150"/>
              </a:lnSpc>
            </a:pPr>
            <a:r>
              <a:rPr lang="zh-CN" altLang="en-US" sz="17000" dirty="0" smtClean="0">
                <a:solidFill>
                  <a:srgbClr val="FCF7EE"/>
                </a:solidFill>
                <a:latin typeface="汉仪许静行楷简" panose="00020600040101010101" pitchFamily="18" charset="-122"/>
                <a:ea typeface="汉仪许静行楷简" panose="00020600040101010101" pitchFamily="18" charset="-122"/>
              </a:rPr>
              <a:t>求是传承</a:t>
            </a:r>
            <a:r>
              <a:rPr lang="en-US" sz="17000" dirty="0" smtClean="0">
                <a:solidFill>
                  <a:srgbClr val="FCF7EE"/>
                </a:solidFill>
                <a:latin typeface="汉仪许静行楷简" panose="00020600040101010101" pitchFamily="18" charset="-122"/>
                <a:ea typeface="汉仪许静行楷简" panose="00020600040101010101" pitchFamily="18" charset="-122"/>
              </a:rPr>
              <a:t>风</a:t>
            </a:r>
            <a:endParaRPr lang="en-US" sz="17000" dirty="0">
              <a:solidFill>
                <a:srgbClr val="FCF7EE"/>
              </a:solidFill>
              <a:latin typeface="汉仪许静行楷简" panose="00020600040101010101" pitchFamily="18" charset="-122"/>
              <a:ea typeface="汉仪许静行楷简" panose="00020600040101010101" pitchFamily="18" charset="-122"/>
            </a:endParaRPr>
          </a:p>
        </p:txBody>
      </p:sp>
      <p:sp>
        <p:nvSpPr>
          <p:cNvPr id="29" name="Freeform 29"/>
          <p:cNvSpPr/>
          <p:nvPr/>
        </p:nvSpPr>
        <p:spPr>
          <a:xfrm>
            <a:off x="5270865" y="1028700"/>
            <a:ext cx="2382745" cy="667332"/>
          </a:xfrm>
          <a:custGeom>
            <a:avLst/>
            <a:gdLst/>
            <a:ahLst/>
            <a:cxnLst/>
            <a:rect l="l" t="t" r="r" b="b"/>
            <a:pathLst>
              <a:path w="2382745" h="667332">
                <a:moveTo>
                  <a:pt x="0" y="0"/>
                </a:moveTo>
                <a:lnTo>
                  <a:pt x="2382745" y="0"/>
                </a:lnTo>
                <a:lnTo>
                  <a:pt x="2382745" y="667332"/>
                </a:lnTo>
                <a:lnTo>
                  <a:pt x="0" y="667332"/>
                </a:lnTo>
                <a:lnTo>
                  <a:pt x="0" y="0"/>
                </a:lnTo>
                <a:close/>
              </a:path>
            </a:pathLst>
          </a:custGeom>
          <a:blipFill>
            <a:blip r:embed="rId8"/>
            <a:stretch>
              <a:fillRect/>
            </a:stretch>
          </a:blipFill>
        </p:spPr>
      </p:sp>
      <p:pic>
        <p:nvPicPr>
          <p:cNvPr id="31" name="图片 30"/>
          <p:cNvPicPr>
            <a:picLocks noChangeAspect="1"/>
          </p:cNvPicPr>
          <p:nvPr/>
        </p:nvPicPr>
        <p:blipFill rotWithShape="1">
          <a:blip r:embed="rId15">
            <a:extLst>
              <a:ext uri="{28A0092B-C50C-407E-A947-70E740481C1C}">
                <a14:useLocalDpi xmlns:a14="http://schemas.microsoft.com/office/drawing/2010/main" val="0"/>
              </a:ext>
            </a:extLst>
          </a:blip>
          <a:srcRect t="11484" r="7268" b="58112"/>
          <a:stretch/>
        </p:blipFill>
        <p:spPr>
          <a:xfrm>
            <a:off x="14033899" y="216805"/>
            <a:ext cx="4415785" cy="14478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7EE"/>
        </a:solidFill>
        <a:effectLst/>
      </p:bgPr>
    </p:bg>
    <p:spTree>
      <p:nvGrpSpPr>
        <p:cNvPr id="1" name=""/>
        <p:cNvGrpSpPr/>
        <p:nvPr/>
      </p:nvGrpSpPr>
      <p:grpSpPr>
        <a:xfrm>
          <a:off x="0" y="0"/>
          <a:ext cx="0" cy="0"/>
          <a:chOff x="0" y="0"/>
          <a:chExt cx="0" cy="0"/>
        </a:xfrm>
      </p:grpSpPr>
      <p:grpSp>
        <p:nvGrpSpPr>
          <p:cNvPr id="2" name="Group 2"/>
          <p:cNvGrpSpPr/>
          <p:nvPr/>
        </p:nvGrpSpPr>
        <p:grpSpPr>
          <a:xfrm>
            <a:off x="0" y="-21462"/>
            <a:ext cx="5434912" cy="10308462"/>
            <a:chOff x="0" y="0"/>
            <a:chExt cx="1431417" cy="2714986"/>
          </a:xfrm>
        </p:grpSpPr>
        <p:sp>
          <p:nvSpPr>
            <p:cNvPr id="3" name="Freeform 3"/>
            <p:cNvSpPr/>
            <p:nvPr/>
          </p:nvSpPr>
          <p:spPr>
            <a:xfrm>
              <a:off x="0" y="0"/>
              <a:ext cx="1431417" cy="2714986"/>
            </a:xfrm>
            <a:custGeom>
              <a:avLst/>
              <a:gdLst/>
              <a:ahLst/>
              <a:cxnLst/>
              <a:rect l="l" t="t" r="r" b="b"/>
              <a:pathLst>
                <a:path w="1431417" h="2714986">
                  <a:moveTo>
                    <a:pt x="0" y="0"/>
                  </a:moveTo>
                  <a:lnTo>
                    <a:pt x="1431417" y="0"/>
                  </a:lnTo>
                  <a:lnTo>
                    <a:pt x="1431417" y="2714986"/>
                  </a:lnTo>
                  <a:lnTo>
                    <a:pt x="0" y="2714986"/>
                  </a:lnTo>
                  <a:close/>
                </a:path>
              </a:pathLst>
            </a:custGeom>
            <a:solidFill>
              <a:srgbClr val="A12B2A"/>
            </a:solidFill>
          </p:spPr>
        </p:sp>
        <p:sp>
          <p:nvSpPr>
            <p:cNvPr id="4" name="TextBox 4"/>
            <p:cNvSpPr txBox="1"/>
            <p:nvPr/>
          </p:nvSpPr>
          <p:spPr>
            <a:xfrm>
              <a:off x="0" y="-47625"/>
              <a:ext cx="1431417" cy="2762611"/>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5" name="Group 5"/>
          <p:cNvGrpSpPr/>
          <p:nvPr/>
        </p:nvGrpSpPr>
        <p:grpSpPr>
          <a:xfrm>
            <a:off x="7907277" y="1772923"/>
            <a:ext cx="8362888" cy="7485377"/>
            <a:chOff x="0" y="0"/>
            <a:chExt cx="11150516" cy="9980503"/>
          </a:xfrm>
        </p:grpSpPr>
        <p:grpSp>
          <p:nvGrpSpPr>
            <p:cNvPr id="6" name="Group 6"/>
            <p:cNvGrpSpPr/>
            <p:nvPr/>
          </p:nvGrpSpPr>
          <p:grpSpPr>
            <a:xfrm>
              <a:off x="1028581" y="0"/>
              <a:ext cx="10121935" cy="2057161"/>
              <a:chOff x="0" y="0"/>
              <a:chExt cx="2232993" cy="453829"/>
            </a:xfrm>
          </p:grpSpPr>
          <p:sp>
            <p:nvSpPr>
              <p:cNvPr id="7" name="Freeform 7"/>
              <p:cNvSpPr/>
              <p:nvPr/>
            </p:nvSpPr>
            <p:spPr>
              <a:xfrm>
                <a:off x="0" y="0"/>
                <a:ext cx="2232993" cy="453829"/>
              </a:xfrm>
              <a:custGeom>
                <a:avLst/>
                <a:gdLst/>
                <a:ahLst/>
                <a:cxnLst/>
                <a:rect l="l" t="t" r="r" b="b"/>
                <a:pathLst>
                  <a:path w="2232993" h="453829">
                    <a:moveTo>
                      <a:pt x="0" y="0"/>
                    </a:moveTo>
                    <a:lnTo>
                      <a:pt x="2232993" y="0"/>
                    </a:lnTo>
                    <a:lnTo>
                      <a:pt x="2232993" y="453829"/>
                    </a:lnTo>
                    <a:lnTo>
                      <a:pt x="0" y="453829"/>
                    </a:lnTo>
                    <a:close/>
                  </a:path>
                </a:pathLst>
              </a:custGeom>
              <a:solidFill>
                <a:srgbClr val="FFFFFF">
                  <a:alpha val="40784"/>
                </a:srgbClr>
              </a:solidFill>
              <a:ln w="38100" cap="sq">
                <a:solidFill>
                  <a:srgbClr val="A12B2A">
                    <a:alpha val="40784"/>
                  </a:srgbClr>
                </a:solidFill>
                <a:prstDash val="solid"/>
                <a:miter/>
              </a:ln>
            </p:spPr>
          </p:sp>
          <p:sp>
            <p:nvSpPr>
              <p:cNvPr id="8" name="TextBox 8"/>
              <p:cNvSpPr txBox="1"/>
              <p:nvPr/>
            </p:nvSpPr>
            <p:spPr>
              <a:xfrm>
                <a:off x="0" y="-28575"/>
                <a:ext cx="2232993" cy="482404"/>
              </a:xfrm>
              <a:prstGeom prst="rect">
                <a:avLst/>
              </a:prstGeom>
            </p:spPr>
            <p:txBody>
              <a:bodyPr lIns="45486" tIns="45486" rIns="45486" bIns="45486" rtlCol="0" anchor="ctr"/>
              <a:lstStyle/>
              <a:p>
                <a:pPr algn="ctr">
                  <a:lnSpc>
                    <a:spcPts val="2660"/>
                  </a:lnSpc>
                  <a:spcBef>
                    <a:spcPct val="0"/>
                  </a:spcBef>
                </a:pPr>
                <a:endParaRPr>
                  <a:latin typeface="汉仪许静行楷简" panose="00020600040101010101" charset="-122"/>
                </a:endParaRPr>
              </a:p>
            </p:txBody>
          </p:sp>
        </p:grpSp>
        <p:grpSp>
          <p:nvGrpSpPr>
            <p:cNvPr id="9" name="Group 9"/>
            <p:cNvGrpSpPr/>
            <p:nvPr/>
          </p:nvGrpSpPr>
          <p:grpSpPr>
            <a:xfrm>
              <a:off x="7620" y="0"/>
              <a:ext cx="2057161" cy="2057161"/>
              <a:chOff x="50806" y="0"/>
              <a:chExt cx="13716000" cy="13716000"/>
            </a:xfrm>
          </p:grpSpPr>
          <p:sp>
            <p:nvSpPr>
              <p:cNvPr id="10" name="Freeform 10"/>
              <p:cNvSpPr/>
              <p:nvPr/>
            </p:nvSpPr>
            <p:spPr>
              <a:xfrm>
                <a:off x="50806" y="0"/>
                <a:ext cx="13716000" cy="13716000"/>
              </a:xfrm>
              <a:custGeom>
                <a:avLst/>
                <a:gdLst/>
                <a:ahLst/>
                <a:cxnLst/>
                <a:rect l="l" t="t" r="r" b="b"/>
                <a:pathLst>
                  <a:path w="13716000" h="13716000">
                    <a:moveTo>
                      <a:pt x="13716000" y="6858000"/>
                    </a:moveTo>
                    <a:cubicBezTo>
                      <a:pt x="13716000" y="4966885"/>
                      <a:pt x="12195997" y="3431050"/>
                      <a:pt x="10311096" y="3404904"/>
                    </a:cubicBezTo>
                    <a:cubicBezTo>
                      <a:pt x="10284951" y="1520002"/>
                      <a:pt x="8749115" y="0"/>
                      <a:pt x="6858000" y="0"/>
                    </a:cubicBezTo>
                    <a:cubicBezTo>
                      <a:pt x="4966885" y="0"/>
                      <a:pt x="3431050" y="1520002"/>
                      <a:pt x="3404904" y="3404904"/>
                    </a:cubicBezTo>
                    <a:cubicBezTo>
                      <a:pt x="1520003" y="3431050"/>
                      <a:pt x="0" y="4966885"/>
                      <a:pt x="0" y="6858000"/>
                    </a:cubicBezTo>
                    <a:cubicBezTo>
                      <a:pt x="0" y="8749116"/>
                      <a:pt x="1520003" y="10284951"/>
                      <a:pt x="3404904" y="10311095"/>
                    </a:cubicBezTo>
                    <a:cubicBezTo>
                      <a:pt x="3431050" y="12195998"/>
                      <a:pt x="4966885" y="13716000"/>
                      <a:pt x="6858000" y="13716000"/>
                    </a:cubicBezTo>
                    <a:cubicBezTo>
                      <a:pt x="8749116" y="13716000"/>
                      <a:pt x="10284951" y="12195998"/>
                      <a:pt x="10311095" y="10311095"/>
                    </a:cubicBezTo>
                    <a:cubicBezTo>
                      <a:pt x="12195997" y="10284951"/>
                      <a:pt x="13716000" y="8749114"/>
                      <a:pt x="13716000" y="6858000"/>
                    </a:cubicBezTo>
                    <a:close/>
                  </a:path>
                </a:pathLst>
              </a:custGeom>
              <a:solidFill>
                <a:srgbClr val="876642"/>
              </a:solidFill>
              <a:ln w="12700">
                <a:noFill/>
              </a:ln>
            </p:spPr>
          </p:sp>
        </p:grpSp>
        <p:grpSp>
          <p:nvGrpSpPr>
            <p:cNvPr id="11" name="Group 11"/>
            <p:cNvGrpSpPr/>
            <p:nvPr/>
          </p:nvGrpSpPr>
          <p:grpSpPr>
            <a:xfrm>
              <a:off x="1028581" y="2641114"/>
              <a:ext cx="10121935" cy="2057161"/>
              <a:chOff x="0" y="0"/>
              <a:chExt cx="2232993" cy="453829"/>
            </a:xfrm>
          </p:grpSpPr>
          <p:sp>
            <p:nvSpPr>
              <p:cNvPr id="12" name="Freeform 12"/>
              <p:cNvSpPr/>
              <p:nvPr/>
            </p:nvSpPr>
            <p:spPr>
              <a:xfrm>
                <a:off x="0" y="0"/>
                <a:ext cx="2232993" cy="453829"/>
              </a:xfrm>
              <a:custGeom>
                <a:avLst/>
                <a:gdLst/>
                <a:ahLst/>
                <a:cxnLst/>
                <a:rect l="l" t="t" r="r" b="b"/>
                <a:pathLst>
                  <a:path w="2232993" h="453829">
                    <a:moveTo>
                      <a:pt x="0" y="0"/>
                    </a:moveTo>
                    <a:lnTo>
                      <a:pt x="2232993" y="0"/>
                    </a:lnTo>
                    <a:lnTo>
                      <a:pt x="2232993" y="453829"/>
                    </a:lnTo>
                    <a:lnTo>
                      <a:pt x="0" y="453829"/>
                    </a:lnTo>
                    <a:close/>
                  </a:path>
                </a:pathLst>
              </a:custGeom>
              <a:solidFill>
                <a:srgbClr val="FFFFFF">
                  <a:alpha val="40784"/>
                </a:srgbClr>
              </a:solidFill>
              <a:ln w="38100" cap="sq">
                <a:solidFill>
                  <a:srgbClr val="A12B2A">
                    <a:alpha val="40784"/>
                  </a:srgbClr>
                </a:solidFill>
                <a:prstDash val="solid"/>
                <a:miter/>
              </a:ln>
            </p:spPr>
          </p:sp>
          <p:sp>
            <p:nvSpPr>
              <p:cNvPr id="13" name="TextBox 13"/>
              <p:cNvSpPr txBox="1"/>
              <p:nvPr/>
            </p:nvSpPr>
            <p:spPr>
              <a:xfrm>
                <a:off x="0" y="-28575"/>
                <a:ext cx="2232993" cy="482404"/>
              </a:xfrm>
              <a:prstGeom prst="rect">
                <a:avLst/>
              </a:prstGeom>
            </p:spPr>
            <p:txBody>
              <a:bodyPr lIns="45486" tIns="45486" rIns="45486" bIns="45486" rtlCol="0" anchor="ctr"/>
              <a:lstStyle/>
              <a:p>
                <a:pPr algn="ctr">
                  <a:lnSpc>
                    <a:spcPts val="2660"/>
                  </a:lnSpc>
                  <a:spcBef>
                    <a:spcPct val="0"/>
                  </a:spcBef>
                </a:pPr>
                <a:endParaRPr>
                  <a:latin typeface="汉仪许静行楷简" panose="00020600040101010101" charset="-122"/>
                </a:endParaRPr>
              </a:p>
            </p:txBody>
          </p:sp>
        </p:grpSp>
        <p:grpSp>
          <p:nvGrpSpPr>
            <p:cNvPr id="14" name="Group 14"/>
            <p:cNvGrpSpPr/>
            <p:nvPr/>
          </p:nvGrpSpPr>
          <p:grpSpPr>
            <a:xfrm>
              <a:off x="0" y="2641114"/>
              <a:ext cx="2057161" cy="2057161"/>
              <a:chOff x="0" y="0"/>
              <a:chExt cx="13716000" cy="13716000"/>
            </a:xfrm>
          </p:grpSpPr>
          <p:sp>
            <p:nvSpPr>
              <p:cNvPr id="15" name="Freeform 15"/>
              <p:cNvSpPr/>
              <p:nvPr/>
            </p:nvSpPr>
            <p:spPr>
              <a:xfrm>
                <a:off x="0" y="0"/>
                <a:ext cx="13716000" cy="13716000"/>
              </a:xfrm>
              <a:custGeom>
                <a:avLst/>
                <a:gdLst/>
                <a:ahLst/>
                <a:cxnLst/>
                <a:rect l="l" t="t" r="r" b="b"/>
                <a:pathLst>
                  <a:path w="13716000" h="13716000">
                    <a:moveTo>
                      <a:pt x="13716000" y="6858000"/>
                    </a:moveTo>
                    <a:cubicBezTo>
                      <a:pt x="13716000" y="4966885"/>
                      <a:pt x="12195997" y="3431050"/>
                      <a:pt x="10311096" y="3404904"/>
                    </a:cubicBezTo>
                    <a:cubicBezTo>
                      <a:pt x="10284951" y="1520002"/>
                      <a:pt x="8749115" y="0"/>
                      <a:pt x="6858000" y="0"/>
                    </a:cubicBezTo>
                    <a:cubicBezTo>
                      <a:pt x="4966885" y="0"/>
                      <a:pt x="3431050" y="1520002"/>
                      <a:pt x="3404904" y="3404904"/>
                    </a:cubicBezTo>
                    <a:cubicBezTo>
                      <a:pt x="1520003" y="3431050"/>
                      <a:pt x="0" y="4966885"/>
                      <a:pt x="0" y="6858000"/>
                    </a:cubicBezTo>
                    <a:cubicBezTo>
                      <a:pt x="0" y="8749116"/>
                      <a:pt x="1520003" y="10284951"/>
                      <a:pt x="3404904" y="10311095"/>
                    </a:cubicBezTo>
                    <a:cubicBezTo>
                      <a:pt x="3431050" y="12195998"/>
                      <a:pt x="4966885" y="13716000"/>
                      <a:pt x="6858000" y="13716000"/>
                    </a:cubicBezTo>
                    <a:cubicBezTo>
                      <a:pt x="8749116" y="13716000"/>
                      <a:pt x="10284951" y="12195998"/>
                      <a:pt x="10311095" y="10311095"/>
                    </a:cubicBezTo>
                    <a:cubicBezTo>
                      <a:pt x="12195997" y="10284951"/>
                      <a:pt x="13716000" y="8749114"/>
                      <a:pt x="13716000" y="6858000"/>
                    </a:cubicBezTo>
                    <a:close/>
                  </a:path>
                </a:pathLst>
              </a:custGeom>
              <a:solidFill>
                <a:srgbClr val="876642"/>
              </a:solidFill>
              <a:ln w="12700">
                <a:noFill/>
              </a:ln>
            </p:spPr>
          </p:sp>
        </p:grpSp>
        <p:grpSp>
          <p:nvGrpSpPr>
            <p:cNvPr id="16" name="Group 16"/>
            <p:cNvGrpSpPr/>
            <p:nvPr/>
          </p:nvGrpSpPr>
          <p:grpSpPr>
            <a:xfrm>
              <a:off x="1028581" y="5282228"/>
              <a:ext cx="10121935" cy="2057161"/>
              <a:chOff x="0" y="0"/>
              <a:chExt cx="2232993" cy="453829"/>
            </a:xfrm>
          </p:grpSpPr>
          <p:sp>
            <p:nvSpPr>
              <p:cNvPr id="17" name="Freeform 17"/>
              <p:cNvSpPr/>
              <p:nvPr/>
            </p:nvSpPr>
            <p:spPr>
              <a:xfrm>
                <a:off x="0" y="0"/>
                <a:ext cx="2232993" cy="453829"/>
              </a:xfrm>
              <a:custGeom>
                <a:avLst/>
                <a:gdLst/>
                <a:ahLst/>
                <a:cxnLst/>
                <a:rect l="l" t="t" r="r" b="b"/>
                <a:pathLst>
                  <a:path w="2232993" h="453829">
                    <a:moveTo>
                      <a:pt x="0" y="0"/>
                    </a:moveTo>
                    <a:lnTo>
                      <a:pt x="2232993" y="0"/>
                    </a:lnTo>
                    <a:lnTo>
                      <a:pt x="2232993" y="453829"/>
                    </a:lnTo>
                    <a:lnTo>
                      <a:pt x="0" y="453829"/>
                    </a:lnTo>
                    <a:close/>
                  </a:path>
                </a:pathLst>
              </a:custGeom>
              <a:solidFill>
                <a:srgbClr val="FFFFFF">
                  <a:alpha val="40784"/>
                </a:srgbClr>
              </a:solidFill>
              <a:ln w="38100" cap="sq">
                <a:solidFill>
                  <a:srgbClr val="A12B2A">
                    <a:alpha val="40784"/>
                  </a:srgbClr>
                </a:solidFill>
                <a:prstDash val="solid"/>
                <a:miter/>
              </a:ln>
            </p:spPr>
          </p:sp>
          <p:sp>
            <p:nvSpPr>
              <p:cNvPr id="18" name="TextBox 18"/>
              <p:cNvSpPr txBox="1"/>
              <p:nvPr/>
            </p:nvSpPr>
            <p:spPr>
              <a:xfrm>
                <a:off x="0" y="-28575"/>
                <a:ext cx="2232993" cy="482404"/>
              </a:xfrm>
              <a:prstGeom prst="rect">
                <a:avLst/>
              </a:prstGeom>
            </p:spPr>
            <p:txBody>
              <a:bodyPr lIns="45486" tIns="45486" rIns="45486" bIns="45486" rtlCol="0" anchor="ctr"/>
              <a:lstStyle/>
              <a:p>
                <a:pPr algn="ctr">
                  <a:lnSpc>
                    <a:spcPts val="2660"/>
                  </a:lnSpc>
                  <a:spcBef>
                    <a:spcPct val="0"/>
                  </a:spcBef>
                </a:pPr>
                <a:endParaRPr>
                  <a:latin typeface="汉仪许静行楷简" panose="00020600040101010101" charset="-122"/>
                </a:endParaRPr>
              </a:p>
            </p:txBody>
          </p:sp>
        </p:grpSp>
        <p:grpSp>
          <p:nvGrpSpPr>
            <p:cNvPr id="19" name="Group 19"/>
            <p:cNvGrpSpPr/>
            <p:nvPr/>
          </p:nvGrpSpPr>
          <p:grpSpPr>
            <a:xfrm>
              <a:off x="0" y="5282228"/>
              <a:ext cx="2057161" cy="2057161"/>
              <a:chOff x="0" y="0"/>
              <a:chExt cx="13716000" cy="13716000"/>
            </a:xfrm>
          </p:grpSpPr>
          <p:sp>
            <p:nvSpPr>
              <p:cNvPr id="20" name="Freeform 20"/>
              <p:cNvSpPr/>
              <p:nvPr/>
            </p:nvSpPr>
            <p:spPr>
              <a:xfrm>
                <a:off x="0" y="0"/>
                <a:ext cx="13716000" cy="13716000"/>
              </a:xfrm>
              <a:custGeom>
                <a:avLst/>
                <a:gdLst/>
                <a:ahLst/>
                <a:cxnLst/>
                <a:rect l="l" t="t" r="r" b="b"/>
                <a:pathLst>
                  <a:path w="13716000" h="13716000">
                    <a:moveTo>
                      <a:pt x="13716000" y="6858000"/>
                    </a:moveTo>
                    <a:cubicBezTo>
                      <a:pt x="13716000" y="4966885"/>
                      <a:pt x="12195997" y="3431050"/>
                      <a:pt x="10311096" y="3404904"/>
                    </a:cubicBezTo>
                    <a:cubicBezTo>
                      <a:pt x="10284951" y="1520002"/>
                      <a:pt x="8749115" y="0"/>
                      <a:pt x="6858000" y="0"/>
                    </a:cubicBezTo>
                    <a:cubicBezTo>
                      <a:pt x="4966885" y="0"/>
                      <a:pt x="3431050" y="1520002"/>
                      <a:pt x="3404904" y="3404904"/>
                    </a:cubicBezTo>
                    <a:cubicBezTo>
                      <a:pt x="1520003" y="3431050"/>
                      <a:pt x="0" y="4966885"/>
                      <a:pt x="0" y="6858000"/>
                    </a:cubicBezTo>
                    <a:cubicBezTo>
                      <a:pt x="0" y="8749116"/>
                      <a:pt x="1520003" y="10284951"/>
                      <a:pt x="3404904" y="10311095"/>
                    </a:cubicBezTo>
                    <a:cubicBezTo>
                      <a:pt x="3431050" y="12195998"/>
                      <a:pt x="4966885" y="13716000"/>
                      <a:pt x="6858000" y="13716000"/>
                    </a:cubicBezTo>
                    <a:cubicBezTo>
                      <a:pt x="8749116" y="13716000"/>
                      <a:pt x="10284951" y="12195998"/>
                      <a:pt x="10311095" y="10311095"/>
                    </a:cubicBezTo>
                    <a:cubicBezTo>
                      <a:pt x="12195997" y="10284951"/>
                      <a:pt x="13716000" y="8749114"/>
                      <a:pt x="13716000" y="6858000"/>
                    </a:cubicBezTo>
                    <a:close/>
                  </a:path>
                </a:pathLst>
              </a:custGeom>
              <a:solidFill>
                <a:srgbClr val="876642"/>
              </a:solidFill>
              <a:ln w="12700">
                <a:noFill/>
              </a:ln>
            </p:spPr>
          </p:sp>
        </p:grpSp>
        <p:grpSp>
          <p:nvGrpSpPr>
            <p:cNvPr id="21" name="Group 21"/>
            <p:cNvGrpSpPr/>
            <p:nvPr/>
          </p:nvGrpSpPr>
          <p:grpSpPr>
            <a:xfrm>
              <a:off x="1028581" y="7923342"/>
              <a:ext cx="10121935" cy="2057161"/>
              <a:chOff x="0" y="0"/>
              <a:chExt cx="2232993" cy="453829"/>
            </a:xfrm>
          </p:grpSpPr>
          <p:sp>
            <p:nvSpPr>
              <p:cNvPr id="22" name="Freeform 22"/>
              <p:cNvSpPr/>
              <p:nvPr/>
            </p:nvSpPr>
            <p:spPr>
              <a:xfrm>
                <a:off x="0" y="0"/>
                <a:ext cx="2232993" cy="453829"/>
              </a:xfrm>
              <a:custGeom>
                <a:avLst/>
                <a:gdLst/>
                <a:ahLst/>
                <a:cxnLst/>
                <a:rect l="l" t="t" r="r" b="b"/>
                <a:pathLst>
                  <a:path w="2232993" h="453829">
                    <a:moveTo>
                      <a:pt x="0" y="0"/>
                    </a:moveTo>
                    <a:lnTo>
                      <a:pt x="2232993" y="0"/>
                    </a:lnTo>
                    <a:lnTo>
                      <a:pt x="2232993" y="453829"/>
                    </a:lnTo>
                    <a:lnTo>
                      <a:pt x="0" y="453829"/>
                    </a:lnTo>
                    <a:close/>
                  </a:path>
                </a:pathLst>
              </a:custGeom>
              <a:solidFill>
                <a:srgbClr val="FFFFFF">
                  <a:alpha val="40784"/>
                </a:srgbClr>
              </a:solidFill>
              <a:ln w="38100" cap="sq">
                <a:solidFill>
                  <a:srgbClr val="A12B2A">
                    <a:alpha val="40784"/>
                  </a:srgbClr>
                </a:solidFill>
                <a:prstDash val="solid"/>
                <a:miter/>
              </a:ln>
            </p:spPr>
          </p:sp>
          <p:sp>
            <p:nvSpPr>
              <p:cNvPr id="23" name="TextBox 23"/>
              <p:cNvSpPr txBox="1"/>
              <p:nvPr/>
            </p:nvSpPr>
            <p:spPr>
              <a:xfrm>
                <a:off x="0" y="-28575"/>
                <a:ext cx="2232993" cy="482404"/>
              </a:xfrm>
              <a:prstGeom prst="rect">
                <a:avLst/>
              </a:prstGeom>
            </p:spPr>
            <p:txBody>
              <a:bodyPr lIns="45486" tIns="45486" rIns="45486" bIns="45486" rtlCol="0" anchor="ctr"/>
              <a:lstStyle/>
              <a:p>
                <a:pPr algn="ctr">
                  <a:lnSpc>
                    <a:spcPts val="2660"/>
                  </a:lnSpc>
                  <a:spcBef>
                    <a:spcPct val="0"/>
                  </a:spcBef>
                </a:pPr>
                <a:endParaRPr>
                  <a:latin typeface="汉仪许静行楷简" panose="00020600040101010101" charset="-122"/>
                </a:endParaRPr>
              </a:p>
            </p:txBody>
          </p:sp>
        </p:grpSp>
        <p:grpSp>
          <p:nvGrpSpPr>
            <p:cNvPr id="24" name="Group 24"/>
            <p:cNvGrpSpPr/>
            <p:nvPr/>
          </p:nvGrpSpPr>
          <p:grpSpPr>
            <a:xfrm>
              <a:off x="0" y="7923342"/>
              <a:ext cx="2057161" cy="2057161"/>
              <a:chOff x="0" y="0"/>
              <a:chExt cx="13716000" cy="13716000"/>
            </a:xfrm>
          </p:grpSpPr>
          <p:sp>
            <p:nvSpPr>
              <p:cNvPr id="25" name="Freeform 25"/>
              <p:cNvSpPr/>
              <p:nvPr/>
            </p:nvSpPr>
            <p:spPr>
              <a:xfrm>
                <a:off x="0" y="0"/>
                <a:ext cx="13716000" cy="13716000"/>
              </a:xfrm>
              <a:custGeom>
                <a:avLst/>
                <a:gdLst/>
                <a:ahLst/>
                <a:cxnLst/>
                <a:rect l="l" t="t" r="r" b="b"/>
                <a:pathLst>
                  <a:path w="13716000" h="13716000">
                    <a:moveTo>
                      <a:pt x="13716000" y="6858000"/>
                    </a:moveTo>
                    <a:cubicBezTo>
                      <a:pt x="13716000" y="4966885"/>
                      <a:pt x="12195997" y="3431050"/>
                      <a:pt x="10311096" y="3404904"/>
                    </a:cubicBezTo>
                    <a:cubicBezTo>
                      <a:pt x="10284951" y="1520002"/>
                      <a:pt x="8749115" y="0"/>
                      <a:pt x="6858000" y="0"/>
                    </a:cubicBezTo>
                    <a:cubicBezTo>
                      <a:pt x="4966885" y="0"/>
                      <a:pt x="3431050" y="1520002"/>
                      <a:pt x="3404904" y="3404904"/>
                    </a:cubicBezTo>
                    <a:cubicBezTo>
                      <a:pt x="1520003" y="3431050"/>
                      <a:pt x="0" y="4966885"/>
                      <a:pt x="0" y="6858000"/>
                    </a:cubicBezTo>
                    <a:cubicBezTo>
                      <a:pt x="0" y="8749116"/>
                      <a:pt x="1520003" y="10284951"/>
                      <a:pt x="3404904" y="10311095"/>
                    </a:cubicBezTo>
                    <a:cubicBezTo>
                      <a:pt x="3431050" y="12195998"/>
                      <a:pt x="4966885" y="13716000"/>
                      <a:pt x="6858000" y="13716000"/>
                    </a:cubicBezTo>
                    <a:cubicBezTo>
                      <a:pt x="8749116" y="13716000"/>
                      <a:pt x="10284951" y="12195998"/>
                      <a:pt x="10311095" y="10311095"/>
                    </a:cubicBezTo>
                    <a:cubicBezTo>
                      <a:pt x="12195997" y="10284951"/>
                      <a:pt x="13716000" y="8749114"/>
                      <a:pt x="13716000" y="6858000"/>
                    </a:cubicBezTo>
                    <a:close/>
                  </a:path>
                </a:pathLst>
              </a:custGeom>
              <a:solidFill>
                <a:srgbClr val="876642"/>
              </a:solidFill>
              <a:ln w="12700">
                <a:noFill/>
              </a:ln>
            </p:spPr>
          </p:sp>
        </p:grpSp>
        <p:sp>
          <p:nvSpPr>
            <p:cNvPr id="26" name="TextBox 26"/>
            <p:cNvSpPr txBox="1"/>
            <p:nvPr/>
          </p:nvSpPr>
          <p:spPr>
            <a:xfrm>
              <a:off x="2457051" y="8433762"/>
              <a:ext cx="8489576" cy="1062990"/>
            </a:xfrm>
            <a:prstGeom prst="rect">
              <a:avLst/>
            </a:prstGeom>
          </p:spPr>
          <p:txBody>
            <a:bodyPr lIns="0" tIns="0" rIns="0" bIns="0" rtlCol="0" anchor="t">
              <a:spAutoFit/>
            </a:bodyPr>
            <a:lstStyle/>
            <a:p>
              <a:pPr marL="0" lvl="0" indent="0">
                <a:lnSpc>
                  <a:spcPts val="6720"/>
                </a:lnSpc>
                <a:spcBef>
                  <a:spcPct val="0"/>
                </a:spcBef>
              </a:pPr>
              <a:r>
                <a:rPr lang="en-US" sz="4800">
                  <a:solidFill>
                    <a:srgbClr val="22211E"/>
                  </a:solidFill>
                  <a:latin typeface="汉仪许静行楷简" panose="00020600040101010101" charset="-122"/>
                  <a:ea typeface="HYXuJingXingKai" panose="00020600040101010101"/>
                </a:rPr>
                <a:t>请输入标题</a:t>
              </a:r>
            </a:p>
          </p:txBody>
        </p:sp>
        <p:sp>
          <p:nvSpPr>
            <p:cNvPr id="27" name="TextBox 27"/>
            <p:cNvSpPr txBox="1"/>
            <p:nvPr/>
          </p:nvSpPr>
          <p:spPr>
            <a:xfrm>
              <a:off x="66610" y="501742"/>
              <a:ext cx="1997829" cy="1088602"/>
            </a:xfrm>
            <a:prstGeom prst="rect">
              <a:avLst/>
            </a:prstGeom>
          </p:spPr>
          <p:txBody>
            <a:bodyPr lIns="0" tIns="0" rIns="0" bIns="0" rtlCol="0" anchor="t">
              <a:spAutoFit/>
            </a:bodyPr>
            <a:lstStyle/>
            <a:p>
              <a:pPr algn="ctr">
                <a:lnSpc>
                  <a:spcPts val="6160"/>
                </a:lnSpc>
              </a:pPr>
              <a:r>
                <a:rPr lang="en-US" sz="5600">
                  <a:solidFill>
                    <a:srgbClr val="FFF8F0"/>
                  </a:solidFill>
                  <a:latin typeface="汉仪许静行楷简" panose="00020600040101010101" charset="-122"/>
                  <a:ea typeface="HYXuJingXingKai" panose="00020600040101010101"/>
                </a:rPr>
                <a:t>壹</a:t>
              </a:r>
            </a:p>
          </p:txBody>
        </p:sp>
        <p:sp>
          <p:nvSpPr>
            <p:cNvPr id="28" name="TextBox 28"/>
            <p:cNvSpPr txBox="1"/>
            <p:nvPr/>
          </p:nvSpPr>
          <p:spPr>
            <a:xfrm>
              <a:off x="2457051" y="449461"/>
              <a:ext cx="8489576" cy="1062990"/>
            </a:xfrm>
            <a:prstGeom prst="rect">
              <a:avLst/>
            </a:prstGeom>
          </p:spPr>
          <p:txBody>
            <a:bodyPr lIns="0" tIns="0" rIns="0" bIns="0" rtlCol="0" anchor="t">
              <a:spAutoFit/>
            </a:bodyPr>
            <a:lstStyle/>
            <a:p>
              <a:pPr marL="0" lvl="0" indent="0">
                <a:lnSpc>
                  <a:spcPts val="6720"/>
                </a:lnSpc>
                <a:spcBef>
                  <a:spcPct val="0"/>
                </a:spcBef>
              </a:pPr>
              <a:r>
                <a:rPr lang="en-US" sz="4800">
                  <a:solidFill>
                    <a:srgbClr val="22211E"/>
                  </a:solidFill>
                  <a:latin typeface="汉仪许静行楷简" panose="00020600040101010101" charset="-122"/>
                  <a:ea typeface="HYXuJingXingKai" panose="00020600040101010101"/>
                </a:rPr>
                <a:t>请输入标题</a:t>
              </a:r>
            </a:p>
          </p:txBody>
        </p:sp>
        <p:sp>
          <p:nvSpPr>
            <p:cNvPr id="29" name="TextBox 29"/>
            <p:cNvSpPr txBox="1"/>
            <p:nvPr/>
          </p:nvSpPr>
          <p:spPr>
            <a:xfrm>
              <a:off x="66610" y="3142856"/>
              <a:ext cx="1997829" cy="1088602"/>
            </a:xfrm>
            <a:prstGeom prst="rect">
              <a:avLst/>
            </a:prstGeom>
          </p:spPr>
          <p:txBody>
            <a:bodyPr lIns="0" tIns="0" rIns="0" bIns="0" rtlCol="0" anchor="t">
              <a:spAutoFit/>
            </a:bodyPr>
            <a:lstStyle/>
            <a:p>
              <a:pPr algn="ctr">
                <a:lnSpc>
                  <a:spcPts val="6160"/>
                </a:lnSpc>
              </a:pPr>
              <a:r>
                <a:rPr lang="en-US" sz="5600">
                  <a:solidFill>
                    <a:srgbClr val="FFF8F0"/>
                  </a:solidFill>
                  <a:latin typeface="汉仪许静行楷简" panose="00020600040101010101" charset="-122"/>
                  <a:ea typeface="HYXuJingXingKai" panose="00020600040101010101"/>
                </a:rPr>
                <a:t>贰</a:t>
              </a:r>
            </a:p>
          </p:txBody>
        </p:sp>
        <p:sp>
          <p:nvSpPr>
            <p:cNvPr id="30" name="TextBox 30"/>
            <p:cNvSpPr txBox="1"/>
            <p:nvPr/>
          </p:nvSpPr>
          <p:spPr>
            <a:xfrm>
              <a:off x="2457051" y="3151535"/>
              <a:ext cx="8489576" cy="1062990"/>
            </a:xfrm>
            <a:prstGeom prst="rect">
              <a:avLst/>
            </a:prstGeom>
          </p:spPr>
          <p:txBody>
            <a:bodyPr lIns="0" tIns="0" rIns="0" bIns="0" rtlCol="0" anchor="t">
              <a:spAutoFit/>
            </a:bodyPr>
            <a:lstStyle/>
            <a:p>
              <a:pPr marL="0" lvl="0" indent="0">
                <a:lnSpc>
                  <a:spcPts val="6720"/>
                </a:lnSpc>
                <a:spcBef>
                  <a:spcPct val="0"/>
                </a:spcBef>
              </a:pPr>
              <a:r>
                <a:rPr lang="en-US" sz="4800">
                  <a:solidFill>
                    <a:srgbClr val="22211E"/>
                  </a:solidFill>
                  <a:latin typeface="汉仪许静行楷简" panose="00020600040101010101" charset="-122"/>
                  <a:ea typeface="HYXuJingXingKai" panose="00020600040101010101"/>
                </a:rPr>
                <a:t>请输入标题</a:t>
              </a:r>
            </a:p>
          </p:txBody>
        </p:sp>
        <p:sp>
          <p:nvSpPr>
            <p:cNvPr id="31" name="TextBox 31"/>
            <p:cNvSpPr txBox="1"/>
            <p:nvPr/>
          </p:nvSpPr>
          <p:spPr>
            <a:xfrm>
              <a:off x="66610" y="5783970"/>
              <a:ext cx="1997829" cy="1088602"/>
            </a:xfrm>
            <a:prstGeom prst="rect">
              <a:avLst/>
            </a:prstGeom>
          </p:spPr>
          <p:txBody>
            <a:bodyPr lIns="0" tIns="0" rIns="0" bIns="0" rtlCol="0" anchor="t">
              <a:spAutoFit/>
            </a:bodyPr>
            <a:lstStyle/>
            <a:p>
              <a:pPr algn="ctr">
                <a:lnSpc>
                  <a:spcPts val="6160"/>
                </a:lnSpc>
              </a:pPr>
              <a:r>
                <a:rPr lang="en-US" sz="5600">
                  <a:solidFill>
                    <a:srgbClr val="FFF8F0"/>
                  </a:solidFill>
                  <a:latin typeface="汉仪许静行楷简" panose="00020600040101010101" charset="-122"/>
                  <a:ea typeface="HYXuJingXingKai" panose="00020600040101010101"/>
                </a:rPr>
                <a:t>叁</a:t>
              </a:r>
            </a:p>
          </p:txBody>
        </p:sp>
        <p:sp>
          <p:nvSpPr>
            <p:cNvPr id="32" name="TextBox 32"/>
            <p:cNvSpPr txBox="1"/>
            <p:nvPr/>
          </p:nvSpPr>
          <p:spPr>
            <a:xfrm>
              <a:off x="2457051" y="5792648"/>
              <a:ext cx="8489576" cy="1062990"/>
            </a:xfrm>
            <a:prstGeom prst="rect">
              <a:avLst/>
            </a:prstGeom>
          </p:spPr>
          <p:txBody>
            <a:bodyPr lIns="0" tIns="0" rIns="0" bIns="0" rtlCol="0" anchor="t">
              <a:spAutoFit/>
            </a:bodyPr>
            <a:lstStyle/>
            <a:p>
              <a:pPr marL="0" lvl="0" indent="0">
                <a:lnSpc>
                  <a:spcPts val="6720"/>
                </a:lnSpc>
                <a:spcBef>
                  <a:spcPct val="0"/>
                </a:spcBef>
              </a:pPr>
              <a:r>
                <a:rPr lang="en-US" sz="4800">
                  <a:solidFill>
                    <a:srgbClr val="22211E"/>
                  </a:solidFill>
                  <a:latin typeface="汉仪许静行楷简" panose="00020600040101010101" charset="-122"/>
                  <a:ea typeface="HYXuJingXingKai" panose="00020600040101010101"/>
                </a:rPr>
                <a:t>请输入标题</a:t>
              </a:r>
            </a:p>
          </p:txBody>
        </p:sp>
        <p:sp>
          <p:nvSpPr>
            <p:cNvPr id="33" name="TextBox 33"/>
            <p:cNvSpPr txBox="1"/>
            <p:nvPr/>
          </p:nvSpPr>
          <p:spPr>
            <a:xfrm>
              <a:off x="66610" y="8425084"/>
              <a:ext cx="1997829" cy="1088602"/>
            </a:xfrm>
            <a:prstGeom prst="rect">
              <a:avLst/>
            </a:prstGeom>
          </p:spPr>
          <p:txBody>
            <a:bodyPr lIns="0" tIns="0" rIns="0" bIns="0" rtlCol="0" anchor="t">
              <a:spAutoFit/>
            </a:bodyPr>
            <a:lstStyle/>
            <a:p>
              <a:pPr algn="ctr">
                <a:lnSpc>
                  <a:spcPts val="6160"/>
                </a:lnSpc>
              </a:pPr>
              <a:r>
                <a:rPr lang="en-US" sz="5600">
                  <a:solidFill>
                    <a:srgbClr val="FFF8F0"/>
                  </a:solidFill>
                  <a:latin typeface="汉仪许静行楷简" panose="00020600040101010101" charset="-122"/>
                  <a:ea typeface="HYXuJingXingKai" panose="00020600040101010101"/>
                </a:rPr>
                <a:t>肆</a:t>
              </a:r>
            </a:p>
          </p:txBody>
        </p:sp>
      </p:grpSp>
      <p:sp>
        <p:nvSpPr>
          <p:cNvPr id="35" name="Freeform 35"/>
          <p:cNvSpPr/>
          <p:nvPr/>
        </p:nvSpPr>
        <p:spPr>
          <a:xfrm>
            <a:off x="0" y="4813979"/>
            <a:ext cx="8590753" cy="5473021"/>
          </a:xfrm>
          <a:custGeom>
            <a:avLst/>
            <a:gdLst/>
            <a:ahLst/>
            <a:cxnLst/>
            <a:rect l="l" t="t" r="r" b="b"/>
            <a:pathLst>
              <a:path w="8590753" h="5473021">
                <a:moveTo>
                  <a:pt x="0" y="0"/>
                </a:moveTo>
                <a:lnTo>
                  <a:pt x="8590753" y="0"/>
                </a:lnTo>
                <a:lnTo>
                  <a:pt x="8590753" y="5473021"/>
                </a:lnTo>
                <a:lnTo>
                  <a:pt x="0" y="5473021"/>
                </a:lnTo>
                <a:lnTo>
                  <a:pt x="0" y="0"/>
                </a:lnTo>
                <a:close/>
              </a:path>
            </a:pathLst>
          </a:custGeom>
          <a:blipFill>
            <a:blip r:embed="rId2"/>
            <a:stretch>
              <a:fillRect t="-67590" r="-60153"/>
            </a:stretch>
          </a:blipFill>
        </p:spPr>
      </p:sp>
      <p:sp>
        <p:nvSpPr>
          <p:cNvPr id="36" name="Freeform 36"/>
          <p:cNvSpPr/>
          <p:nvPr/>
        </p:nvSpPr>
        <p:spPr>
          <a:xfrm>
            <a:off x="973116" y="5321606"/>
            <a:ext cx="2233605" cy="1586183"/>
          </a:xfrm>
          <a:custGeom>
            <a:avLst/>
            <a:gdLst/>
            <a:ahLst/>
            <a:cxnLst/>
            <a:rect l="l" t="t" r="r" b="b"/>
            <a:pathLst>
              <a:path w="2233605" h="1586183">
                <a:moveTo>
                  <a:pt x="0" y="0"/>
                </a:moveTo>
                <a:lnTo>
                  <a:pt x="2233604" y="0"/>
                </a:lnTo>
                <a:lnTo>
                  <a:pt x="2233604" y="1586183"/>
                </a:lnTo>
                <a:lnTo>
                  <a:pt x="0" y="1586183"/>
                </a:lnTo>
                <a:lnTo>
                  <a:pt x="0" y="0"/>
                </a:lnTo>
                <a:close/>
              </a:path>
            </a:pathLst>
          </a:custGeom>
          <a:blipFill>
            <a:blip r:embed="rId3">
              <a:alphaModFix amt="90000"/>
            </a:blip>
            <a:stretch>
              <a:fillRect/>
            </a:stretch>
          </a:blipFill>
        </p:spPr>
      </p:sp>
      <p:grpSp>
        <p:nvGrpSpPr>
          <p:cNvPr id="37" name="Group 37"/>
          <p:cNvGrpSpPr/>
          <p:nvPr/>
        </p:nvGrpSpPr>
        <p:grpSpPr>
          <a:xfrm>
            <a:off x="-1131513" y="-1149233"/>
            <a:ext cx="9442279" cy="6292733"/>
            <a:chOff x="0" y="0"/>
            <a:chExt cx="12589706" cy="8390311"/>
          </a:xfrm>
        </p:grpSpPr>
        <p:sp>
          <p:nvSpPr>
            <p:cNvPr id="38" name="Freeform 38"/>
            <p:cNvSpPr/>
            <p:nvPr/>
          </p:nvSpPr>
          <p:spPr>
            <a:xfrm rot="834490">
              <a:off x="526365" y="1301723"/>
              <a:ext cx="11536976" cy="5786865"/>
            </a:xfrm>
            <a:custGeom>
              <a:avLst/>
              <a:gdLst/>
              <a:ahLst/>
              <a:cxnLst/>
              <a:rect l="l" t="t" r="r" b="b"/>
              <a:pathLst>
                <a:path w="11536976" h="5786865">
                  <a:moveTo>
                    <a:pt x="0" y="0"/>
                  </a:moveTo>
                  <a:lnTo>
                    <a:pt x="11536976" y="0"/>
                  </a:lnTo>
                  <a:lnTo>
                    <a:pt x="11536976" y="5786865"/>
                  </a:lnTo>
                  <a:lnTo>
                    <a:pt x="0" y="5786865"/>
                  </a:lnTo>
                  <a:lnTo>
                    <a:pt x="0" y="0"/>
                  </a:lnTo>
                  <a:close/>
                </a:path>
              </a:pathLst>
            </a:custGeom>
            <a:blipFill>
              <a:blip r:embed="rId4"/>
              <a:stretch>
                <a:fillRect l="-4520" r="-4520"/>
              </a:stretch>
            </a:blipFill>
          </p:spPr>
        </p:sp>
        <p:sp>
          <p:nvSpPr>
            <p:cNvPr id="39" name="Freeform 39"/>
            <p:cNvSpPr/>
            <p:nvPr/>
          </p:nvSpPr>
          <p:spPr>
            <a:xfrm>
              <a:off x="7146034" y="2845265"/>
              <a:ext cx="1618753" cy="2827274"/>
            </a:xfrm>
            <a:custGeom>
              <a:avLst/>
              <a:gdLst/>
              <a:ahLst/>
              <a:cxnLst/>
              <a:rect l="l" t="t" r="r" b="b"/>
              <a:pathLst>
                <a:path w="1618753" h="2827274">
                  <a:moveTo>
                    <a:pt x="0" y="0"/>
                  </a:moveTo>
                  <a:lnTo>
                    <a:pt x="1618753" y="0"/>
                  </a:lnTo>
                  <a:lnTo>
                    <a:pt x="1618753" y="2827274"/>
                  </a:lnTo>
                  <a:lnTo>
                    <a:pt x="0" y="2827274"/>
                  </a:lnTo>
                  <a:lnTo>
                    <a:pt x="0" y="0"/>
                  </a:lnTo>
                  <a:close/>
                </a:path>
              </a:pathLst>
            </a:custGeom>
            <a:blipFill>
              <a:blip r:embed="rId5"/>
              <a:stretch>
                <a:fillRect/>
              </a:stretch>
            </a:blipFill>
          </p:spPr>
        </p:sp>
      </p:grpSp>
      <p:sp>
        <p:nvSpPr>
          <p:cNvPr id="40" name="TextBox 40"/>
          <p:cNvSpPr txBox="1"/>
          <p:nvPr/>
        </p:nvSpPr>
        <p:spPr>
          <a:xfrm>
            <a:off x="2679356" y="2505711"/>
            <a:ext cx="1744340" cy="3009900"/>
          </a:xfrm>
          <a:prstGeom prst="rect">
            <a:avLst/>
          </a:prstGeom>
        </p:spPr>
        <p:txBody>
          <a:bodyPr lIns="0" tIns="0" rIns="0" bIns="0" rtlCol="0" anchor="t">
            <a:spAutoFit/>
          </a:bodyPr>
          <a:lstStyle/>
          <a:p>
            <a:pPr algn="ctr">
              <a:lnSpc>
                <a:spcPts val="11400"/>
              </a:lnSpc>
            </a:pPr>
            <a:r>
              <a:rPr lang="en-US" sz="12000">
                <a:solidFill>
                  <a:srgbClr val="FCF7EE"/>
                </a:solidFill>
                <a:latin typeface="汉仪许静行楷简" panose="00020600040101010101" charset="-122"/>
                <a:ea typeface="HYXuJingXingKai" panose="00020600040101010101"/>
              </a:rPr>
              <a:t>目录</a:t>
            </a:r>
          </a:p>
        </p:txBody>
      </p:sp>
      <p:pic>
        <p:nvPicPr>
          <p:cNvPr id="46" name="图片 45"/>
          <p:cNvPicPr>
            <a:picLocks noChangeAspect="1"/>
          </p:cNvPicPr>
          <p:nvPr/>
        </p:nvPicPr>
        <p:blipFill rotWithShape="1">
          <a:blip r:embed="rId6">
            <a:extLst>
              <a:ext uri="{28A0092B-C50C-407E-A947-70E740481C1C}">
                <a14:useLocalDpi xmlns:a14="http://schemas.microsoft.com/office/drawing/2010/main" val="0"/>
              </a:ext>
            </a:extLst>
          </a:blip>
          <a:srcRect t="33998" b="30798"/>
          <a:stretch/>
        </p:blipFill>
        <p:spPr>
          <a:xfrm>
            <a:off x="14399025" y="285081"/>
            <a:ext cx="3557435" cy="1252373"/>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2184" b="-72184"/>
            </a:stretch>
          </a:blipFill>
        </p:spPr>
      </p:sp>
      <p:grpSp>
        <p:nvGrpSpPr>
          <p:cNvPr id="3" name="Group 3"/>
          <p:cNvGrpSpPr/>
          <p:nvPr/>
        </p:nvGrpSpPr>
        <p:grpSpPr>
          <a:xfrm>
            <a:off x="12853088" y="-21462"/>
            <a:ext cx="5434912" cy="10308462"/>
            <a:chOff x="0" y="0"/>
            <a:chExt cx="1431417" cy="2714986"/>
          </a:xfrm>
        </p:grpSpPr>
        <p:sp>
          <p:nvSpPr>
            <p:cNvPr id="4" name="Freeform 4"/>
            <p:cNvSpPr/>
            <p:nvPr/>
          </p:nvSpPr>
          <p:spPr>
            <a:xfrm>
              <a:off x="0" y="0"/>
              <a:ext cx="1431417" cy="2714986"/>
            </a:xfrm>
            <a:custGeom>
              <a:avLst/>
              <a:gdLst/>
              <a:ahLst/>
              <a:cxnLst/>
              <a:rect l="l" t="t" r="r" b="b"/>
              <a:pathLst>
                <a:path w="1431417" h="2714986">
                  <a:moveTo>
                    <a:pt x="0" y="0"/>
                  </a:moveTo>
                  <a:lnTo>
                    <a:pt x="1431417" y="0"/>
                  </a:lnTo>
                  <a:lnTo>
                    <a:pt x="1431417" y="2714986"/>
                  </a:lnTo>
                  <a:lnTo>
                    <a:pt x="0" y="2714986"/>
                  </a:lnTo>
                  <a:close/>
                </a:path>
              </a:pathLst>
            </a:custGeom>
            <a:solidFill>
              <a:srgbClr val="A12B2A"/>
            </a:solidFill>
          </p:spPr>
        </p:sp>
        <p:sp>
          <p:nvSpPr>
            <p:cNvPr id="5" name="TextBox 5"/>
            <p:cNvSpPr txBox="1"/>
            <p:nvPr/>
          </p:nvSpPr>
          <p:spPr>
            <a:xfrm>
              <a:off x="0" y="-47625"/>
              <a:ext cx="1431417" cy="2762611"/>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sp>
        <p:nvSpPr>
          <p:cNvPr id="6" name="TextBox 6"/>
          <p:cNvSpPr txBox="1"/>
          <p:nvPr/>
        </p:nvSpPr>
        <p:spPr>
          <a:xfrm>
            <a:off x="12889230" y="76200"/>
            <a:ext cx="5321935" cy="10119995"/>
          </a:xfrm>
          <a:prstGeom prst="rect">
            <a:avLst/>
          </a:prstGeom>
        </p:spPr>
        <p:txBody>
          <a:bodyPr vert="eaVert" wrap="square" lIns="0" tIns="0" rIns="0" bIns="0" rtlCol="0" anchor="t">
            <a:spAutoFit/>
          </a:bodyPr>
          <a:lstStyle/>
          <a:p>
            <a:pPr>
              <a:lnSpc>
                <a:spcPts val="8300"/>
              </a:lnSpc>
            </a:pPr>
            <a:r>
              <a:rPr lang="en-US" sz="8300" spc="-448">
                <a:solidFill>
                  <a:srgbClr val="22211E">
                    <a:alpha val="6667"/>
                  </a:srgbClr>
                </a:solidFill>
                <a:latin typeface="汉仪许静行楷简" panose="00020600040101010101" charset="-122"/>
                <a:ea typeface="HYQinChuanFeiYing" panose="00020600040101010101"/>
              </a:rPr>
              <a:t>以天下为己任以真理为依归</a:t>
            </a:r>
          </a:p>
          <a:p>
            <a:pPr>
              <a:lnSpc>
                <a:spcPts val="8300"/>
              </a:lnSpc>
            </a:pPr>
            <a:r>
              <a:rPr lang="en-US" sz="8300" spc="-448">
                <a:solidFill>
                  <a:srgbClr val="22211E">
                    <a:alpha val="6667"/>
                  </a:srgbClr>
                </a:solidFill>
                <a:latin typeface="汉仪许静行楷简" panose="00020600040101010101" charset="-122"/>
                <a:ea typeface="HYQinChuanFeiYing" panose="00020600040101010101"/>
              </a:rPr>
              <a:t>勤学修德明辨笃实</a:t>
            </a:r>
          </a:p>
          <a:p>
            <a:pPr>
              <a:lnSpc>
                <a:spcPts val="8300"/>
              </a:lnSpc>
            </a:pPr>
            <a:r>
              <a:rPr lang="en-US" sz="8300" spc="-448">
                <a:solidFill>
                  <a:srgbClr val="22211E">
                    <a:alpha val="6667"/>
                  </a:srgbClr>
                </a:solidFill>
                <a:latin typeface="汉仪许静行楷简" panose="00020600040101010101" charset="-122"/>
                <a:ea typeface="HYQinChuanFeiYing" panose="00020600040101010101"/>
              </a:rPr>
              <a:t>海纳江河启真厚德开物前民树我邦国</a:t>
            </a:r>
          </a:p>
        </p:txBody>
      </p:sp>
      <p:grpSp>
        <p:nvGrpSpPr>
          <p:cNvPr id="7" name="Group 7"/>
          <p:cNvGrpSpPr/>
          <p:nvPr/>
        </p:nvGrpSpPr>
        <p:grpSpPr>
          <a:xfrm>
            <a:off x="6138134" y="1568787"/>
            <a:ext cx="10236122" cy="7170888"/>
            <a:chOff x="0" y="0"/>
            <a:chExt cx="13648162" cy="9561184"/>
          </a:xfrm>
        </p:grpSpPr>
        <p:sp>
          <p:nvSpPr>
            <p:cNvPr id="8" name="Freeform 8"/>
            <p:cNvSpPr/>
            <p:nvPr/>
          </p:nvSpPr>
          <p:spPr>
            <a:xfrm>
              <a:off x="4226067" y="210903"/>
              <a:ext cx="9422095" cy="9350280"/>
            </a:xfrm>
            <a:custGeom>
              <a:avLst/>
              <a:gdLst/>
              <a:ahLst/>
              <a:cxnLst/>
              <a:rect l="l" t="t" r="r" b="b"/>
              <a:pathLst>
                <a:path w="9422095" h="9350280">
                  <a:moveTo>
                    <a:pt x="0" y="0"/>
                  </a:moveTo>
                  <a:lnTo>
                    <a:pt x="9422095" y="0"/>
                  </a:lnTo>
                  <a:lnTo>
                    <a:pt x="9422095" y="9350281"/>
                  </a:lnTo>
                  <a:lnTo>
                    <a:pt x="0" y="9350281"/>
                  </a:lnTo>
                  <a:lnTo>
                    <a:pt x="0" y="0"/>
                  </a:lnTo>
                  <a:close/>
                </a:path>
              </a:pathLst>
            </a:custGeom>
            <a:blipFill>
              <a:blip r:embed="rId3"/>
              <a:stretch>
                <a:fillRect/>
              </a:stretch>
            </a:blipFill>
          </p:spPr>
        </p:sp>
        <p:sp>
          <p:nvSpPr>
            <p:cNvPr id="9" name="Freeform 9"/>
            <p:cNvSpPr/>
            <p:nvPr/>
          </p:nvSpPr>
          <p:spPr>
            <a:xfrm>
              <a:off x="0" y="0"/>
              <a:ext cx="13583047" cy="9129162"/>
            </a:xfrm>
            <a:custGeom>
              <a:avLst/>
              <a:gdLst/>
              <a:ahLst/>
              <a:cxnLst/>
              <a:rect l="l" t="t" r="r" b="b"/>
              <a:pathLst>
                <a:path w="13583047" h="9129162">
                  <a:moveTo>
                    <a:pt x="0" y="0"/>
                  </a:moveTo>
                  <a:lnTo>
                    <a:pt x="13583047" y="0"/>
                  </a:lnTo>
                  <a:lnTo>
                    <a:pt x="13583047" y="9129162"/>
                  </a:lnTo>
                  <a:lnTo>
                    <a:pt x="0" y="9129162"/>
                  </a:lnTo>
                  <a:lnTo>
                    <a:pt x="0" y="0"/>
                  </a:lnTo>
                  <a:close/>
                </a:path>
              </a:pathLst>
            </a:custGeom>
            <a:blipFill>
              <a:blip r:embed="rId4"/>
              <a:stretch>
                <a:fillRect l="-50507" t="-39922" r="-86809" b="-54608"/>
              </a:stretch>
            </a:blipFill>
          </p:spPr>
        </p:sp>
      </p:grpSp>
      <p:grpSp>
        <p:nvGrpSpPr>
          <p:cNvPr id="10" name="Group 10"/>
          <p:cNvGrpSpPr/>
          <p:nvPr/>
        </p:nvGrpSpPr>
        <p:grpSpPr>
          <a:xfrm>
            <a:off x="1028700" y="2728109"/>
            <a:ext cx="3139252" cy="3139252"/>
            <a:chOff x="0" y="0"/>
            <a:chExt cx="4185669" cy="4185669"/>
          </a:xfrm>
        </p:grpSpPr>
        <p:grpSp>
          <p:nvGrpSpPr>
            <p:cNvPr id="11" name="Group 11"/>
            <p:cNvGrpSpPr/>
            <p:nvPr/>
          </p:nvGrpSpPr>
          <p:grpSpPr>
            <a:xfrm>
              <a:off x="0" y="0"/>
              <a:ext cx="4185669" cy="4185669"/>
              <a:chOff x="0" y="0"/>
              <a:chExt cx="13716000" cy="13716000"/>
            </a:xfrm>
          </p:grpSpPr>
          <p:sp>
            <p:nvSpPr>
              <p:cNvPr id="12" name="Freeform 12"/>
              <p:cNvSpPr/>
              <p:nvPr/>
            </p:nvSpPr>
            <p:spPr>
              <a:xfrm>
                <a:off x="0" y="0"/>
                <a:ext cx="13716000" cy="13716000"/>
              </a:xfrm>
              <a:custGeom>
                <a:avLst/>
                <a:gdLst/>
                <a:ahLst/>
                <a:cxnLst/>
                <a:rect l="l" t="t" r="r" b="b"/>
                <a:pathLst>
                  <a:path w="13716000" h="13716000">
                    <a:moveTo>
                      <a:pt x="13716000" y="6858000"/>
                    </a:moveTo>
                    <a:cubicBezTo>
                      <a:pt x="13716000" y="4966885"/>
                      <a:pt x="12195997" y="3431050"/>
                      <a:pt x="10311096" y="3404904"/>
                    </a:cubicBezTo>
                    <a:cubicBezTo>
                      <a:pt x="10284951" y="1520002"/>
                      <a:pt x="8749115" y="0"/>
                      <a:pt x="6858000" y="0"/>
                    </a:cubicBezTo>
                    <a:cubicBezTo>
                      <a:pt x="4966885" y="0"/>
                      <a:pt x="3431050" y="1520002"/>
                      <a:pt x="3404904" y="3404904"/>
                    </a:cubicBezTo>
                    <a:cubicBezTo>
                      <a:pt x="1520003" y="3431050"/>
                      <a:pt x="0" y="4966885"/>
                      <a:pt x="0" y="6858000"/>
                    </a:cubicBezTo>
                    <a:cubicBezTo>
                      <a:pt x="0" y="8749116"/>
                      <a:pt x="1520003" y="10284951"/>
                      <a:pt x="3404904" y="10311095"/>
                    </a:cubicBezTo>
                    <a:cubicBezTo>
                      <a:pt x="3431050" y="12195998"/>
                      <a:pt x="4966885" y="13716000"/>
                      <a:pt x="6858000" y="13716000"/>
                    </a:cubicBezTo>
                    <a:cubicBezTo>
                      <a:pt x="8749116" y="13716000"/>
                      <a:pt x="10284951" y="12195998"/>
                      <a:pt x="10311095" y="10311095"/>
                    </a:cubicBezTo>
                    <a:cubicBezTo>
                      <a:pt x="12195997" y="10284951"/>
                      <a:pt x="13716000" y="8749114"/>
                      <a:pt x="13716000" y="6858000"/>
                    </a:cubicBezTo>
                    <a:close/>
                  </a:path>
                </a:pathLst>
              </a:custGeom>
              <a:solidFill>
                <a:srgbClr val="DBCDB3">
                  <a:alpha val="21961"/>
                </a:srgbClr>
              </a:solidFill>
              <a:ln w="12700">
                <a:noFill/>
              </a:ln>
            </p:spPr>
          </p:sp>
        </p:grpSp>
        <p:grpSp>
          <p:nvGrpSpPr>
            <p:cNvPr id="13" name="Group 13"/>
            <p:cNvGrpSpPr/>
            <p:nvPr/>
          </p:nvGrpSpPr>
          <p:grpSpPr>
            <a:xfrm>
              <a:off x="345154" y="345154"/>
              <a:ext cx="3495361" cy="3495361"/>
              <a:chOff x="0" y="0"/>
              <a:chExt cx="13716000" cy="13716000"/>
            </a:xfrm>
          </p:grpSpPr>
          <p:sp>
            <p:nvSpPr>
              <p:cNvPr id="14" name="Freeform 14"/>
              <p:cNvSpPr/>
              <p:nvPr/>
            </p:nvSpPr>
            <p:spPr>
              <a:xfrm>
                <a:off x="0" y="0"/>
                <a:ext cx="13716000" cy="13716000"/>
              </a:xfrm>
              <a:custGeom>
                <a:avLst/>
                <a:gdLst/>
                <a:ahLst/>
                <a:cxnLst/>
                <a:rect l="l" t="t" r="r" b="b"/>
                <a:pathLst>
                  <a:path w="13716000" h="13716000">
                    <a:moveTo>
                      <a:pt x="13716000" y="6858000"/>
                    </a:moveTo>
                    <a:cubicBezTo>
                      <a:pt x="13716000" y="4966885"/>
                      <a:pt x="12195997" y="3431050"/>
                      <a:pt x="10311096" y="3404904"/>
                    </a:cubicBezTo>
                    <a:cubicBezTo>
                      <a:pt x="10284951" y="1520002"/>
                      <a:pt x="8749115" y="0"/>
                      <a:pt x="6858000" y="0"/>
                    </a:cubicBezTo>
                    <a:cubicBezTo>
                      <a:pt x="4966885" y="0"/>
                      <a:pt x="3431050" y="1520002"/>
                      <a:pt x="3404904" y="3404904"/>
                    </a:cubicBezTo>
                    <a:cubicBezTo>
                      <a:pt x="1520003" y="3431050"/>
                      <a:pt x="0" y="4966885"/>
                      <a:pt x="0" y="6858000"/>
                    </a:cubicBezTo>
                    <a:cubicBezTo>
                      <a:pt x="0" y="8749116"/>
                      <a:pt x="1520003" y="10284951"/>
                      <a:pt x="3404904" y="10311095"/>
                    </a:cubicBezTo>
                    <a:cubicBezTo>
                      <a:pt x="3431050" y="12195998"/>
                      <a:pt x="4966885" y="13716000"/>
                      <a:pt x="6858000" y="13716000"/>
                    </a:cubicBezTo>
                    <a:cubicBezTo>
                      <a:pt x="8749116" y="13716000"/>
                      <a:pt x="10284951" y="12195998"/>
                      <a:pt x="10311095" y="10311095"/>
                    </a:cubicBezTo>
                    <a:cubicBezTo>
                      <a:pt x="12195997" y="10284951"/>
                      <a:pt x="13716000" y="8749114"/>
                      <a:pt x="13716000" y="6858000"/>
                    </a:cubicBezTo>
                    <a:close/>
                  </a:path>
                </a:pathLst>
              </a:custGeom>
              <a:solidFill>
                <a:srgbClr val="DBCDB3">
                  <a:alpha val="53725"/>
                </a:srgbClr>
              </a:solidFill>
              <a:ln w="12700">
                <a:noFill/>
              </a:ln>
            </p:spPr>
          </p:sp>
        </p:grpSp>
        <p:sp>
          <p:nvSpPr>
            <p:cNvPr id="15" name="TextBox 15"/>
            <p:cNvSpPr txBox="1"/>
            <p:nvPr/>
          </p:nvSpPr>
          <p:spPr>
            <a:xfrm>
              <a:off x="458332" y="1202478"/>
              <a:ext cx="3394548" cy="1844859"/>
            </a:xfrm>
            <a:prstGeom prst="rect">
              <a:avLst/>
            </a:prstGeom>
            <a:ln>
              <a:noFill/>
            </a:ln>
          </p:spPr>
          <p:txBody>
            <a:bodyPr lIns="0" tIns="0" rIns="0" bIns="0" rtlCol="0" anchor="t">
              <a:spAutoFit/>
            </a:bodyPr>
            <a:lstStyle/>
            <a:p>
              <a:pPr algn="ctr">
                <a:lnSpc>
                  <a:spcPts val="10465"/>
                </a:lnSpc>
              </a:pPr>
              <a:r>
                <a:rPr lang="en-US" sz="9515">
                  <a:solidFill>
                    <a:srgbClr val="B95C42"/>
                  </a:solidFill>
                  <a:latin typeface="汉仪许静行楷简" panose="00020600040101010101" charset="-122"/>
                  <a:ea typeface="HYXuJingXingKai" panose="00020600040101010101"/>
                </a:rPr>
                <a:t>壹</a:t>
              </a:r>
            </a:p>
          </p:txBody>
        </p:sp>
      </p:grpSp>
      <p:sp>
        <p:nvSpPr>
          <p:cNvPr id="16" name="Freeform 16"/>
          <p:cNvSpPr/>
          <p:nvPr/>
        </p:nvSpPr>
        <p:spPr>
          <a:xfrm>
            <a:off x="3091666" y="570595"/>
            <a:ext cx="8994471" cy="3214555"/>
          </a:xfrm>
          <a:custGeom>
            <a:avLst/>
            <a:gdLst/>
            <a:ahLst/>
            <a:cxnLst/>
            <a:rect l="l" t="t" r="r" b="b"/>
            <a:pathLst>
              <a:path w="8994471" h="3214555">
                <a:moveTo>
                  <a:pt x="0" y="0"/>
                </a:moveTo>
                <a:lnTo>
                  <a:pt x="8994470" y="0"/>
                </a:lnTo>
                <a:lnTo>
                  <a:pt x="8994470" y="3214554"/>
                </a:lnTo>
                <a:lnTo>
                  <a:pt x="0" y="3214554"/>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7" name="TextBox 17"/>
          <p:cNvSpPr txBox="1"/>
          <p:nvPr/>
        </p:nvSpPr>
        <p:spPr>
          <a:xfrm>
            <a:off x="1283611" y="6886795"/>
            <a:ext cx="8077945" cy="1388111"/>
          </a:xfrm>
          <a:prstGeom prst="rect">
            <a:avLst/>
          </a:prstGeom>
        </p:spPr>
        <p:txBody>
          <a:bodyPr lIns="0" tIns="0" rIns="0" bIns="0" rtlCol="0" anchor="t">
            <a:spAutoFit/>
          </a:bodyPr>
          <a:lstStyle/>
          <a:p>
            <a:pPr algn="ctr">
              <a:lnSpc>
                <a:spcPts val="10400"/>
              </a:lnSpc>
            </a:pPr>
            <a:r>
              <a:rPr lang="en-US" sz="10400">
                <a:solidFill>
                  <a:srgbClr val="22211E"/>
                </a:solidFill>
                <a:latin typeface="汉仪许静行楷简" panose="00020600040101010101" charset="-122"/>
                <a:ea typeface="HYXuJingXingKai" panose="00020600040101010101"/>
              </a:rPr>
              <a:t>请输入标题</a:t>
            </a:r>
          </a:p>
        </p:txBody>
      </p:sp>
      <p:pic>
        <p:nvPicPr>
          <p:cNvPr id="19" name="图片 18"/>
          <p:cNvPicPr>
            <a:picLocks noChangeAspect="1"/>
          </p:cNvPicPr>
          <p:nvPr/>
        </p:nvPicPr>
        <p:blipFill rotWithShape="1">
          <a:blip r:embed="rId7">
            <a:extLst>
              <a:ext uri="{28A0092B-C50C-407E-A947-70E740481C1C}">
                <a14:useLocalDpi xmlns:a14="http://schemas.microsoft.com/office/drawing/2010/main" val="0"/>
              </a:ext>
            </a:extLst>
          </a:blip>
          <a:srcRect t="11484" r="7268" b="58112"/>
          <a:stretch/>
        </p:blipFill>
        <p:spPr>
          <a:xfrm>
            <a:off x="14033899" y="216805"/>
            <a:ext cx="4415785" cy="144780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72184" b="-72184"/>
            </a:stretch>
          </a:blipFill>
        </p:spPr>
      </p:sp>
      <p:sp>
        <p:nvSpPr>
          <p:cNvPr id="3" name="TextBox 3"/>
          <p:cNvSpPr txBox="1"/>
          <p:nvPr/>
        </p:nvSpPr>
        <p:spPr>
          <a:xfrm>
            <a:off x="2434421" y="767444"/>
            <a:ext cx="15197451" cy="909955"/>
          </a:xfrm>
          <a:prstGeom prst="rect">
            <a:avLst/>
          </a:prstGeom>
        </p:spPr>
        <p:txBody>
          <a:bodyPr lIns="0" tIns="0" rIns="0" bIns="0" rtlCol="0" anchor="t">
            <a:spAutoFit/>
          </a:bodyPr>
          <a:lstStyle/>
          <a:p>
            <a:pPr>
              <a:lnSpc>
                <a:spcPts val="7040"/>
              </a:lnSpc>
            </a:pPr>
            <a:r>
              <a:rPr lang="en-US" sz="6400">
                <a:solidFill>
                  <a:srgbClr val="332A1D"/>
                </a:solidFill>
                <a:latin typeface="汉仪许静行楷简" panose="00020600040101010101" charset="-122"/>
                <a:ea typeface="HYXuJingXingKai" panose="00020600040101010101"/>
              </a:rPr>
              <a:t>请输入标题</a:t>
            </a:r>
          </a:p>
        </p:txBody>
      </p:sp>
      <p:sp>
        <p:nvSpPr>
          <p:cNvPr id="4" name="AutoShape 4"/>
          <p:cNvSpPr/>
          <p:nvPr/>
        </p:nvSpPr>
        <p:spPr>
          <a:xfrm>
            <a:off x="593527" y="2467469"/>
            <a:ext cx="17100947" cy="0"/>
          </a:xfrm>
          <a:prstGeom prst="line">
            <a:avLst/>
          </a:prstGeom>
          <a:ln w="38100" cap="flat">
            <a:solidFill>
              <a:srgbClr val="A12B2A">
                <a:alpha val="50980"/>
              </a:srgbClr>
            </a:solidFill>
            <a:prstDash val="solid"/>
            <a:headEnd type="oval" w="lg" len="lg"/>
            <a:tailEnd type="triangle" w="lg" len="med"/>
          </a:ln>
        </p:spPr>
      </p:sp>
      <p:grpSp>
        <p:nvGrpSpPr>
          <p:cNvPr id="5" name="Group 5"/>
          <p:cNvGrpSpPr/>
          <p:nvPr/>
        </p:nvGrpSpPr>
        <p:grpSpPr>
          <a:xfrm>
            <a:off x="0" y="9258300"/>
            <a:ext cx="18288000" cy="1156335"/>
            <a:chOff x="0" y="0"/>
            <a:chExt cx="4816593" cy="263884"/>
          </a:xfrm>
        </p:grpSpPr>
        <p:sp>
          <p:nvSpPr>
            <p:cNvPr id="6" name="Freeform 6"/>
            <p:cNvSpPr/>
            <p:nvPr/>
          </p:nvSpPr>
          <p:spPr>
            <a:xfrm>
              <a:off x="0" y="0"/>
              <a:ext cx="4816592" cy="263884"/>
            </a:xfrm>
            <a:custGeom>
              <a:avLst/>
              <a:gdLst/>
              <a:ahLst/>
              <a:cxnLst/>
              <a:rect l="l" t="t" r="r" b="b"/>
              <a:pathLst>
                <a:path w="4816592" h="263884">
                  <a:moveTo>
                    <a:pt x="0" y="0"/>
                  </a:moveTo>
                  <a:lnTo>
                    <a:pt x="4816592" y="0"/>
                  </a:lnTo>
                  <a:lnTo>
                    <a:pt x="4816592" y="263884"/>
                  </a:lnTo>
                  <a:lnTo>
                    <a:pt x="0" y="263884"/>
                  </a:lnTo>
                  <a:close/>
                </a:path>
              </a:pathLst>
            </a:custGeom>
            <a:solidFill>
              <a:srgbClr val="A12B2A"/>
            </a:solidFill>
          </p:spPr>
        </p:sp>
        <p:sp>
          <p:nvSpPr>
            <p:cNvPr id="7" name="TextBox 7"/>
            <p:cNvSpPr txBox="1"/>
            <p:nvPr/>
          </p:nvSpPr>
          <p:spPr>
            <a:xfrm>
              <a:off x="0" y="-47625"/>
              <a:ext cx="4816593" cy="311509"/>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8" name="Group 8"/>
          <p:cNvGrpSpPr/>
          <p:nvPr/>
        </p:nvGrpSpPr>
        <p:grpSpPr>
          <a:xfrm>
            <a:off x="965490" y="2448419"/>
            <a:ext cx="3857751" cy="6051181"/>
            <a:chOff x="0" y="0"/>
            <a:chExt cx="1091077" cy="1711438"/>
          </a:xfrm>
        </p:grpSpPr>
        <p:sp>
          <p:nvSpPr>
            <p:cNvPr id="9" name="Freeform 9"/>
            <p:cNvSpPr/>
            <p:nvPr/>
          </p:nvSpPr>
          <p:spPr>
            <a:xfrm>
              <a:off x="0" y="0"/>
              <a:ext cx="1091077" cy="1711438"/>
            </a:xfrm>
            <a:custGeom>
              <a:avLst/>
              <a:gdLst/>
              <a:ahLst/>
              <a:cxnLst/>
              <a:rect l="l" t="t" r="r" b="b"/>
              <a:pathLst>
                <a:path w="1091077" h="1711438">
                  <a:moveTo>
                    <a:pt x="0" y="0"/>
                  </a:moveTo>
                  <a:lnTo>
                    <a:pt x="1091077" y="0"/>
                  </a:lnTo>
                  <a:lnTo>
                    <a:pt x="1091077" y="1711438"/>
                  </a:lnTo>
                  <a:lnTo>
                    <a:pt x="0" y="1711438"/>
                  </a:lnTo>
                  <a:close/>
                </a:path>
              </a:pathLst>
            </a:custGeom>
            <a:solidFill>
              <a:srgbClr val="FFFFFF">
                <a:alpha val="29804"/>
              </a:srgbClr>
            </a:solidFill>
            <a:ln w="38100" cap="sq">
              <a:solidFill>
                <a:srgbClr val="A12B2A">
                  <a:alpha val="29804"/>
                </a:srgbClr>
              </a:solidFill>
              <a:prstDash val="solid"/>
              <a:miter/>
            </a:ln>
          </p:spPr>
        </p:sp>
        <p:sp>
          <p:nvSpPr>
            <p:cNvPr id="10" name="TextBox 10"/>
            <p:cNvSpPr txBox="1"/>
            <p:nvPr/>
          </p:nvSpPr>
          <p:spPr>
            <a:xfrm>
              <a:off x="0" y="-47625"/>
              <a:ext cx="1091077" cy="1759063"/>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11" name="Group 11"/>
          <p:cNvGrpSpPr/>
          <p:nvPr/>
        </p:nvGrpSpPr>
        <p:grpSpPr>
          <a:xfrm>
            <a:off x="1632476" y="2202472"/>
            <a:ext cx="2523781" cy="529995"/>
            <a:chOff x="0" y="0"/>
            <a:chExt cx="1935235" cy="406400"/>
          </a:xfrm>
        </p:grpSpPr>
        <p:sp>
          <p:nvSpPr>
            <p:cNvPr id="12" name="Freeform 12"/>
            <p:cNvSpPr/>
            <p:nvPr/>
          </p:nvSpPr>
          <p:spPr>
            <a:xfrm>
              <a:off x="0" y="0"/>
              <a:ext cx="1935235" cy="406400"/>
            </a:xfrm>
            <a:custGeom>
              <a:avLst/>
              <a:gdLst/>
              <a:ahLst/>
              <a:cxnLst/>
              <a:rect l="l" t="t" r="r" b="b"/>
              <a:pathLst>
                <a:path w="1935235" h="406400">
                  <a:moveTo>
                    <a:pt x="1732035" y="0"/>
                  </a:moveTo>
                  <a:cubicBezTo>
                    <a:pt x="1844260" y="0"/>
                    <a:pt x="1935235" y="90976"/>
                    <a:pt x="1935235" y="203200"/>
                  </a:cubicBezTo>
                  <a:cubicBezTo>
                    <a:pt x="1935235" y="315424"/>
                    <a:pt x="1844260" y="406400"/>
                    <a:pt x="1732035" y="406400"/>
                  </a:cubicBezTo>
                  <a:lnTo>
                    <a:pt x="203200" y="406400"/>
                  </a:lnTo>
                  <a:cubicBezTo>
                    <a:pt x="90976" y="406400"/>
                    <a:pt x="0" y="315424"/>
                    <a:pt x="0" y="203200"/>
                  </a:cubicBezTo>
                  <a:cubicBezTo>
                    <a:pt x="0" y="90976"/>
                    <a:pt x="90976" y="0"/>
                    <a:pt x="203200" y="0"/>
                  </a:cubicBezTo>
                  <a:close/>
                </a:path>
              </a:pathLst>
            </a:custGeom>
            <a:solidFill>
              <a:srgbClr val="A12B2A"/>
            </a:solidFill>
          </p:spPr>
        </p:sp>
        <p:sp>
          <p:nvSpPr>
            <p:cNvPr id="13" name="TextBox 13"/>
            <p:cNvSpPr txBox="1"/>
            <p:nvPr/>
          </p:nvSpPr>
          <p:spPr>
            <a:xfrm>
              <a:off x="0" y="-85725"/>
              <a:ext cx="1935235" cy="492125"/>
            </a:xfrm>
            <a:prstGeom prst="rect">
              <a:avLst/>
            </a:prstGeom>
          </p:spPr>
          <p:txBody>
            <a:bodyPr lIns="50799" tIns="50799" rIns="50799" bIns="50799" rtlCol="0" anchor="ctr"/>
            <a:lstStyle/>
            <a:p>
              <a:pPr algn="ctr">
                <a:lnSpc>
                  <a:spcPts val="3520"/>
                </a:lnSpc>
              </a:pPr>
              <a:r>
                <a:rPr lang="en-US" sz="2200">
                  <a:solidFill>
                    <a:srgbClr val="FFFFFF"/>
                  </a:solidFill>
                  <a:latin typeface="汉仪许静行楷简" panose="00020600040101010101" charset="-122"/>
                  <a:ea typeface="HYXuJingXingKai" panose="00020600040101010101"/>
                </a:rPr>
                <a:t>壹</a:t>
              </a:r>
            </a:p>
          </p:txBody>
        </p:sp>
      </p:grpSp>
      <p:grpSp>
        <p:nvGrpSpPr>
          <p:cNvPr id="14" name="Group 14"/>
          <p:cNvGrpSpPr/>
          <p:nvPr/>
        </p:nvGrpSpPr>
        <p:grpSpPr>
          <a:xfrm>
            <a:off x="5089976" y="2448419"/>
            <a:ext cx="3857751" cy="6051181"/>
            <a:chOff x="0" y="0"/>
            <a:chExt cx="1091077" cy="1711438"/>
          </a:xfrm>
        </p:grpSpPr>
        <p:sp>
          <p:nvSpPr>
            <p:cNvPr id="15" name="Freeform 15"/>
            <p:cNvSpPr/>
            <p:nvPr/>
          </p:nvSpPr>
          <p:spPr>
            <a:xfrm>
              <a:off x="0" y="0"/>
              <a:ext cx="1091077" cy="1711438"/>
            </a:xfrm>
            <a:custGeom>
              <a:avLst/>
              <a:gdLst/>
              <a:ahLst/>
              <a:cxnLst/>
              <a:rect l="l" t="t" r="r" b="b"/>
              <a:pathLst>
                <a:path w="1091077" h="1711438">
                  <a:moveTo>
                    <a:pt x="0" y="0"/>
                  </a:moveTo>
                  <a:lnTo>
                    <a:pt x="1091077" y="0"/>
                  </a:lnTo>
                  <a:lnTo>
                    <a:pt x="1091077" y="1711438"/>
                  </a:lnTo>
                  <a:lnTo>
                    <a:pt x="0" y="1711438"/>
                  </a:lnTo>
                  <a:close/>
                </a:path>
              </a:pathLst>
            </a:custGeom>
            <a:solidFill>
              <a:srgbClr val="FFFFFF">
                <a:alpha val="29804"/>
              </a:srgbClr>
            </a:solidFill>
            <a:ln w="38100" cap="sq">
              <a:solidFill>
                <a:srgbClr val="A12B2A">
                  <a:alpha val="29804"/>
                </a:srgbClr>
              </a:solidFill>
              <a:prstDash val="solid"/>
              <a:miter/>
            </a:ln>
          </p:spPr>
        </p:sp>
        <p:sp>
          <p:nvSpPr>
            <p:cNvPr id="16" name="TextBox 16"/>
            <p:cNvSpPr txBox="1"/>
            <p:nvPr/>
          </p:nvSpPr>
          <p:spPr>
            <a:xfrm>
              <a:off x="0" y="-47625"/>
              <a:ext cx="1091077" cy="1759063"/>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17" name="Group 17"/>
          <p:cNvGrpSpPr/>
          <p:nvPr/>
        </p:nvGrpSpPr>
        <p:grpSpPr>
          <a:xfrm>
            <a:off x="5756961" y="2202472"/>
            <a:ext cx="2523781" cy="529995"/>
            <a:chOff x="0" y="0"/>
            <a:chExt cx="1935235" cy="406400"/>
          </a:xfrm>
        </p:grpSpPr>
        <p:sp>
          <p:nvSpPr>
            <p:cNvPr id="18" name="Freeform 18"/>
            <p:cNvSpPr/>
            <p:nvPr/>
          </p:nvSpPr>
          <p:spPr>
            <a:xfrm>
              <a:off x="0" y="0"/>
              <a:ext cx="1935235" cy="406400"/>
            </a:xfrm>
            <a:custGeom>
              <a:avLst/>
              <a:gdLst/>
              <a:ahLst/>
              <a:cxnLst/>
              <a:rect l="l" t="t" r="r" b="b"/>
              <a:pathLst>
                <a:path w="1935235" h="406400">
                  <a:moveTo>
                    <a:pt x="1732035" y="0"/>
                  </a:moveTo>
                  <a:cubicBezTo>
                    <a:pt x="1844260" y="0"/>
                    <a:pt x="1935235" y="90976"/>
                    <a:pt x="1935235" y="203200"/>
                  </a:cubicBezTo>
                  <a:cubicBezTo>
                    <a:pt x="1935235" y="315424"/>
                    <a:pt x="1844260" y="406400"/>
                    <a:pt x="1732035" y="406400"/>
                  </a:cubicBezTo>
                  <a:lnTo>
                    <a:pt x="203200" y="406400"/>
                  </a:lnTo>
                  <a:cubicBezTo>
                    <a:pt x="90976" y="406400"/>
                    <a:pt x="0" y="315424"/>
                    <a:pt x="0" y="203200"/>
                  </a:cubicBezTo>
                  <a:cubicBezTo>
                    <a:pt x="0" y="90976"/>
                    <a:pt x="90976" y="0"/>
                    <a:pt x="203200" y="0"/>
                  </a:cubicBezTo>
                  <a:close/>
                </a:path>
              </a:pathLst>
            </a:custGeom>
            <a:solidFill>
              <a:srgbClr val="A12B2A"/>
            </a:solidFill>
          </p:spPr>
        </p:sp>
        <p:sp>
          <p:nvSpPr>
            <p:cNvPr id="19" name="TextBox 19"/>
            <p:cNvSpPr txBox="1"/>
            <p:nvPr/>
          </p:nvSpPr>
          <p:spPr>
            <a:xfrm>
              <a:off x="0" y="-76200"/>
              <a:ext cx="1935235" cy="482600"/>
            </a:xfrm>
            <a:prstGeom prst="rect">
              <a:avLst/>
            </a:prstGeom>
          </p:spPr>
          <p:txBody>
            <a:bodyPr lIns="50799" tIns="50799" rIns="50799" bIns="50799" rtlCol="0" anchor="ctr"/>
            <a:lstStyle/>
            <a:p>
              <a:pPr algn="ctr">
                <a:lnSpc>
                  <a:spcPts val="3520"/>
                </a:lnSpc>
              </a:pPr>
              <a:endParaRPr>
                <a:latin typeface="汉仪许静行楷简" panose="00020600040101010101" charset="-122"/>
              </a:endParaRPr>
            </a:p>
          </p:txBody>
        </p:sp>
      </p:grpSp>
      <p:grpSp>
        <p:nvGrpSpPr>
          <p:cNvPr id="20" name="Group 20"/>
          <p:cNvGrpSpPr/>
          <p:nvPr/>
        </p:nvGrpSpPr>
        <p:grpSpPr>
          <a:xfrm>
            <a:off x="9214462" y="2448419"/>
            <a:ext cx="3857751" cy="6051181"/>
            <a:chOff x="0" y="0"/>
            <a:chExt cx="1091077" cy="1711438"/>
          </a:xfrm>
        </p:grpSpPr>
        <p:sp>
          <p:nvSpPr>
            <p:cNvPr id="21" name="Freeform 21"/>
            <p:cNvSpPr/>
            <p:nvPr/>
          </p:nvSpPr>
          <p:spPr>
            <a:xfrm>
              <a:off x="0" y="0"/>
              <a:ext cx="1091077" cy="1711438"/>
            </a:xfrm>
            <a:custGeom>
              <a:avLst/>
              <a:gdLst/>
              <a:ahLst/>
              <a:cxnLst/>
              <a:rect l="l" t="t" r="r" b="b"/>
              <a:pathLst>
                <a:path w="1091077" h="1711438">
                  <a:moveTo>
                    <a:pt x="0" y="0"/>
                  </a:moveTo>
                  <a:lnTo>
                    <a:pt x="1091077" y="0"/>
                  </a:lnTo>
                  <a:lnTo>
                    <a:pt x="1091077" y="1711438"/>
                  </a:lnTo>
                  <a:lnTo>
                    <a:pt x="0" y="1711438"/>
                  </a:lnTo>
                  <a:close/>
                </a:path>
              </a:pathLst>
            </a:custGeom>
            <a:solidFill>
              <a:srgbClr val="FFFFFF">
                <a:alpha val="29804"/>
              </a:srgbClr>
            </a:solidFill>
            <a:ln w="38100" cap="sq">
              <a:solidFill>
                <a:srgbClr val="A12B2A">
                  <a:alpha val="29804"/>
                </a:srgbClr>
              </a:solidFill>
              <a:prstDash val="solid"/>
              <a:miter/>
            </a:ln>
          </p:spPr>
        </p:sp>
        <p:sp>
          <p:nvSpPr>
            <p:cNvPr id="22" name="TextBox 22"/>
            <p:cNvSpPr txBox="1"/>
            <p:nvPr/>
          </p:nvSpPr>
          <p:spPr>
            <a:xfrm>
              <a:off x="0" y="-47625"/>
              <a:ext cx="1091077" cy="1759063"/>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23" name="Group 23"/>
          <p:cNvGrpSpPr/>
          <p:nvPr/>
        </p:nvGrpSpPr>
        <p:grpSpPr>
          <a:xfrm>
            <a:off x="9881447" y="2202472"/>
            <a:ext cx="2523781" cy="529995"/>
            <a:chOff x="0" y="0"/>
            <a:chExt cx="1935235" cy="406400"/>
          </a:xfrm>
        </p:grpSpPr>
        <p:sp>
          <p:nvSpPr>
            <p:cNvPr id="24" name="Freeform 24"/>
            <p:cNvSpPr/>
            <p:nvPr/>
          </p:nvSpPr>
          <p:spPr>
            <a:xfrm>
              <a:off x="0" y="0"/>
              <a:ext cx="1935235" cy="406400"/>
            </a:xfrm>
            <a:custGeom>
              <a:avLst/>
              <a:gdLst/>
              <a:ahLst/>
              <a:cxnLst/>
              <a:rect l="l" t="t" r="r" b="b"/>
              <a:pathLst>
                <a:path w="1935235" h="406400">
                  <a:moveTo>
                    <a:pt x="1732035" y="0"/>
                  </a:moveTo>
                  <a:cubicBezTo>
                    <a:pt x="1844260" y="0"/>
                    <a:pt x="1935235" y="90976"/>
                    <a:pt x="1935235" y="203200"/>
                  </a:cubicBezTo>
                  <a:cubicBezTo>
                    <a:pt x="1935235" y="315424"/>
                    <a:pt x="1844260" y="406400"/>
                    <a:pt x="1732035" y="406400"/>
                  </a:cubicBezTo>
                  <a:lnTo>
                    <a:pt x="203200" y="406400"/>
                  </a:lnTo>
                  <a:cubicBezTo>
                    <a:pt x="90976" y="406400"/>
                    <a:pt x="0" y="315424"/>
                    <a:pt x="0" y="203200"/>
                  </a:cubicBezTo>
                  <a:cubicBezTo>
                    <a:pt x="0" y="90976"/>
                    <a:pt x="90976" y="0"/>
                    <a:pt x="203200" y="0"/>
                  </a:cubicBezTo>
                  <a:close/>
                </a:path>
              </a:pathLst>
            </a:custGeom>
            <a:solidFill>
              <a:srgbClr val="A12B2A"/>
            </a:solidFill>
          </p:spPr>
        </p:sp>
        <p:sp>
          <p:nvSpPr>
            <p:cNvPr id="25" name="TextBox 25"/>
            <p:cNvSpPr txBox="1"/>
            <p:nvPr/>
          </p:nvSpPr>
          <p:spPr>
            <a:xfrm>
              <a:off x="0" y="-76200"/>
              <a:ext cx="1935235" cy="482600"/>
            </a:xfrm>
            <a:prstGeom prst="rect">
              <a:avLst/>
            </a:prstGeom>
          </p:spPr>
          <p:txBody>
            <a:bodyPr lIns="50799" tIns="50799" rIns="50799" bIns="50799" rtlCol="0" anchor="ctr"/>
            <a:lstStyle/>
            <a:p>
              <a:pPr algn="ctr">
                <a:lnSpc>
                  <a:spcPts val="3520"/>
                </a:lnSpc>
              </a:pPr>
              <a:endParaRPr>
                <a:latin typeface="汉仪许静行楷简" panose="00020600040101010101" charset="-122"/>
              </a:endParaRPr>
            </a:p>
          </p:txBody>
        </p:sp>
      </p:grpSp>
      <p:grpSp>
        <p:nvGrpSpPr>
          <p:cNvPr id="26" name="Group 26"/>
          <p:cNvGrpSpPr/>
          <p:nvPr/>
        </p:nvGrpSpPr>
        <p:grpSpPr>
          <a:xfrm>
            <a:off x="13338947" y="2448419"/>
            <a:ext cx="3857751" cy="6051181"/>
            <a:chOff x="0" y="0"/>
            <a:chExt cx="1091077" cy="1711438"/>
          </a:xfrm>
        </p:grpSpPr>
        <p:sp>
          <p:nvSpPr>
            <p:cNvPr id="27" name="Freeform 27"/>
            <p:cNvSpPr/>
            <p:nvPr/>
          </p:nvSpPr>
          <p:spPr>
            <a:xfrm>
              <a:off x="0" y="0"/>
              <a:ext cx="1091077" cy="1711438"/>
            </a:xfrm>
            <a:custGeom>
              <a:avLst/>
              <a:gdLst/>
              <a:ahLst/>
              <a:cxnLst/>
              <a:rect l="l" t="t" r="r" b="b"/>
              <a:pathLst>
                <a:path w="1091077" h="1711438">
                  <a:moveTo>
                    <a:pt x="0" y="0"/>
                  </a:moveTo>
                  <a:lnTo>
                    <a:pt x="1091077" y="0"/>
                  </a:lnTo>
                  <a:lnTo>
                    <a:pt x="1091077" y="1711438"/>
                  </a:lnTo>
                  <a:lnTo>
                    <a:pt x="0" y="1711438"/>
                  </a:lnTo>
                  <a:close/>
                </a:path>
              </a:pathLst>
            </a:custGeom>
            <a:solidFill>
              <a:srgbClr val="FFFFFF">
                <a:alpha val="29804"/>
              </a:srgbClr>
            </a:solidFill>
            <a:ln w="38100" cap="sq">
              <a:solidFill>
                <a:srgbClr val="A12B2A">
                  <a:alpha val="29804"/>
                </a:srgbClr>
              </a:solidFill>
              <a:prstDash val="solid"/>
              <a:miter/>
            </a:ln>
          </p:spPr>
        </p:sp>
        <p:sp>
          <p:nvSpPr>
            <p:cNvPr id="28" name="TextBox 28"/>
            <p:cNvSpPr txBox="1"/>
            <p:nvPr/>
          </p:nvSpPr>
          <p:spPr>
            <a:xfrm>
              <a:off x="0" y="-47625"/>
              <a:ext cx="1091077" cy="1759063"/>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29" name="Group 29"/>
          <p:cNvGrpSpPr/>
          <p:nvPr/>
        </p:nvGrpSpPr>
        <p:grpSpPr>
          <a:xfrm>
            <a:off x="14005933" y="2202472"/>
            <a:ext cx="2523781" cy="529995"/>
            <a:chOff x="0" y="0"/>
            <a:chExt cx="1935235" cy="406400"/>
          </a:xfrm>
        </p:grpSpPr>
        <p:sp>
          <p:nvSpPr>
            <p:cNvPr id="30" name="Freeform 30"/>
            <p:cNvSpPr/>
            <p:nvPr/>
          </p:nvSpPr>
          <p:spPr>
            <a:xfrm>
              <a:off x="0" y="0"/>
              <a:ext cx="1935235" cy="406400"/>
            </a:xfrm>
            <a:custGeom>
              <a:avLst/>
              <a:gdLst/>
              <a:ahLst/>
              <a:cxnLst/>
              <a:rect l="l" t="t" r="r" b="b"/>
              <a:pathLst>
                <a:path w="1935235" h="406400">
                  <a:moveTo>
                    <a:pt x="1732035" y="0"/>
                  </a:moveTo>
                  <a:cubicBezTo>
                    <a:pt x="1844260" y="0"/>
                    <a:pt x="1935235" y="90976"/>
                    <a:pt x="1935235" y="203200"/>
                  </a:cubicBezTo>
                  <a:cubicBezTo>
                    <a:pt x="1935235" y="315424"/>
                    <a:pt x="1844260" y="406400"/>
                    <a:pt x="1732035" y="406400"/>
                  </a:cubicBezTo>
                  <a:lnTo>
                    <a:pt x="203200" y="406400"/>
                  </a:lnTo>
                  <a:cubicBezTo>
                    <a:pt x="90976" y="406400"/>
                    <a:pt x="0" y="315424"/>
                    <a:pt x="0" y="203200"/>
                  </a:cubicBezTo>
                  <a:cubicBezTo>
                    <a:pt x="0" y="90976"/>
                    <a:pt x="90976" y="0"/>
                    <a:pt x="203200" y="0"/>
                  </a:cubicBezTo>
                  <a:close/>
                </a:path>
              </a:pathLst>
            </a:custGeom>
            <a:solidFill>
              <a:srgbClr val="A12B2A"/>
            </a:solidFill>
          </p:spPr>
        </p:sp>
        <p:sp>
          <p:nvSpPr>
            <p:cNvPr id="31" name="TextBox 31"/>
            <p:cNvSpPr txBox="1"/>
            <p:nvPr/>
          </p:nvSpPr>
          <p:spPr>
            <a:xfrm>
              <a:off x="0" y="-76200"/>
              <a:ext cx="1935235" cy="482600"/>
            </a:xfrm>
            <a:prstGeom prst="rect">
              <a:avLst/>
            </a:prstGeom>
          </p:spPr>
          <p:txBody>
            <a:bodyPr lIns="50799" tIns="50799" rIns="50799" bIns="50799" rtlCol="0" anchor="ctr"/>
            <a:lstStyle/>
            <a:p>
              <a:pPr algn="ctr">
                <a:lnSpc>
                  <a:spcPts val="3520"/>
                </a:lnSpc>
              </a:pPr>
              <a:endParaRPr>
                <a:latin typeface="汉仪许静行楷简" panose="00020600040101010101" charset="-122"/>
              </a:endParaRPr>
            </a:p>
          </p:txBody>
        </p:sp>
      </p:grpSp>
      <p:grpSp>
        <p:nvGrpSpPr>
          <p:cNvPr id="33" name="Group 33"/>
          <p:cNvGrpSpPr/>
          <p:nvPr/>
        </p:nvGrpSpPr>
        <p:grpSpPr>
          <a:xfrm>
            <a:off x="9333865" y="4417060"/>
            <a:ext cx="9001760" cy="5998210"/>
            <a:chOff x="0" y="0"/>
            <a:chExt cx="12002167" cy="7803453"/>
          </a:xfrm>
        </p:grpSpPr>
        <p:sp>
          <p:nvSpPr>
            <p:cNvPr id="34" name="Freeform 34"/>
            <p:cNvSpPr/>
            <p:nvPr/>
          </p:nvSpPr>
          <p:spPr>
            <a:xfrm>
              <a:off x="0" y="3037264"/>
              <a:ext cx="12002167" cy="4766189"/>
            </a:xfrm>
            <a:custGeom>
              <a:avLst/>
              <a:gdLst/>
              <a:ahLst/>
              <a:cxnLst/>
              <a:rect l="l" t="t" r="r" b="b"/>
              <a:pathLst>
                <a:path w="12002167" h="4766189">
                  <a:moveTo>
                    <a:pt x="0" y="0"/>
                  </a:moveTo>
                  <a:lnTo>
                    <a:pt x="12002167" y="0"/>
                  </a:lnTo>
                  <a:lnTo>
                    <a:pt x="12002167" y="4766189"/>
                  </a:lnTo>
                  <a:lnTo>
                    <a:pt x="0" y="4766189"/>
                  </a:lnTo>
                  <a:lnTo>
                    <a:pt x="0" y="0"/>
                  </a:lnTo>
                  <a:close/>
                </a:path>
              </a:pathLst>
            </a:custGeom>
            <a:blipFill>
              <a:blip r:embed="rId4"/>
              <a:stretch>
                <a:fillRect l="-13222" t="-69351" r="-15040" b="-8592"/>
              </a:stretch>
            </a:blipFill>
          </p:spPr>
        </p:sp>
        <p:sp>
          <p:nvSpPr>
            <p:cNvPr id="35" name="Freeform 35"/>
            <p:cNvSpPr/>
            <p:nvPr/>
          </p:nvSpPr>
          <p:spPr>
            <a:xfrm>
              <a:off x="9790541" y="0"/>
              <a:ext cx="2179347" cy="6948466"/>
            </a:xfrm>
            <a:custGeom>
              <a:avLst/>
              <a:gdLst/>
              <a:ahLst/>
              <a:cxnLst/>
              <a:rect l="l" t="t" r="r" b="b"/>
              <a:pathLst>
                <a:path w="2179347" h="6948466">
                  <a:moveTo>
                    <a:pt x="0" y="0"/>
                  </a:moveTo>
                  <a:lnTo>
                    <a:pt x="2179346" y="0"/>
                  </a:lnTo>
                  <a:lnTo>
                    <a:pt x="2179346" y="6948466"/>
                  </a:lnTo>
                  <a:lnTo>
                    <a:pt x="0" y="6948466"/>
                  </a:lnTo>
                  <a:lnTo>
                    <a:pt x="0" y="0"/>
                  </a:lnTo>
                  <a:close/>
                </a:path>
              </a:pathLst>
            </a:custGeom>
            <a:blipFill>
              <a:blip r:embed="rId5"/>
              <a:stretch>
                <a:fillRect l="-443554" b="-13655"/>
              </a:stretch>
            </a:blipFill>
            <a:ln cap="sq">
              <a:noFill/>
              <a:prstDash val="solid"/>
              <a:miter/>
            </a:ln>
          </p:spPr>
        </p:sp>
      </p:grpSp>
      <p:sp>
        <p:nvSpPr>
          <p:cNvPr id="36" name="TextBox 36"/>
          <p:cNvSpPr txBox="1"/>
          <p:nvPr/>
        </p:nvSpPr>
        <p:spPr>
          <a:xfrm>
            <a:off x="5444911" y="4566560"/>
            <a:ext cx="3147881" cy="3052118"/>
          </a:xfrm>
          <a:prstGeom prst="rect">
            <a:avLst/>
          </a:prstGeom>
        </p:spPr>
        <p:txBody>
          <a:bodyPr lIns="0" tIns="0" rIns="0" bIns="0" rtlCol="0" anchor="t">
            <a:spAutoFit/>
          </a:bodyPr>
          <a:lstStyle/>
          <a:p>
            <a:pPr algn="l">
              <a:lnSpc>
                <a:spcPts val="3360"/>
              </a:lnSpc>
            </a:pPr>
            <a:r>
              <a:rPr lang="en-US" sz="2400" dirty="0">
                <a:solidFill>
                  <a:srgbClr val="000000"/>
                </a:solidFill>
                <a:latin typeface="汉仪许静行楷简" panose="00020600040101010101" charset="-122"/>
                <a:ea typeface="汉仪许静行楷简" panose="00020600040101010101" charset="-122"/>
                <a:sym typeface="+mn-ea"/>
              </a:rPr>
              <a:t>此处输入你的正文，文字是您理想的提炼，</a:t>
            </a:r>
            <a:r>
              <a:rPr lang="en-US" sz="2400" dirty="0" smtClean="0">
                <a:solidFill>
                  <a:srgbClr val="000000"/>
                </a:solidFill>
                <a:latin typeface="汉仪许静行楷简" panose="00020600040101010101" charset="-122"/>
                <a:ea typeface="汉仪许静行楷简" panose="00020600040101010101" charset="-122"/>
                <a:sym typeface="+mn-ea"/>
              </a:rPr>
              <a:t>为了最终演示的良好效果正文尽量简明扼要</a:t>
            </a:r>
            <a:r>
              <a:rPr lang="en-US" sz="2400" dirty="0">
                <a:solidFill>
                  <a:srgbClr val="000000"/>
                </a:solidFill>
                <a:latin typeface="汉仪许静行楷简" panose="00020600040101010101" charset="-122"/>
                <a:ea typeface="汉仪许静行楷简" panose="00020600040101010101" charset="-122"/>
                <a:sym typeface="+mn-ea"/>
              </a:rPr>
              <a:t>，内容可酌情增减文字，以便观者可以清楚理解您所传达的信息。</a:t>
            </a:r>
            <a:endParaRPr lang="en-US" sz="2400" dirty="0">
              <a:solidFill>
                <a:srgbClr val="000000"/>
              </a:solidFill>
              <a:latin typeface="汉仪许静行楷简" panose="00020600040101010101" charset="-122"/>
              <a:ea typeface="HYXuJingXingKai" panose="00020600040101010101"/>
            </a:endParaRPr>
          </a:p>
        </p:txBody>
      </p:sp>
      <p:sp>
        <p:nvSpPr>
          <p:cNvPr id="37" name="TextBox 37"/>
          <p:cNvSpPr txBox="1"/>
          <p:nvPr/>
        </p:nvSpPr>
        <p:spPr>
          <a:xfrm>
            <a:off x="9569397" y="4566560"/>
            <a:ext cx="3147881" cy="3052118"/>
          </a:xfrm>
          <a:prstGeom prst="rect">
            <a:avLst/>
          </a:prstGeom>
        </p:spPr>
        <p:txBody>
          <a:bodyPr lIns="0" tIns="0" rIns="0" bIns="0" rtlCol="0" anchor="t">
            <a:spAutoFit/>
          </a:bodyPr>
          <a:lstStyle/>
          <a:p>
            <a:pPr algn="just">
              <a:lnSpc>
                <a:spcPts val="3360"/>
              </a:lnSpc>
              <a:spcBef>
                <a:spcPct val="0"/>
              </a:spcBef>
            </a:pPr>
            <a:r>
              <a:rPr lang="en-US" sz="2400" dirty="0">
                <a:solidFill>
                  <a:srgbClr val="000000"/>
                </a:solidFill>
                <a:latin typeface="汉仪许静行楷简" panose="00020600040101010101" charset="-122"/>
                <a:ea typeface="汉仪许静行楷简" panose="00020600040101010101" charset="-122"/>
                <a:sym typeface="+mn-ea"/>
              </a:rPr>
              <a:t>此处输入你的正文，文字是您理想的提炼，</a:t>
            </a:r>
            <a:r>
              <a:rPr lang="en-US" sz="2400" dirty="0" smtClean="0">
                <a:solidFill>
                  <a:srgbClr val="000000"/>
                </a:solidFill>
                <a:latin typeface="汉仪许静行楷简" panose="00020600040101010101" charset="-122"/>
                <a:ea typeface="汉仪许静行楷简" panose="00020600040101010101" charset="-122"/>
                <a:sym typeface="+mn-ea"/>
              </a:rPr>
              <a:t>为了最终演示的良好效果正文尽量简明扼要</a:t>
            </a:r>
            <a:r>
              <a:rPr lang="en-US" sz="2400" dirty="0">
                <a:solidFill>
                  <a:srgbClr val="000000"/>
                </a:solidFill>
                <a:latin typeface="汉仪许静行楷简" panose="00020600040101010101" charset="-122"/>
                <a:ea typeface="汉仪许静行楷简" panose="00020600040101010101" charset="-122"/>
                <a:sym typeface="+mn-ea"/>
              </a:rPr>
              <a:t>，内容可酌情增减文字，以便观者可以清楚理解您所传达的信息。</a:t>
            </a:r>
            <a:endParaRPr lang="en-US" sz="2400" dirty="0">
              <a:solidFill>
                <a:srgbClr val="000000"/>
              </a:solidFill>
              <a:latin typeface="汉仪许静行楷简" panose="00020600040101010101" charset="-122"/>
              <a:ea typeface="HYXuJingXingKai" panose="00020600040101010101"/>
            </a:endParaRPr>
          </a:p>
        </p:txBody>
      </p:sp>
      <p:sp>
        <p:nvSpPr>
          <p:cNvPr id="38" name="TextBox 38"/>
          <p:cNvSpPr txBox="1"/>
          <p:nvPr/>
        </p:nvSpPr>
        <p:spPr>
          <a:xfrm>
            <a:off x="13693882" y="4566560"/>
            <a:ext cx="3147881" cy="3052118"/>
          </a:xfrm>
          <a:prstGeom prst="rect">
            <a:avLst/>
          </a:prstGeom>
        </p:spPr>
        <p:txBody>
          <a:bodyPr lIns="0" tIns="0" rIns="0" bIns="0" rtlCol="0" anchor="t">
            <a:spAutoFit/>
          </a:bodyPr>
          <a:lstStyle/>
          <a:p>
            <a:pPr algn="l">
              <a:lnSpc>
                <a:spcPts val="3360"/>
              </a:lnSpc>
            </a:pPr>
            <a:r>
              <a:rPr lang="en-US" sz="2400" dirty="0">
                <a:solidFill>
                  <a:srgbClr val="000000"/>
                </a:solidFill>
                <a:latin typeface="汉仪许静行楷简" panose="00020600040101010101" charset="-122"/>
                <a:ea typeface="汉仪许静行楷简" panose="00020600040101010101" charset="-122"/>
                <a:sym typeface="+mn-ea"/>
              </a:rPr>
              <a:t>此处输入你的正文，文字是您理想的提炼，</a:t>
            </a:r>
            <a:r>
              <a:rPr lang="en-US" sz="2400" dirty="0" smtClean="0">
                <a:solidFill>
                  <a:srgbClr val="000000"/>
                </a:solidFill>
                <a:latin typeface="汉仪许静行楷简" panose="00020600040101010101" charset="-122"/>
                <a:ea typeface="汉仪许静行楷简" panose="00020600040101010101" charset="-122"/>
                <a:sym typeface="+mn-ea"/>
              </a:rPr>
              <a:t>为了最终演示的良好效果正文尽量简明扼要</a:t>
            </a:r>
            <a:r>
              <a:rPr lang="en-US" sz="2400" dirty="0">
                <a:solidFill>
                  <a:srgbClr val="000000"/>
                </a:solidFill>
                <a:latin typeface="汉仪许静行楷简" panose="00020600040101010101" charset="-122"/>
                <a:ea typeface="汉仪许静行楷简" panose="00020600040101010101" charset="-122"/>
                <a:sym typeface="+mn-ea"/>
              </a:rPr>
              <a:t>，内容可酌情增减文字，以便观者可以清楚理解您所传达的信息。</a:t>
            </a:r>
            <a:endParaRPr lang="en-US" sz="2400" dirty="0">
              <a:solidFill>
                <a:srgbClr val="000000"/>
              </a:solidFill>
              <a:latin typeface="汉仪许静行楷简" panose="00020600040101010101" charset="-122"/>
              <a:ea typeface="HYXuJingXingKai" panose="00020600040101010101"/>
            </a:endParaRPr>
          </a:p>
        </p:txBody>
      </p:sp>
      <p:sp>
        <p:nvSpPr>
          <p:cNvPr id="39" name="TextBox 39"/>
          <p:cNvSpPr txBox="1"/>
          <p:nvPr/>
        </p:nvSpPr>
        <p:spPr>
          <a:xfrm>
            <a:off x="5209514" y="3323758"/>
            <a:ext cx="3618675" cy="622935"/>
          </a:xfrm>
          <a:prstGeom prst="rect">
            <a:avLst/>
          </a:prstGeom>
        </p:spPr>
        <p:txBody>
          <a:bodyPr lIns="0" tIns="0" rIns="0" bIns="0" rtlCol="0" anchor="t">
            <a:spAutoFit/>
          </a:bodyPr>
          <a:lstStyle/>
          <a:p>
            <a:pPr algn="ctr">
              <a:lnSpc>
                <a:spcPts val="5040"/>
              </a:lnSpc>
            </a:pPr>
            <a:r>
              <a:rPr lang="en-US" sz="3600">
                <a:solidFill>
                  <a:srgbClr val="B95C42"/>
                </a:solidFill>
                <a:latin typeface="汉仪许静行楷简" panose="00020600040101010101" charset="-122"/>
                <a:ea typeface="HYXuJingXingKai" panose="00020600040101010101"/>
              </a:rPr>
              <a:t>请输入标题</a:t>
            </a:r>
          </a:p>
        </p:txBody>
      </p:sp>
      <p:sp>
        <p:nvSpPr>
          <p:cNvPr id="40" name="TextBox 40"/>
          <p:cNvSpPr txBox="1"/>
          <p:nvPr/>
        </p:nvSpPr>
        <p:spPr>
          <a:xfrm>
            <a:off x="10051630" y="2194389"/>
            <a:ext cx="2183414" cy="459105"/>
          </a:xfrm>
          <a:prstGeom prst="rect">
            <a:avLst/>
          </a:prstGeom>
        </p:spPr>
        <p:txBody>
          <a:bodyPr lIns="0" tIns="0" rIns="0" bIns="0" rtlCol="0" anchor="t">
            <a:spAutoFit/>
          </a:bodyPr>
          <a:lstStyle/>
          <a:p>
            <a:pPr marL="0" lvl="0" indent="0" algn="ctr">
              <a:lnSpc>
                <a:spcPts val="3840"/>
              </a:lnSpc>
            </a:pPr>
            <a:r>
              <a:rPr lang="en-US" sz="2400" spc="199">
                <a:solidFill>
                  <a:srgbClr val="FFFFFF"/>
                </a:solidFill>
                <a:latin typeface="汉仪许静行楷简" panose="00020600040101010101" charset="-122"/>
                <a:ea typeface="HYXuJingXingKai" panose="00020600040101010101"/>
              </a:rPr>
              <a:t>叁</a:t>
            </a:r>
          </a:p>
        </p:txBody>
      </p:sp>
      <p:sp>
        <p:nvSpPr>
          <p:cNvPr id="41" name="TextBox 41"/>
          <p:cNvSpPr txBox="1"/>
          <p:nvPr/>
        </p:nvSpPr>
        <p:spPr>
          <a:xfrm>
            <a:off x="9334000" y="3323758"/>
            <a:ext cx="3618675" cy="622935"/>
          </a:xfrm>
          <a:prstGeom prst="rect">
            <a:avLst/>
          </a:prstGeom>
        </p:spPr>
        <p:txBody>
          <a:bodyPr lIns="0" tIns="0" rIns="0" bIns="0" rtlCol="0" anchor="t">
            <a:spAutoFit/>
          </a:bodyPr>
          <a:lstStyle/>
          <a:p>
            <a:pPr algn="ctr">
              <a:lnSpc>
                <a:spcPts val="5040"/>
              </a:lnSpc>
            </a:pPr>
            <a:r>
              <a:rPr lang="en-US" sz="3600">
                <a:solidFill>
                  <a:srgbClr val="B95C42"/>
                </a:solidFill>
                <a:latin typeface="汉仪许静行楷简" panose="00020600040101010101" charset="-122"/>
                <a:ea typeface="HYXuJingXingKai" panose="00020600040101010101"/>
              </a:rPr>
              <a:t>请输入标题</a:t>
            </a:r>
          </a:p>
        </p:txBody>
      </p:sp>
      <p:sp>
        <p:nvSpPr>
          <p:cNvPr id="42" name="TextBox 42"/>
          <p:cNvSpPr txBox="1"/>
          <p:nvPr/>
        </p:nvSpPr>
        <p:spPr>
          <a:xfrm>
            <a:off x="14176116" y="2194389"/>
            <a:ext cx="2183414" cy="459105"/>
          </a:xfrm>
          <a:prstGeom prst="rect">
            <a:avLst/>
          </a:prstGeom>
        </p:spPr>
        <p:txBody>
          <a:bodyPr lIns="0" tIns="0" rIns="0" bIns="0" rtlCol="0" anchor="t">
            <a:spAutoFit/>
          </a:bodyPr>
          <a:lstStyle/>
          <a:p>
            <a:pPr marL="0" lvl="0" indent="0" algn="ctr">
              <a:lnSpc>
                <a:spcPts val="3840"/>
              </a:lnSpc>
            </a:pPr>
            <a:r>
              <a:rPr lang="en-US" sz="2400" spc="199">
                <a:solidFill>
                  <a:srgbClr val="FFFFFF"/>
                </a:solidFill>
                <a:latin typeface="汉仪许静行楷简" panose="00020600040101010101" charset="-122"/>
                <a:ea typeface="HYXuJingXingKai" panose="00020600040101010101"/>
              </a:rPr>
              <a:t>肆</a:t>
            </a:r>
          </a:p>
        </p:txBody>
      </p:sp>
      <p:sp>
        <p:nvSpPr>
          <p:cNvPr id="43" name="TextBox 43"/>
          <p:cNvSpPr txBox="1"/>
          <p:nvPr/>
        </p:nvSpPr>
        <p:spPr>
          <a:xfrm>
            <a:off x="13458485" y="3323758"/>
            <a:ext cx="3618675" cy="622935"/>
          </a:xfrm>
          <a:prstGeom prst="rect">
            <a:avLst/>
          </a:prstGeom>
        </p:spPr>
        <p:txBody>
          <a:bodyPr lIns="0" tIns="0" rIns="0" bIns="0" rtlCol="0" anchor="t">
            <a:spAutoFit/>
          </a:bodyPr>
          <a:lstStyle/>
          <a:p>
            <a:pPr algn="ctr">
              <a:lnSpc>
                <a:spcPts val="5040"/>
              </a:lnSpc>
            </a:pPr>
            <a:r>
              <a:rPr lang="en-US" sz="3600">
                <a:solidFill>
                  <a:srgbClr val="B95C42"/>
                </a:solidFill>
                <a:latin typeface="汉仪许静行楷简" panose="00020600040101010101" charset="-122"/>
                <a:ea typeface="HYXuJingXingKai" panose="00020600040101010101"/>
              </a:rPr>
              <a:t>请输入标题</a:t>
            </a:r>
          </a:p>
        </p:txBody>
      </p:sp>
      <p:sp>
        <p:nvSpPr>
          <p:cNvPr id="44" name="TextBox 44"/>
          <p:cNvSpPr txBox="1"/>
          <p:nvPr/>
        </p:nvSpPr>
        <p:spPr>
          <a:xfrm>
            <a:off x="0" y="9409596"/>
            <a:ext cx="18288000" cy="930498"/>
          </a:xfrm>
          <a:prstGeom prst="rect">
            <a:avLst/>
          </a:prstGeom>
        </p:spPr>
        <p:txBody>
          <a:bodyPr lIns="0" tIns="0" rIns="0" bIns="0" rtlCol="0" anchor="t">
            <a:spAutoFit/>
          </a:bodyPr>
          <a:lstStyle/>
          <a:p>
            <a:pPr>
              <a:lnSpc>
                <a:spcPts val="7010"/>
              </a:lnSpc>
            </a:pPr>
            <a:r>
              <a:rPr lang="en-US" sz="7010" spc="-378">
                <a:solidFill>
                  <a:srgbClr val="22211E">
                    <a:alpha val="6667"/>
                  </a:srgbClr>
                </a:solidFill>
                <a:latin typeface="汉仪许静行楷简" panose="00020600040101010101" charset="-122"/>
                <a:ea typeface="HYQinChuanFeiYing" panose="00020600040101010101"/>
              </a:rPr>
              <a:t>海纳江河启真厚德开物前民树我邦国</a:t>
            </a:r>
          </a:p>
        </p:txBody>
      </p:sp>
      <p:sp>
        <p:nvSpPr>
          <p:cNvPr id="45" name="TextBox 45"/>
          <p:cNvSpPr txBox="1"/>
          <p:nvPr/>
        </p:nvSpPr>
        <p:spPr>
          <a:xfrm>
            <a:off x="1085029" y="3323758"/>
            <a:ext cx="3618675" cy="622935"/>
          </a:xfrm>
          <a:prstGeom prst="rect">
            <a:avLst/>
          </a:prstGeom>
        </p:spPr>
        <p:txBody>
          <a:bodyPr lIns="0" tIns="0" rIns="0" bIns="0" rtlCol="0" anchor="t">
            <a:spAutoFit/>
          </a:bodyPr>
          <a:lstStyle/>
          <a:p>
            <a:pPr algn="ctr">
              <a:lnSpc>
                <a:spcPts val="5040"/>
              </a:lnSpc>
            </a:pPr>
            <a:r>
              <a:rPr lang="en-US" sz="3600">
                <a:solidFill>
                  <a:srgbClr val="B95C42"/>
                </a:solidFill>
                <a:latin typeface="汉仪许静行楷简" panose="00020600040101010101" charset="-122"/>
                <a:ea typeface="HYXuJingXingKai" panose="00020600040101010101"/>
              </a:rPr>
              <a:t>请输入标题</a:t>
            </a:r>
          </a:p>
        </p:txBody>
      </p:sp>
      <p:sp>
        <p:nvSpPr>
          <p:cNvPr id="46" name="TextBox 46"/>
          <p:cNvSpPr txBox="1"/>
          <p:nvPr/>
        </p:nvSpPr>
        <p:spPr>
          <a:xfrm>
            <a:off x="1320425" y="4566560"/>
            <a:ext cx="3147881" cy="3016250"/>
          </a:xfrm>
          <a:prstGeom prst="rect">
            <a:avLst/>
          </a:prstGeom>
        </p:spPr>
        <p:txBody>
          <a:bodyPr lIns="0" tIns="0" rIns="0" bIns="0" rtlCol="0" anchor="t">
            <a:spAutoFit/>
          </a:bodyPr>
          <a:lstStyle/>
          <a:p>
            <a:pPr>
              <a:lnSpc>
                <a:spcPts val="3360"/>
              </a:lnSpc>
              <a:spcBef>
                <a:spcPct val="0"/>
              </a:spcBef>
            </a:pPr>
            <a:r>
              <a:rPr lang="en-US" sz="2400" dirty="0" smtClean="0">
                <a:solidFill>
                  <a:srgbClr val="000000"/>
                </a:solidFill>
                <a:latin typeface="汉仪许静行楷简" panose="00020600040101010101" charset="-122"/>
                <a:ea typeface="汉仪许静行楷简" panose="00020600040101010101" charset="-122"/>
              </a:rPr>
              <a:t>此处输入你的正文，文字是您理想的提炼，为了最终演示的良好效果正文尽量简明扼要，内容可酌情增减文字，以便观者可以清楚理解您所传达的信息。</a:t>
            </a:r>
            <a:endParaRPr lang="en-US" sz="2400" dirty="0">
              <a:solidFill>
                <a:srgbClr val="000000"/>
              </a:solidFill>
              <a:latin typeface="汉仪许静行楷简" panose="00020600040101010101" charset="-122"/>
              <a:ea typeface="汉仪许静行楷简" panose="00020600040101010101" charset="-122"/>
            </a:endParaRPr>
          </a:p>
        </p:txBody>
      </p:sp>
      <p:sp>
        <p:nvSpPr>
          <p:cNvPr id="47" name="TextBox 47"/>
          <p:cNvSpPr txBox="1"/>
          <p:nvPr/>
        </p:nvSpPr>
        <p:spPr>
          <a:xfrm>
            <a:off x="5927144" y="2194389"/>
            <a:ext cx="2183414" cy="459105"/>
          </a:xfrm>
          <a:prstGeom prst="rect">
            <a:avLst/>
          </a:prstGeom>
        </p:spPr>
        <p:txBody>
          <a:bodyPr lIns="0" tIns="0" rIns="0" bIns="0" rtlCol="0" anchor="t">
            <a:spAutoFit/>
          </a:bodyPr>
          <a:lstStyle/>
          <a:p>
            <a:pPr marL="0" lvl="0" indent="0" algn="ctr">
              <a:lnSpc>
                <a:spcPts val="3840"/>
              </a:lnSpc>
            </a:pPr>
            <a:r>
              <a:rPr lang="en-US" sz="2400" spc="199">
                <a:solidFill>
                  <a:srgbClr val="FFFFFF"/>
                </a:solidFill>
                <a:latin typeface="汉仪许静行楷简" panose="00020600040101010101" charset="-122"/>
                <a:ea typeface="HYXuJingXingKai" panose="00020600040101010101"/>
              </a:rPr>
              <a:t>贰</a:t>
            </a:r>
          </a:p>
        </p:txBody>
      </p:sp>
      <p:sp>
        <p:nvSpPr>
          <p:cNvPr id="48" name="Freeform 48"/>
          <p:cNvSpPr/>
          <p:nvPr/>
        </p:nvSpPr>
        <p:spPr>
          <a:xfrm>
            <a:off x="965490" y="828758"/>
            <a:ext cx="1323143" cy="940634"/>
          </a:xfrm>
          <a:custGeom>
            <a:avLst/>
            <a:gdLst/>
            <a:ahLst/>
            <a:cxnLst/>
            <a:rect l="l" t="t" r="r" b="b"/>
            <a:pathLst>
              <a:path w="1323143" h="940634">
                <a:moveTo>
                  <a:pt x="0" y="0"/>
                </a:moveTo>
                <a:lnTo>
                  <a:pt x="1323143" y="0"/>
                </a:lnTo>
                <a:lnTo>
                  <a:pt x="1323143" y="940634"/>
                </a:lnTo>
                <a:lnTo>
                  <a:pt x="0" y="940634"/>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pic>
        <p:nvPicPr>
          <p:cNvPr id="55" name="图片 54"/>
          <p:cNvPicPr>
            <a:picLocks noChangeAspect="1"/>
          </p:cNvPicPr>
          <p:nvPr/>
        </p:nvPicPr>
        <p:blipFill rotWithShape="1">
          <a:blip r:embed="rId8">
            <a:extLst>
              <a:ext uri="{28A0092B-C50C-407E-A947-70E740481C1C}">
                <a14:useLocalDpi xmlns:a14="http://schemas.microsoft.com/office/drawing/2010/main" val="0"/>
              </a:ext>
            </a:extLst>
          </a:blip>
          <a:srcRect t="33998" b="30798"/>
          <a:stretch/>
        </p:blipFill>
        <p:spPr>
          <a:xfrm>
            <a:off x="14399025" y="285081"/>
            <a:ext cx="3557435" cy="1252373"/>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2184" b="-72184"/>
            </a:stretch>
          </a:blipFill>
        </p:spPr>
      </p:sp>
      <p:grpSp>
        <p:nvGrpSpPr>
          <p:cNvPr id="3" name="Group 3"/>
          <p:cNvGrpSpPr/>
          <p:nvPr/>
        </p:nvGrpSpPr>
        <p:grpSpPr>
          <a:xfrm>
            <a:off x="0" y="0"/>
            <a:ext cx="18288000" cy="4562984"/>
            <a:chOff x="0" y="0"/>
            <a:chExt cx="4816593" cy="1201773"/>
          </a:xfrm>
        </p:grpSpPr>
        <p:sp>
          <p:nvSpPr>
            <p:cNvPr id="4" name="Freeform 4"/>
            <p:cNvSpPr/>
            <p:nvPr/>
          </p:nvSpPr>
          <p:spPr>
            <a:xfrm>
              <a:off x="0" y="0"/>
              <a:ext cx="4816592" cy="1201773"/>
            </a:xfrm>
            <a:custGeom>
              <a:avLst/>
              <a:gdLst/>
              <a:ahLst/>
              <a:cxnLst/>
              <a:rect l="l" t="t" r="r" b="b"/>
              <a:pathLst>
                <a:path w="4816592" h="1201773">
                  <a:moveTo>
                    <a:pt x="0" y="0"/>
                  </a:moveTo>
                  <a:lnTo>
                    <a:pt x="4816592" y="0"/>
                  </a:lnTo>
                  <a:lnTo>
                    <a:pt x="4816592" y="1201773"/>
                  </a:lnTo>
                  <a:lnTo>
                    <a:pt x="0" y="1201773"/>
                  </a:lnTo>
                  <a:close/>
                </a:path>
              </a:pathLst>
            </a:custGeom>
            <a:solidFill>
              <a:srgbClr val="A12B2A"/>
            </a:solidFill>
          </p:spPr>
        </p:sp>
        <p:sp>
          <p:nvSpPr>
            <p:cNvPr id="5" name="TextBox 5"/>
            <p:cNvSpPr txBox="1"/>
            <p:nvPr/>
          </p:nvSpPr>
          <p:spPr>
            <a:xfrm>
              <a:off x="0" y="-47625"/>
              <a:ext cx="4816593" cy="1249398"/>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sp>
        <p:nvSpPr>
          <p:cNvPr id="6" name="TextBox 6"/>
          <p:cNvSpPr txBox="1"/>
          <p:nvPr/>
        </p:nvSpPr>
        <p:spPr>
          <a:xfrm>
            <a:off x="0" y="107479"/>
            <a:ext cx="18288000" cy="4423410"/>
          </a:xfrm>
          <a:prstGeom prst="rect">
            <a:avLst/>
          </a:prstGeom>
        </p:spPr>
        <p:txBody>
          <a:bodyPr lIns="0" tIns="0" rIns="0" bIns="0" rtlCol="0" anchor="t">
            <a:spAutoFit/>
          </a:bodyPr>
          <a:lstStyle/>
          <a:p>
            <a:pPr>
              <a:lnSpc>
                <a:spcPts val="6900"/>
              </a:lnSpc>
            </a:pPr>
            <a:r>
              <a:rPr lang="en-US" sz="6900" spc="-372">
                <a:solidFill>
                  <a:srgbClr val="22211E">
                    <a:alpha val="6667"/>
                  </a:srgbClr>
                </a:solidFill>
                <a:latin typeface="HYQinChuanFeiYing" panose="00020600040101010101"/>
                <a:ea typeface="HYQinChuanFeiYing" panose="00020600040101010101"/>
              </a:rPr>
              <a:t>求是创新的渊源可以追溯至浙大的前身求是书院。求是书院自创建之日起，就提倡“务求实学，存是去非”。并在师生中逐渐形成了“正其谊、不谋其利，明其道、不计其功”“以尽一已职责”的“求是”校风，这种校风一直延续到以后的浙江大学。</a:t>
            </a:r>
          </a:p>
        </p:txBody>
      </p:sp>
      <p:grpSp>
        <p:nvGrpSpPr>
          <p:cNvPr id="7" name="Group 7"/>
          <p:cNvGrpSpPr/>
          <p:nvPr/>
        </p:nvGrpSpPr>
        <p:grpSpPr>
          <a:xfrm>
            <a:off x="805553" y="2268556"/>
            <a:ext cx="16826319" cy="6816184"/>
            <a:chOff x="0" y="0"/>
            <a:chExt cx="4758939" cy="1927802"/>
          </a:xfrm>
        </p:grpSpPr>
        <p:sp>
          <p:nvSpPr>
            <p:cNvPr id="8" name="Freeform 8"/>
            <p:cNvSpPr/>
            <p:nvPr/>
          </p:nvSpPr>
          <p:spPr>
            <a:xfrm>
              <a:off x="0" y="0"/>
              <a:ext cx="4758939" cy="1927802"/>
            </a:xfrm>
            <a:custGeom>
              <a:avLst/>
              <a:gdLst/>
              <a:ahLst/>
              <a:cxnLst/>
              <a:rect l="l" t="t" r="r" b="b"/>
              <a:pathLst>
                <a:path w="4758939" h="1927802">
                  <a:moveTo>
                    <a:pt x="0" y="0"/>
                  </a:moveTo>
                  <a:lnTo>
                    <a:pt x="4758939" y="0"/>
                  </a:lnTo>
                  <a:lnTo>
                    <a:pt x="4758939" y="1927802"/>
                  </a:lnTo>
                  <a:lnTo>
                    <a:pt x="0" y="1927802"/>
                  </a:lnTo>
                  <a:close/>
                </a:path>
              </a:pathLst>
            </a:custGeom>
            <a:solidFill>
              <a:srgbClr val="FFFFFF"/>
            </a:solidFill>
            <a:ln w="38100" cap="sq">
              <a:solidFill>
                <a:srgbClr val="DBCDB3"/>
              </a:solidFill>
              <a:prstDash val="solid"/>
              <a:miter/>
            </a:ln>
          </p:spPr>
        </p:sp>
        <p:sp>
          <p:nvSpPr>
            <p:cNvPr id="9" name="TextBox 9"/>
            <p:cNvSpPr txBox="1"/>
            <p:nvPr/>
          </p:nvSpPr>
          <p:spPr>
            <a:xfrm>
              <a:off x="0" y="-47625"/>
              <a:ext cx="4758939" cy="1975427"/>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10" name="Group 10"/>
          <p:cNvGrpSpPr/>
          <p:nvPr/>
        </p:nvGrpSpPr>
        <p:grpSpPr>
          <a:xfrm>
            <a:off x="1170309" y="2868730"/>
            <a:ext cx="6454519" cy="5607599"/>
            <a:chOff x="0" y="0"/>
            <a:chExt cx="8606026" cy="7476798"/>
          </a:xfrm>
        </p:grpSpPr>
      </p:grpSp>
      <p:grpSp>
        <p:nvGrpSpPr>
          <p:cNvPr id="11" name="Group 11"/>
          <p:cNvGrpSpPr/>
          <p:nvPr/>
        </p:nvGrpSpPr>
        <p:grpSpPr>
          <a:xfrm>
            <a:off x="8365359" y="3504398"/>
            <a:ext cx="4189345" cy="2253786"/>
            <a:chOff x="0" y="0"/>
            <a:chExt cx="5585794" cy="3005048"/>
          </a:xfrm>
        </p:grpSpPr>
        <p:sp>
          <p:nvSpPr>
            <p:cNvPr id="12" name="TextBox 12"/>
            <p:cNvSpPr txBox="1"/>
            <p:nvPr/>
          </p:nvSpPr>
          <p:spPr>
            <a:xfrm>
              <a:off x="0" y="-161925"/>
              <a:ext cx="5585794" cy="1007745"/>
            </a:xfrm>
            <a:prstGeom prst="rect">
              <a:avLst/>
            </a:prstGeom>
          </p:spPr>
          <p:txBody>
            <a:bodyPr lIns="0" tIns="0" rIns="0" bIns="0" rtlCol="0" anchor="t">
              <a:spAutoFit/>
            </a:bodyPr>
            <a:lstStyle/>
            <a:p>
              <a:pPr>
                <a:lnSpc>
                  <a:spcPts val="6720"/>
                </a:lnSpc>
              </a:pPr>
              <a:r>
                <a:rPr lang="en-US" sz="4200">
                  <a:solidFill>
                    <a:srgbClr val="B95C42"/>
                  </a:solidFill>
                  <a:latin typeface="汉仪许静行楷简" panose="00020600040101010101" charset="-122"/>
                  <a:ea typeface="HYXuJingXingKai" panose="00020600040101010101"/>
                </a:rPr>
                <a:t>请输入内容</a:t>
              </a:r>
            </a:p>
          </p:txBody>
        </p:sp>
        <p:sp>
          <p:nvSpPr>
            <p:cNvPr id="13" name="TextBox 13"/>
            <p:cNvSpPr txBox="1"/>
            <p:nvPr/>
          </p:nvSpPr>
          <p:spPr>
            <a:xfrm>
              <a:off x="0" y="1394688"/>
              <a:ext cx="5199006" cy="1610360"/>
            </a:xfrm>
            <a:prstGeom prst="rect">
              <a:avLst/>
            </a:prstGeom>
          </p:spPr>
          <p:txBody>
            <a:bodyPr lIns="0" tIns="0" rIns="0" bIns="0" rtlCol="0" anchor="t">
              <a:spAutoFit/>
            </a:bodyPr>
            <a:lstStyle/>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p:txBody>
        </p:sp>
        <p:sp>
          <p:nvSpPr>
            <p:cNvPr id="14" name="AutoShape 14"/>
            <p:cNvSpPr/>
            <p:nvPr/>
          </p:nvSpPr>
          <p:spPr>
            <a:xfrm>
              <a:off x="0" y="1051788"/>
              <a:ext cx="4961072" cy="0"/>
            </a:xfrm>
            <a:prstGeom prst="line">
              <a:avLst/>
            </a:prstGeom>
            <a:ln w="50800" cap="flat">
              <a:solidFill>
                <a:srgbClr val="A12B2A">
                  <a:alpha val="38824"/>
                </a:srgbClr>
              </a:solidFill>
              <a:prstDash val="solid"/>
              <a:headEnd type="none" w="sm" len="sm"/>
              <a:tailEnd type="none" w="sm" len="sm"/>
            </a:ln>
          </p:spPr>
        </p:sp>
      </p:grpSp>
      <p:grpSp>
        <p:nvGrpSpPr>
          <p:cNvPr id="15" name="Group 15"/>
          <p:cNvGrpSpPr/>
          <p:nvPr/>
        </p:nvGrpSpPr>
        <p:grpSpPr>
          <a:xfrm>
            <a:off x="12891437" y="3504398"/>
            <a:ext cx="4189345" cy="2253786"/>
            <a:chOff x="0" y="0"/>
            <a:chExt cx="5585794" cy="3005048"/>
          </a:xfrm>
        </p:grpSpPr>
        <p:sp>
          <p:nvSpPr>
            <p:cNvPr id="16" name="TextBox 16"/>
            <p:cNvSpPr txBox="1"/>
            <p:nvPr/>
          </p:nvSpPr>
          <p:spPr>
            <a:xfrm>
              <a:off x="0" y="-161925"/>
              <a:ext cx="5585794" cy="1007745"/>
            </a:xfrm>
            <a:prstGeom prst="rect">
              <a:avLst/>
            </a:prstGeom>
          </p:spPr>
          <p:txBody>
            <a:bodyPr lIns="0" tIns="0" rIns="0" bIns="0" rtlCol="0" anchor="t">
              <a:spAutoFit/>
            </a:bodyPr>
            <a:lstStyle/>
            <a:p>
              <a:pPr>
                <a:lnSpc>
                  <a:spcPts val="6720"/>
                </a:lnSpc>
              </a:pPr>
              <a:r>
                <a:rPr lang="en-US" sz="4200">
                  <a:solidFill>
                    <a:srgbClr val="B95C42"/>
                  </a:solidFill>
                  <a:latin typeface="汉仪许静行楷简" panose="00020600040101010101" charset="-122"/>
                  <a:ea typeface="HYXuJingXingKai" panose="00020600040101010101"/>
                </a:rPr>
                <a:t>请输入内容</a:t>
              </a:r>
            </a:p>
          </p:txBody>
        </p:sp>
        <p:sp>
          <p:nvSpPr>
            <p:cNvPr id="17" name="TextBox 17"/>
            <p:cNvSpPr txBox="1"/>
            <p:nvPr/>
          </p:nvSpPr>
          <p:spPr>
            <a:xfrm>
              <a:off x="0" y="1394688"/>
              <a:ext cx="5199006" cy="1610360"/>
            </a:xfrm>
            <a:prstGeom prst="rect">
              <a:avLst/>
            </a:prstGeom>
          </p:spPr>
          <p:txBody>
            <a:bodyPr lIns="0" tIns="0" rIns="0" bIns="0" rtlCol="0" anchor="t">
              <a:spAutoFit/>
            </a:bodyPr>
            <a:lstStyle/>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p:txBody>
        </p:sp>
        <p:sp>
          <p:nvSpPr>
            <p:cNvPr id="18" name="AutoShape 18"/>
            <p:cNvSpPr/>
            <p:nvPr/>
          </p:nvSpPr>
          <p:spPr>
            <a:xfrm>
              <a:off x="0" y="1051788"/>
              <a:ext cx="4961072" cy="0"/>
            </a:xfrm>
            <a:prstGeom prst="line">
              <a:avLst/>
            </a:prstGeom>
            <a:ln w="50800" cap="flat">
              <a:solidFill>
                <a:srgbClr val="A12B2A">
                  <a:alpha val="38824"/>
                </a:srgbClr>
              </a:solidFill>
              <a:prstDash val="solid"/>
              <a:headEnd type="none" w="sm" len="sm"/>
              <a:tailEnd type="none" w="sm" len="sm"/>
            </a:ln>
          </p:spPr>
        </p:sp>
      </p:grpSp>
      <p:grpSp>
        <p:nvGrpSpPr>
          <p:cNvPr id="19" name="Group 19"/>
          <p:cNvGrpSpPr/>
          <p:nvPr/>
        </p:nvGrpSpPr>
        <p:grpSpPr>
          <a:xfrm>
            <a:off x="8196992" y="6014213"/>
            <a:ext cx="4189345" cy="2253786"/>
            <a:chOff x="0" y="0"/>
            <a:chExt cx="5585794" cy="3005048"/>
          </a:xfrm>
        </p:grpSpPr>
        <p:sp>
          <p:nvSpPr>
            <p:cNvPr id="20" name="TextBox 20"/>
            <p:cNvSpPr txBox="1"/>
            <p:nvPr/>
          </p:nvSpPr>
          <p:spPr>
            <a:xfrm>
              <a:off x="0" y="-161925"/>
              <a:ext cx="5585794" cy="1007745"/>
            </a:xfrm>
            <a:prstGeom prst="rect">
              <a:avLst/>
            </a:prstGeom>
          </p:spPr>
          <p:txBody>
            <a:bodyPr lIns="0" tIns="0" rIns="0" bIns="0" rtlCol="0" anchor="t">
              <a:spAutoFit/>
            </a:bodyPr>
            <a:lstStyle/>
            <a:p>
              <a:pPr>
                <a:lnSpc>
                  <a:spcPts val="6720"/>
                </a:lnSpc>
              </a:pPr>
              <a:r>
                <a:rPr lang="en-US" sz="4200">
                  <a:solidFill>
                    <a:srgbClr val="B95C42"/>
                  </a:solidFill>
                  <a:latin typeface="汉仪许静行楷简" panose="00020600040101010101" charset="-122"/>
                  <a:ea typeface="HYXuJingXingKai" panose="00020600040101010101"/>
                </a:rPr>
                <a:t>请输入内容</a:t>
              </a:r>
            </a:p>
          </p:txBody>
        </p:sp>
        <p:sp>
          <p:nvSpPr>
            <p:cNvPr id="21" name="TextBox 21"/>
            <p:cNvSpPr txBox="1"/>
            <p:nvPr/>
          </p:nvSpPr>
          <p:spPr>
            <a:xfrm>
              <a:off x="0" y="1394688"/>
              <a:ext cx="5199006" cy="1610360"/>
            </a:xfrm>
            <a:prstGeom prst="rect">
              <a:avLst/>
            </a:prstGeom>
          </p:spPr>
          <p:txBody>
            <a:bodyPr lIns="0" tIns="0" rIns="0" bIns="0" rtlCol="0" anchor="t">
              <a:spAutoFit/>
            </a:bodyPr>
            <a:lstStyle/>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p:txBody>
        </p:sp>
        <p:sp>
          <p:nvSpPr>
            <p:cNvPr id="22" name="AutoShape 22"/>
            <p:cNvSpPr/>
            <p:nvPr/>
          </p:nvSpPr>
          <p:spPr>
            <a:xfrm>
              <a:off x="0" y="1051788"/>
              <a:ext cx="4961072" cy="0"/>
            </a:xfrm>
            <a:prstGeom prst="line">
              <a:avLst/>
            </a:prstGeom>
            <a:ln w="50800" cap="flat">
              <a:solidFill>
                <a:srgbClr val="A12B2A">
                  <a:alpha val="38824"/>
                </a:srgbClr>
              </a:solidFill>
              <a:prstDash val="solid"/>
              <a:headEnd type="none" w="sm" len="sm"/>
              <a:tailEnd type="none" w="sm" len="sm"/>
            </a:ln>
          </p:spPr>
        </p:sp>
      </p:grpSp>
      <p:grpSp>
        <p:nvGrpSpPr>
          <p:cNvPr id="23" name="Group 23"/>
          <p:cNvGrpSpPr/>
          <p:nvPr/>
        </p:nvGrpSpPr>
        <p:grpSpPr>
          <a:xfrm>
            <a:off x="12723071" y="6014213"/>
            <a:ext cx="4189345" cy="2253786"/>
            <a:chOff x="0" y="0"/>
            <a:chExt cx="5585794" cy="3005048"/>
          </a:xfrm>
        </p:grpSpPr>
        <p:sp>
          <p:nvSpPr>
            <p:cNvPr id="24" name="TextBox 24"/>
            <p:cNvSpPr txBox="1"/>
            <p:nvPr/>
          </p:nvSpPr>
          <p:spPr>
            <a:xfrm>
              <a:off x="0" y="-161925"/>
              <a:ext cx="5585794" cy="1007745"/>
            </a:xfrm>
            <a:prstGeom prst="rect">
              <a:avLst/>
            </a:prstGeom>
          </p:spPr>
          <p:txBody>
            <a:bodyPr lIns="0" tIns="0" rIns="0" bIns="0" rtlCol="0" anchor="t">
              <a:spAutoFit/>
            </a:bodyPr>
            <a:lstStyle/>
            <a:p>
              <a:pPr>
                <a:lnSpc>
                  <a:spcPts val="6720"/>
                </a:lnSpc>
              </a:pPr>
              <a:r>
                <a:rPr lang="en-US" sz="4200">
                  <a:solidFill>
                    <a:srgbClr val="B95C42"/>
                  </a:solidFill>
                  <a:latin typeface="汉仪许静行楷简" panose="00020600040101010101" charset="-122"/>
                  <a:ea typeface="HYXuJingXingKai" panose="00020600040101010101"/>
                </a:rPr>
                <a:t>请输入内容</a:t>
              </a:r>
            </a:p>
          </p:txBody>
        </p:sp>
        <p:sp>
          <p:nvSpPr>
            <p:cNvPr id="25" name="TextBox 25"/>
            <p:cNvSpPr txBox="1"/>
            <p:nvPr/>
          </p:nvSpPr>
          <p:spPr>
            <a:xfrm>
              <a:off x="0" y="1394688"/>
              <a:ext cx="5199006" cy="1610360"/>
            </a:xfrm>
            <a:prstGeom prst="rect">
              <a:avLst/>
            </a:prstGeom>
          </p:spPr>
          <p:txBody>
            <a:bodyPr lIns="0" tIns="0" rIns="0" bIns="0" rtlCol="0" anchor="t">
              <a:spAutoFit/>
            </a:bodyPr>
            <a:lstStyle/>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p:txBody>
        </p:sp>
        <p:sp>
          <p:nvSpPr>
            <p:cNvPr id="26" name="AutoShape 26"/>
            <p:cNvSpPr/>
            <p:nvPr/>
          </p:nvSpPr>
          <p:spPr>
            <a:xfrm>
              <a:off x="0" y="1051788"/>
              <a:ext cx="4961072" cy="0"/>
            </a:xfrm>
            <a:prstGeom prst="line">
              <a:avLst/>
            </a:prstGeom>
            <a:ln w="50800" cap="flat">
              <a:solidFill>
                <a:srgbClr val="A12B2A">
                  <a:alpha val="38824"/>
                </a:srgbClr>
              </a:solidFill>
              <a:prstDash val="solid"/>
              <a:headEnd type="none" w="sm" len="sm"/>
              <a:tailEnd type="none" w="sm" len="sm"/>
            </a:ln>
          </p:spPr>
        </p:sp>
      </p:grpSp>
      <p:sp>
        <p:nvSpPr>
          <p:cNvPr id="27" name="TextBox 27"/>
          <p:cNvSpPr txBox="1"/>
          <p:nvPr/>
        </p:nvSpPr>
        <p:spPr>
          <a:xfrm>
            <a:off x="2434421" y="767444"/>
            <a:ext cx="15197451" cy="909955"/>
          </a:xfrm>
          <a:prstGeom prst="rect">
            <a:avLst/>
          </a:prstGeom>
        </p:spPr>
        <p:txBody>
          <a:bodyPr lIns="0" tIns="0" rIns="0" bIns="0" rtlCol="0" anchor="t">
            <a:spAutoFit/>
          </a:bodyPr>
          <a:lstStyle/>
          <a:p>
            <a:pPr>
              <a:lnSpc>
                <a:spcPts val="7040"/>
              </a:lnSpc>
            </a:pPr>
            <a:r>
              <a:rPr lang="en-US" sz="6400">
                <a:solidFill>
                  <a:srgbClr val="FCF7EE"/>
                </a:solidFill>
                <a:latin typeface="汉仪许静行楷简" panose="00020600040101010101" charset="-122"/>
                <a:ea typeface="HYXuJingXingKai" panose="00020600040101010101"/>
              </a:rPr>
              <a:t>请输入标题</a:t>
            </a:r>
          </a:p>
        </p:txBody>
      </p:sp>
      <p:sp>
        <p:nvSpPr>
          <p:cNvPr id="28" name="Freeform 28"/>
          <p:cNvSpPr/>
          <p:nvPr/>
        </p:nvSpPr>
        <p:spPr>
          <a:xfrm>
            <a:off x="965490" y="828758"/>
            <a:ext cx="1323143" cy="940634"/>
          </a:xfrm>
          <a:custGeom>
            <a:avLst/>
            <a:gdLst/>
            <a:ahLst/>
            <a:cxnLst/>
            <a:rect l="l" t="t" r="r" b="b"/>
            <a:pathLst>
              <a:path w="1323143" h="940634">
                <a:moveTo>
                  <a:pt x="0" y="0"/>
                </a:moveTo>
                <a:lnTo>
                  <a:pt x="1323143" y="0"/>
                </a:lnTo>
                <a:lnTo>
                  <a:pt x="1323143" y="940634"/>
                </a:lnTo>
                <a:lnTo>
                  <a:pt x="0" y="94063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30" name="Group 30"/>
          <p:cNvGrpSpPr/>
          <p:nvPr/>
        </p:nvGrpSpPr>
        <p:grpSpPr>
          <a:xfrm>
            <a:off x="3470403" y="4572509"/>
            <a:ext cx="1873381" cy="1873374"/>
            <a:chOff x="0" y="0"/>
            <a:chExt cx="6350000" cy="6349975"/>
          </a:xfrm>
        </p:grpSpPr>
        <p:sp>
          <p:nvSpPr>
            <p:cNvPr id="31" name="Freeform 31"/>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5"/>
              <a:stretch>
                <a:fillRect l="-22463" r="-22463"/>
              </a:stretch>
            </a:blipFill>
          </p:spPr>
        </p:sp>
      </p:grpSp>
      <p:sp>
        <p:nvSpPr>
          <p:cNvPr id="38" name="object 15"/>
          <p:cNvSpPr txBox="1"/>
          <p:nvPr/>
        </p:nvSpPr>
        <p:spPr>
          <a:xfrm>
            <a:off x="931545" y="6197600"/>
            <a:ext cx="1085850" cy="376555"/>
          </a:xfrm>
          <a:prstGeom prst="rect">
            <a:avLst/>
          </a:prstGeom>
        </p:spPr>
        <p:txBody>
          <a:bodyPr vert="horz" wrap="square" lIns="0" tIns="12065" rIns="0" bIns="0" rtlCol="0">
            <a:spAutoFit/>
          </a:bodyPr>
          <a:lstStyle/>
          <a:p>
            <a:pPr marL="203200" marR="5080" indent="-191135">
              <a:lnSpc>
                <a:spcPct val="113000"/>
              </a:lnSpc>
              <a:spcBef>
                <a:spcPts val="95"/>
              </a:spcBef>
            </a:pPr>
            <a:r>
              <a:rPr lang="en-US" sz="2100">
                <a:solidFill>
                  <a:srgbClr val="000000"/>
                </a:solidFill>
                <a:ea typeface="HYXuJingXingKai" panose="00020600040101010101"/>
              </a:rPr>
              <a:t>添加内容  </a:t>
            </a:r>
            <a:endParaRPr sz="1500">
              <a:latin typeface="Microsoft Sans Serif" panose="020B0604020202020204"/>
              <a:cs typeface="Microsoft Sans Serif" panose="020B0604020202020204"/>
            </a:endParaRPr>
          </a:p>
        </p:txBody>
      </p:sp>
      <p:pic>
        <p:nvPicPr>
          <p:cNvPr id="41" name="object 11"/>
          <p:cNvPicPr/>
          <p:nvPr/>
        </p:nvPicPr>
        <p:blipFill>
          <a:blip r:embed="rId6" cstate="print"/>
          <a:stretch>
            <a:fillRect/>
          </a:stretch>
        </p:blipFill>
        <p:spPr>
          <a:xfrm>
            <a:off x="1944126" y="3035715"/>
            <a:ext cx="4905949" cy="4905949"/>
          </a:xfrm>
          <a:prstGeom prst="rect">
            <a:avLst/>
          </a:prstGeom>
        </p:spPr>
      </p:pic>
      <p:sp>
        <p:nvSpPr>
          <p:cNvPr id="42" name="object 15"/>
          <p:cNvSpPr txBox="1"/>
          <p:nvPr/>
        </p:nvSpPr>
        <p:spPr>
          <a:xfrm>
            <a:off x="3644265" y="8140065"/>
            <a:ext cx="1085850" cy="376555"/>
          </a:xfrm>
          <a:prstGeom prst="rect">
            <a:avLst/>
          </a:prstGeom>
        </p:spPr>
        <p:txBody>
          <a:bodyPr vert="horz" wrap="square" lIns="0" tIns="12065" rIns="0" bIns="0" rtlCol="0">
            <a:spAutoFit/>
          </a:bodyPr>
          <a:lstStyle/>
          <a:p>
            <a:pPr marL="203200" marR="5080" indent="-191135">
              <a:lnSpc>
                <a:spcPct val="113000"/>
              </a:lnSpc>
              <a:spcBef>
                <a:spcPts val="95"/>
              </a:spcBef>
            </a:pPr>
            <a:r>
              <a:rPr lang="en-US" sz="2100">
                <a:solidFill>
                  <a:srgbClr val="000000"/>
                </a:solidFill>
                <a:ea typeface="HYXuJingXingKai" panose="00020600040101010101"/>
              </a:rPr>
              <a:t>添加内容  </a:t>
            </a:r>
            <a:endParaRPr sz="1500">
              <a:latin typeface="Microsoft Sans Serif" panose="020B0604020202020204"/>
              <a:cs typeface="Microsoft Sans Serif" panose="020B0604020202020204"/>
            </a:endParaRPr>
          </a:p>
        </p:txBody>
      </p:sp>
      <p:sp>
        <p:nvSpPr>
          <p:cNvPr id="43" name="object 15"/>
          <p:cNvSpPr txBox="1"/>
          <p:nvPr/>
        </p:nvSpPr>
        <p:spPr>
          <a:xfrm>
            <a:off x="1386840" y="3382645"/>
            <a:ext cx="1085850" cy="376555"/>
          </a:xfrm>
          <a:prstGeom prst="rect">
            <a:avLst/>
          </a:prstGeom>
        </p:spPr>
        <p:txBody>
          <a:bodyPr vert="horz" wrap="square" lIns="0" tIns="12065" rIns="0" bIns="0" rtlCol="0">
            <a:spAutoFit/>
          </a:bodyPr>
          <a:lstStyle/>
          <a:p>
            <a:pPr marL="203200" marR="5080" indent="-191135">
              <a:lnSpc>
                <a:spcPct val="113000"/>
              </a:lnSpc>
              <a:spcBef>
                <a:spcPts val="95"/>
              </a:spcBef>
            </a:pPr>
            <a:r>
              <a:rPr lang="en-US" sz="2100">
                <a:solidFill>
                  <a:srgbClr val="000000"/>
                </a:solidFill>
                <a:ea typeface="HYXuJingXingKai" panose="00020600040101010101"/>
              </a:rPr>
              <a:t>添加内容  </a:t>
            </a:r>
            <a:endParaRPr sz="1500">
              <a:latin typeface="Microsoft Sans Serif" panose="020B0604020202020204"/>
              <a:cs typeface="Microsoft Sans Serif" panose="020B0604020202020204"/>
            </a:endParaRPr>
          </a:p>
        </p:txBody>
      </p:sp>
      <p:sp>
        <p:nvSpPr>
          <p:cNvPr id="44" name="object 15"/>
          <p:cNvSpPr txBox="1"/>
          <p:nvPr/>
        </p:nvSpPr>
        <p:spPr>
          <a:xfrm>
            <a:off x="6467475" y="3382645"/>
            <a:ext cx="1085850" cy="376555"/>
          </a:xfrm>
          <a:prstGeom prst="rect">
            <a:avLst/>
          </a:prstGeom>
        </p:spPr>
        <p:txBody>
          <a:bodyPr vert="horz" wrap="square" lIns="0" tIns="12065" rIns="0" bIns="0" rtlCol="0">
            <a:spAutoFit/>
          </a:bodyPr>
          <a:lstStyle/>
          <a:p>
            <a:pPr marL="203200" marR="5080" indent="-191135">
              <a:lnSpc>
                <a:spcPct val="113000"/>
              </a:lnSpc>
              <a:spcBef>
                <a:spcPts val="95"/>
              </a:spcBef>
            </a:pPr>
            <a:r>
              <a:rPr lang="en-US" sz="2100" dirty="0" err="1">
                <a:solidFill>
                  <a:srgbClr val="000000"/>
                </a:solidFill>
                <a:ea typeface="HYXuJingXingKai" panose="00020600040101010101"/>
              </a:rPr>
              <a:t>添加内容</a:t>
            </a:r>
            <a:r>
              <a:rPr lang="en-US" sz="2100" dirty="0">
                <a:solidFill>
                  <a:srgbClr val="000000"/>
                </a:solidFill>
                <a:ea typeface="HYXuJingXingKai" panose="00020600040101010101"/>
              </a:rPr>
              <a:t>  </a:t>
            </a:r>
            <a:endParaRPr sz="1500" dirty="0">
              <a:latin typeface="Microsoft Sans Serif" panose="020B0604020202020204"/>
              <a:cs typeface="Microsoft Sans Serif" panose="020B0604020202020204"/>
            </a:endParaRPr>
          </a:p>
        </p:txBody>
      </p:sp>
      <p:sp>
        <p:nvSpPr>
          <p:cNvPr id="45" name="object 15"/>
          <p:cNvSpPr txBox="1"/>
          <p:nvPr/>
        </p:nvSpPr>
        <p:spPr>
          <a:xfrm>
            <a:off x="6904990" y="6271895"/>
            <a:ext cx="1085850" cy="376555"/>
          </a:xfrm>
          <a:prstGeom prst="rect">
            <a:avLst/>
          </a:prstGeom>
        </p:spPr>
        <p:txBody>
          <a:bodyPr vert="horz" wrap="square" lIns="0" tIns="12065" rIns="0" bIns="0" rtlCol="0">
            <a:spAutoFit/>
          </a:bodyPr>
          <a:lstStyle/>
          <a:p>
            <a:pPr marL="203200" marR="5080" indent="-191135">
              <a:lnSpc>
                <a:spcPct val="113000"/>
              </a:lnSpc>
              <a:spcBef>
                <a:spcPts val="95"/>
              </a:spcBef>
            </a:pPr>
            <a:r>
              <a:rPr lang="en-US" sz="2100">
                <a:solidFill>
                  <a:srgbClr val="000000"/>
                </a:solidFill>
                <a:ea typeface="HYXuJingXingKai" panose="00020600040101010101"/>
              </a:rPr>
              <a:t>添加内容  </a:t>
            </a:r>
            <a:endParaRPr sz="1500">
              <a:latin typeface="Microsoft Sans Serif" panose="020B0604020202020204"/>
              <a:cs typeface="Microsoft Sans Serif" panose="020B0604020202020204"/>
            </a:endParaRPr>
          </a:p>
        </p:txBody>
      </p:sp>
      <p:pic>
        <p:nvPicPr>
          <p:cNvPr id="39" name="图片 38"/>
          <p:cNvPicPr>
            <a:picLocks noChangeAspect="1"/>
          </p:cNvPicPr>
          <p:nvPr/>
        </p:nvPicPr>
        <p:blipFill rotWithShape="1">
          <a:blip r:embed="rId7">
            <a:extLst>
              <a:ext uri="{28A0092B-C50C-407E-A947-70E740481C1C}">
                <a14:useLocalDpi xmlns:a14="http://schemas.microsoft.com/office/drawing/2010/main" val="0"/>
              </a:ext>
            </a:extLst>
          </a:blip>
          <a:srcRect t="11484" r="7268" b="58112"/>
          <a:stretch/>
        </p:blipFill>
        <p:spPr>
          <a:xfrm>
            <a:off x="14033899" y="216805"/>
            <a:ext cx="4415785" cy="14478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2184" b="-72184"/>
            </a:stretch>
          </a:blipFill>
        </p:spPr>
      </p:sp>
      <p:grpSp>
        <p:nvGrpSpPr>
          <p:cNvPr id="3" name="Group 3"/>
          <p:cNvGrpSpPr/>
          <p:nvPr/>
        </p:nvGrpSpPr>
        <p:grpSpPr>
          <a:xfrm>
            <a:off x="12853088" y="-21462"/>
            <a:ext cx="5434912" cy="10308462"/>
            <a:chOff x="0" y="0"/>
            <a:chExt cx="1431417" cy="2714986"/>
          </a:xfrm>
        </p:grpSpPr>
        <p:sp>
          <p:nvSpPr>
            <p:cNvPr id="4" name="Freeform 4"/>
            <p:cNvSpPr/>
            <p:nvPr/>
          </p:nvSpPr>
          <p:spPr>
            <a:xfrm>
              <a:off x="0" y="0"/>
              <a:ext cx="1431417" cy="2714986"/>
            </a:xfrm>
            <a:custGeom>
              <a:avLst/>
              <a:gdLst/>
              <a:ahLst/>
              <a:cxnLst/>
              <a:rect l="l" t="t" r="r" b="b"/>
              <a:pathLst>
                <a:path w="1431417" h="2714986">
                  <a:moveTo>
                    <a:pt x="0" y="0"/>
                  </a:moveTo>
                  <a:lnTo>
                    <a:pt x="1431417" y="0"/>
                  </a:lnTo>
                  <a:lnTo>
                    <a:pt x="1431417" y="2714986"/>
                  </a:lnTo>
                  <a:lnTo>
                    <a:pt x="0" y="2714986"/>
                  </a:lnTo>
                  <a:close/>
                </a:path>
              </a:pathLst>
            </a:custGeom>
            <a:solidFill>
              <a:srgbClr val="A12B2A"/>
            </a:solidFill>
          </p:spPr>
        </p:sp>
        <p:sp>
          <p:nvSpPr>
            <p:cNvPr id="5" name="TextBox 5"/>
            <p:cNvSpPr txBox="1"/>
            <p:nvPr/>
          </p:nvSpPr>
          <p:spPr>
            <a:xfrm>
              <a:off x="0" y="-47625"/>
              <a:ext cx="1431417" cy="2762611"/>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sp>
        <p:nvSpPr>
          <p:cNvPr id="19" name="TextBox 6"/>
          <p:cNvSpPr txBox="1"/>
          <p:nvPr/>
        </p:nvSpPr>
        <p:spPr>
          <a:xfrm>
            <a:off x="12889230" y="76200"/>
            <a:ext cx="5321935" cy="10119995"/>
          </a:xfrm>
          <a:prstGeom prst="rect">
            <a:avLst/>
          </a:prstGeom>
        </p:spPr>
        <p:txBody>
          <a:bodyPr vert="eaVert" wrap="square" lIns="0" tIns="0" rIns="0" bIns="0" rtlCol="0" anchor="t">
            <a:spAutoFit/>
          </a:bodyPr>
          <a:lstStyle/>
          <a:p>
            <a:pPr>
              <a:lnSpc>
                <a:spcPts val="8300"/>
              </a:lnSpc>
            </a:pPr>
            <a:r>
              <a:rPr lang="en-US" sz="8300" spc="-448">
                <a:solidFill>
                  <a:srgbClr val="22211E">
                    <a:alpha val="6667"/>
                  </a:srgbClr>
                </a:solidFill>
                <a:latin typeface="汉仪许静行楷简" panose="00020600040101010101" charset="-122"/>
                <a:ea typeface="HYQinChuanFeiYing" panose="00020600040101010101"/>
              </a:rPr>
              <a:t>以天下为己任以真理为依归</a:t>
            </a:r>
          </a:p>
          <a:p>
            <a:pPr>
              <a:lnSpc>
                <a:spcPts val="8300"/>
              </a:lnSpc>
            </a:pPr>
            <a:r>
              <a:rPr lang="en-US" sz="8300" spc="-448">
                <a:solidFill>
                  <a:srgbClr val="22211E">
                    <a:alpha val="6667"/>
                  </a:srgbClr>
                </a:solidFill>
                <a:latin typeface="汉仪许静行楷简" panose="00020600040101010101" charset="-122"/>
                <a:ea typeface="HYQinChuanFeiYing" panose="00020600040101010101"/>
              </a:rPr>
              <a:t>勤学修德明辨笃实</a:t>
            </a:r>
          </a:p>
          <a:p>
            <a:pPr>
              <a:lnSpc>
                <a:spcPts val="8300"/>
              </a:lnSpc>
            </a:pPr>
            <a:r>
              <a:rPr lang="en-US" sz="8300" spc="-448">
                <a:solidFill>
                  <a:srgbClr val="22211E">
                    <a:alpha val="6667"/>
                  </a:srgbClr>
                </a:solidFill>
                <a:latin typeface="汉仪许静行楷简" panose="00020600040101010101" charset="-122"/>
                <a:ea typeface="HYQinChuanFeiYing" panose="00020600040101010101"/>
              </a:rPr>
              <a:t>海纳江河启真厚德开物前民树我邦国</a:t>
            </a:r>
          </a:p>
        </p:txBody>
      </p:sp>
      <p:grpSp>
        <p:nvGrpSpPr>
          <p:cNvPr id="7" name="Group 7"/>
          <p:cNvGrpSpPr/>
          <p:nvPr/>
        </p:nvGrpSpPr>
        <p:grpSpPr>
          <a:xfrm>
            <a:off x="6138134" y="1568787"/>
            <a:ext cx="10236122" cy="7170888"/>
            <a:chOff x="0" y="0"/>
            <a:chExt cx="13648162" cy="9561184"/>
          </a:xfrm>
        </p:grpSpPr>
        <p:sp>
          <p:nvSpPr>
            <p:cNvPr id="8" name="Freeform 8"/>
            <p:cNvSpPr/>
            <p:nvPr/>
          </p:nvSpPr>
          <p:spPr>
            <a:xfrm>
              <a:off x="4226067" y="210903"/>
              <a:ext cx="9422095" cy="9350280"/>
            </a:xfrm>
            <a:custGeom>
              <a:avLst/>
              <a:gdLst/>
              <a:ahLst/>
              <a:cxnLst/>
              <a:rect l="l" t="t" r="r" b="b"/>
              <a:pathLst>
                <a:path w="9422095" h="9350280">
                  <a:moveTo>
                    <a:pt x="0" y="0"/>
                  </a:moveTo>
                  <a:lnTo>
                    <a:pt x="9422095" y="0"/>
                  </a:lnTo>
                  <a:lnTo>
                    <a:pt x="9422095" y="9350281"/>
                  </a:lnTo>
                  <a:lnTo>
                    <a:pt x="0" y="9350281"/>
                  </a:lnTo>
                  <a:lnTo>
                    <a:pt x="0" y="0"/>
                  </a:lnTo>
                  <a:close/>
                </a:path>
              </a:pathLst>
            </a:custGeom>
            <a:blipFill>
              <a:blip r:embed="rId3"/>
              <a:stretch>
                <a:fillRect/>
              </a:stretch>
            </a:blipFill>
          </p:spPr>
        </p:sp>
        <p:sp>
          <p:nvSpPr>
            <p:cNvPr id="9" name="Freeform 9"/>
            <p:cNvSpPr/>
            <p:nvPr/>
          </p:nvSpPr>
          <p:spPr>
            <a:xfrm>
              <a:off x="0" y="0"/>
              <a:ext cx="13583047" cy="9129162"/>
            </a:xfrm>
            <a:custGeom>
              <a:avLst/>
              <a:gdLst/>
              <a:ahLst/>
              <a:cxnLst/>
              <a:rect l="l" t="t" r="r" b="b"/>
              <a:pathLst>
                <a:path w="13583047" h="9129162">
                  <a:moveTo>
                    <a:pt x="0" y="0"/>
                  </a:moveTo>
                  <a:lnTo>
                    <a:pt x="13583047" y="0"/>
                  </a:lnTo>
                  <a:lnTo>
                    <a:pt x="13583047" y="9129162"/>
                  </a:lnTo>
                  <a:lnTo>
                    <a:pt x="0" y="9129162"/>
                  </a:lnTo>
                  <a:lnTo>
                    <a:pt x="0" y="0"/>
                  </a:lnTo>
                  <a:close/>
                </a:path>
              </a:pathLst>
            </a:custGeom>
            <a:blipFill>
              <a:blip r:embed="rId4"/>
              <a:stretch>
                <a:fillRect l="-50507" t="-39922" r="-86809" b="-54608"/>
              </a:stretch>
            </a:blipFill>
          </p:spPr>
        </p:sp>
      </p:grpSp>
      <p:grpSp>
        <p:nvGrpSpPr>
          <p:cNvPr id="10" name="Group 10"/>
          <p:cNvGrpSpPr/>
          <p:nvPr/>
        </p:nvGrpSpPr>
        <p:grpSpPr>
          <a:xfrm>
            <a:off x="1028700" y="2728109"/>
            <a:ext cx="3139252" cy="3139252"/>
            <a:chOff x="0" y="0"/>
            <a:chExt cx="4185669" cy="4185669"/>
          </a:xfrm>
        </p:grpSpPr>
        <p:grpSp>
          <p:nvGrpSpPr>
            <p:cNvPr id="11" name="Group 11"/>
            <p:cNvGrpSpPr/>
            <p:nvPr/>
          </p:nvGrpSpPr>
          <p:grpSpPr>
            <a:xfrm>
              <a:off x="0" y="0"/>
              <a:ext cx="4185669" cy="4185669"/>
              <a:chOff x="0" y="0"/>
              <a:chExt cx="13716000" cy="13716000"/>
            </a:xfrm>
          </p:grpSpPr>
          <p:sp>
            <p:nvSpPr>
              <p:cNvPr id="12" name="Freeform 12"/>
              <p:cNvSpPr/>
              <p:nvPr/>
            </p:nvSpPr>
            <p:spPr>
              <a:xfrm>
                <a:off x="0" y="0"/>
                <a:ext cx="13716000" cy="13716000"/>
              </a:xfrm>
              <a:custGeom>
                <a:avLst/>
                <a:gdLst/>
                <a:ahLst/>
                <a:cxnLst/>
                <a:rect l="l" t="t" r="r" b="b"/>
                <a:pathLst>
                  <a:path w="13716000" h="13716000">
                    <a:moveTo>
                      <a:pt x="13716000" y="6858000"/>
                    </a:moveTo>
                    <a:cubicBezTo>
                      <a:pt x="13716000" y="4966885"/>
                      <a:pt x="12195997" y="3431050"/>
                      <a:pt x="10311096" y="3404904"/>
                    </a:cubicBezTo>
                    <a:cubicBezTo>
                      <a:pt x="10284951" y="1520002"/>
                      <a:pt x="8749115" y="0"/>
                      <a:pt x="6858000" y="0"/>
                    </a:cubicBezTo>
                    <a:cubicBezTo>
                      <a:pt x="4966885" y="0"/>
                      <a:pt x="3431050" y="1520002"/>
                      <a:pt x="3404904" y="3404904"/>
                    </a:cubicBezTo>
                    <a:cubicBezTo>
                      <a:pt x="1520003" y="3431050"/>
                      <a:pt x="0" y="4966885"/>
                      <a:pt x="0" y="6858000"/>
                    </a:cubicBezTo>
                    <a:cubicBezTo>
                      <a:pt x="0" y="8749116"/>
                      <a:pt x="1520003" y="10284951"/>
                      <a:pt x="3404904" y="10311095"/>
                    </a:cubicBezTo>
                    <a:cubicBezTo>
                      <a:pt x="3431050" y="12195998"/>
                      <a:pt x="4966885" y="13716000"/>
                      <a:pt x="6858000" y="13716000"/>
                    </a:cubicBezTo>
                    <a:cubicBezTo>
                      <a:pt x="8749116" y="13716000"/>
                      <a:pt x="10284951" y="12195998"/>
                      <a:pt x="10311095" y="10311095"/>
                    </a:cubicBezTo>
                    <a:cubicBezTo>
                      <a:pt x="12195997" y="10284951"/>
                      <a:pt x="13716000" y="8749114"/>
                      <a:pt x="13716000" y="6858000"/>
                    </a:cubicBezTo>
                    <a:close/>
                  </a:path>
                </a:pathLst>
              </a:custGeom>
              <a:solidFill>
                <a:srgbClr val="DBCDB3">
                  <a:alpha val="21961"/>
                </a:srgbClr>
              </a:solidFill>
              <a:ln w="12700">
                <a:noFill/>
              </a:ln>
            </p:spPr>
          </p:sp>
        </p:grpSp>
        <p:grpSp>
          <p:nvGrpSpPr>
            <p:cNvPr id="13" name="Group 13"/>
            <p:cNvGrpSpPr/>
            <p:nvPr/>
          </p:nvGrpSpPr>
          <p:grpSpPr>
            <a:xfrm>
              <a:off x="345154" y="345154"/>
              <a:ext cx="3495361" cy="3495361"/>
              <a:chOff x="0" y="0"/>
              <a:chExt cx="13716000" cy="13716000"/>
            </a:xfrm>
          </p:grpSpPr>
          <p:sp>
            <p:nvSpPr>
              <p:cNvPr id="14" name="Freeform 14"/>
              <p:cNvSpPr/>
              <p:nvPr/>
            </p:nvSpPr>
            <p:spPr>
              <a:xfrm>
                <a:off x="0" y="0"/>
                <a:ext cx="13716000" cy="13716000"/>
              </a:xfrm>
              <a:custGeom>
                <a:avLst/>
                <a:gdLst/>
                <a:ahLst/>
                <a:cxnLst/>
                <a:rect l="l" t="t" r="r" b="b"/>
                <a:pathLst>
                  <a:path w="13716000" h="13716000">
                    <a:moveTo>
                      <a:pt x="13716000" y="6858000"/>
                    </a:moveTo>
                    <a:cubicBezTo>
                      <a:pt x="13716000" y="4966885"/>
                      <a:pt x="12195997" y="3431050"/>
                      <a:pt x="10311096" y="3404904"/>
                    </a:cubicBezTo>
                    <a:cubicBezTo>
                      <a:pt x="10284951" y="1520002"/>
                      <a:pt x="8749115" y="0"/>
                      <a:pt x="6858000" y="0"/>
                    </a:cubicBezTo>
                    <a:cubicBezTo>
                      <a:pt x="4966885" y="0"/>
                      <a:pt x="3431050" y="1520002"/>
                      <a:pt x="3404904" y="3404904"/>
                    </a:cubicBezTo>
                    <a:cubicBezTo>
                      <a:pt x="1520003" y="3431050"/>
                      <a:pt x="0" y="4966885"/>
                      <a:pt x="0" y="6858000"/>
                    </a:cubicBezTo>
                    <a:cubicBezTo>
                      <a:pt x="0" y="8749116"/>
                      <a:pt x="1520003" y="10284951"/>
                      <a:pt x="3404904" y="10311095"/>
                    </a:cubicBezTo>
                    <a:cubicBezTo>
                      <a:pt x="3431050" y="12195998"/>
                      <a:pt x="4966885" y="13716000"/>
                      <a:pt x="6858000" y="13716000"/>
                    </a:cubicBezTo>
                    <a:cubicBezTo>
                      <a:pt x="8749116" y="13716000"/>
                      <a:pt x="10284951" y="12195998"/>
                      <a:pt x="10311095" y="10311095"/>
                    </a:cubicBezTo>
                    <a:cubicBezTo>
                      <a:pt x="12195997" y="10284951"/>
                      <a:pt x="13716000" y="8749114"/>
                      <a:pt x="13716000" y="6858000"/>
                    </a:cubicBezTo>
                    <a:close/>
                  </a:path>
                </a:pathLst>
              </a:custGeom>
              <a:solidFill>
                <a:srgbClr val="DBCDB3">
                  <a:alpha val="53725"/>
                </a:srgbClr>
              </a:solidFill>
              <a:ln w="12700">
                <a:noFill/>
              </a:ln>
            </p:spPr>
          </p:sp>
        </p:grpSp>
        <p:sp>
          <p:nvSpPr>
            <p:cNvPr id="15" name="TextBox 15"/>
            <p:cNvSpPr txBox="1"/>
            <p:nvPr/>
          </p:nvSpPr>
          <p:spPr>
            <a:xfrm>
              <a:off x="458332" y="1202478"/>
              <a:ext cx="3394548" cy="1844859"/>
            </a:xfrm>
            <a:prstGeom prst="rect">
              <a:avLst/>
            </a:prstGeom>
            <a:ln>
              <a:noFill/>
            </a:ln>
          </p:spPr>
          <p:txBody>
            <a:bodyPr lIns="0" tIns="0" rIns="0" bIns="0" rtlCol="0" anchor="t">
              <a:spAutoFit/>
            </a:bodyPr>
            <a:lstStyle/>
            <a:p>
              <a:pPr algn="ctr">
                <a:lnSpc>
                  <a:spcPts val="10465"/>
                </a:lnSpc>
              </a:pPr>
              <a:r>
                <a:rPr lang="en-US" sz="9515">
                  <a:solidFill>
                    <a:srgbClr val="B95C42"/>
                  </a:solidFill>
                  <a:latin typeface="汉仪许静行楷简" panose="00020600040101010101" charset="-122"/>
                  <a:ea typeface="HYXuJingXingKai" panose="00020600040101010101"/>
                </a:rPr>
                <a:t>贰</a:t>
              </a:r>
            </a:p>
          </p:txBody>
        </p:sp>
      </p:grpSp>
      <p:sp>
        <p:nvSpPr>
          <p:cNvPr id="16" name="Freeform 16"/>
          <p:cNvSpPr/>
          <p:nvPr/>
        </p:nvSpPr>
        <p:spPr>
          <a:xfrm>
            <a:off x="3091666" y="570595"/>
            <a:ext cx="8994471" cy="3214555"/>
          </a:xfrm>
          <a:custGeom>
            <a:avLst/>
            <a:gdLst/>
            <a:ahLst/>
            <a:cxnLst/>
            <a:rect l="l" t="t" r="r" b="b"/>
            <a:pathLst>
              <a:path w="8994471" h="3214555">
                <a:moveTo>
                  <a:pt x="0" y="0"/>
                </a:moveTo>
                <a:lnTo>
                  <a:pt x="8994470" y="0"/>
                </a:lnTo>
                <a:lnTo>
                  <a:pt x="8994470" y="3214554"/>
                </a:lnTo>
                <a:lnTo>
                  <a:pt x="0" y="3214554"/>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7" name="TextBox 17"/>
          <p:cNvSpPr txBox="1"/>
          <p:nvPr/>
        </p:nvSpPr>
        <p:spPr>
          <a:xfrm>
            <a:off x="1283611" y="6886795"/>
            <a:ext cx="8077945" cy="1388111"/>
          </a:xfrm>
          <a:prstGeom prst="rect">
            <a:avLst/>
          </a:prstGeom>
        </p:spPr>
        <p:txBody>
          <a:bodyPr lIns="0" tIns="0" rIns="0" bIns="0" rtlCol="0" anchor="t">
            <a:spAutoFit/>
          </a:bodyPr>
          <a:lstStyle/>
          <a:p>
            <a:pPr algn="ctr">
              <a:lnSpc>
                <a:spcPts val="10400"/>
              </a:lnSpc>
            </a:pPr>
            <a:r>
              <a:rPr lang="en-US" sz="10400">
                <a:solidFill>
                  <a:srgbClr val="22211E"/>
                </a:solidFill>
                <a:latin typeface="汉仪许静行楷简" panose="00020600040101010101" charset="-122"/>
                <a:ea typeface="HYXuJingXingKai" panose="00020600040101010101"/>
              </a:rPr>
              <a:t>请输入标题</a:t>
            </a:r>
          </a:p>
        </p:txBody>
      </p:sp>
      <p:pic>
        <p:nvPicPr>
          <p:cNvPr id="20" name="图片 19"/>
          <p:cNvPicPr>
            <a:picLocks noChangeAspect="1"/>
          </p:cNvPicPr>
          <p:nvPr/>
        </p:nvPicPr>
        <p:blipFill rotWithShape="1">
          <a:blip r:embed="rId7">
            <a:extLst>
              <a:ext uri="{28A0092B-C50C-407E-A947-70E740481C1C}">
                <a14:useLocalDpi xmlns:a14="http://schemas.microsoft.com/office/drawing/2010/main" val="0"/>
              </a:ext>
            </a:extLst>
          </a:blip>
          <a:srcRect t="11484" r="7268" b="58112"/>
          <a:stretch/>
        </p:blipFill>
        <p:spPr>
          <a:xfrm>
            <a:off x="14033899" y="216805"/>
            <a:ext cx="4415785" cy="14478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2184" b="-72184"/>
            </a:stretch>
          </a:blipFill>
        </p:spPr>
      </p:sp>
      <p:sp>
        <p:nvSpPr>
          <p:cNvPr id="3" name="TextBox 3"/>
          <p:cNvSpPr txBox="1"/>
          <p:nvPr/>
        </p:nvSpPr>
        <p:spPr>
          <a:xfrm>
            <a:off x="2434421" y="767444"/>
            <a:ext cx="15197451" cy="909955"/>
          </a:xfrm>
          <a:prstGeom prst="rect">
            <a:avLst/>
          </a:prstGeom>
        </p:spPr>
        <p:txBody>
          <a:bodyPr lIns="0" tIns="0" rIns="0" bIns="0" rtlCol="0" anchor="t">
            <a:spAutoFit/>
          </a:bodyPr>
          <a:lstStyle/>
          <a:p>
            <a:pPr>
              <a:lnSpc>
                <a:spcPts val="7040"/>
              </a:lnSpc>
            </a:pPr>
            <a:r>
              <a:rPr lang="en-US" sz="6400">
                <a:solidFill>
                  <a:srgbClr val="332A1D"/>
                </a:solidFill>
                <a:latin typeface="汉仪许静行楷简" panose="00020600040101010101" charset="-122"/>
                <a:ea typeface="HYXuJingXingKai" panose="00020600040101010101"/>
              </a:rPr>
              <a:t>请输入标题</a:t>
            </a:r>
          </a:p>
        </p:txBody>
      </p:sp>
      <p:sp>
        <p:nvSpPr>
          <p:cNvPr id="4" name="Freeform 4"/>
          <p:cNvSpPr/>
          <p:nvPr/>
        </p:nvSpPr>
        <p:spPr>
          <a:xfrm>
            <a:off x="965490" y="828758"/>
            <a:ext cx="1323143" cy="940634"/>
          </a:xfrm>
          <a:custGeom>
            <a:avLst/>
            <a:gdLst/>
            <a:ahLst/>
            <a:cxnLst/>
            <a:rect l="l" t="t" r="r" b="b"/>
            <a:pathLst>
              <a:path w="1323143" h="940634">
                <a:moveTo>
                  <a:pt x="0" y="0"/>
                </a:moveTo>
                <a:lnTo>
                  <a:pt x="1323143" y="0"/>
                </a:lnTo>
                <a:lnTo>
                  <a:pt x="1323143" y="940634"/>
                </a:lnTo>
                <a:lnTo>
                  <a:pt x="0" y="94063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6" name="Group 6"/>
          <p:cNvGrpSpPr/>
          <p:nvPr/>
        </p:nvGrpSpPr>
        <p:grpSpPr>
          <a:xfrm>
            <a:off x="0" y="9318625"/>
            <a:ext cx="18288000" cy="968375"/>
            <a:chOff x="0" y="0"/>
            <a:chExt cx="4816593" cy="247993"/>
          </a:xfrm>
        </p:grpSpPr>
        <p:sp>
          <p:nvSpPr>
            <p:cNvPr id="7" name="Freeform 7"/>
            <p:cNvSpPr/>
            <p:nvPr/>
          </p:nvSpPr>
          <p:spPr>
            <a:xfrm>
              <a:off x="0" y="0"/>
              <a:ext cx="4816592" cy="247993"/>
            </a:xfrm>
            <a:custGeom>
              <a:avLst/>
              <a:gdLst/>
              <a:ahLst/>
              <a:cxnLst/>
              <a:rect l="l" t="t" r="r" b="b"/>
              <a:pathLst>
                <a:path w="4816592" h="247993">
                  <a:moveTo>
                    <a:pt x="0" y="0"/>
                  </a:moveTo>
                  <a:lnTo>
                    <a:pt x="4816592" y="0"/>
                  </a:lnTo>
                  <a:lnTo>
                    <a:pt x="4816592" y="247993"/>
                  </a:lnTo>
                  <a:lnTo>
                    <a:pt x="0" y="247993"/>
                  </a:lnTo>
                  <a:close/>
                </a:path>
              </a:pathLst>
            </a:custGeom>
            <a:solidFill>
              <a:srgbClr val="A12B2A"/>
            </a:solidFill>
          </p:spPr>
        </p:sp>
        <p:sp>
          <p:nvSpPr>
            <p:cNvPr id="8" name="TextBox 8"/>
            <p:cNvSpPr txBox="1"/>
            <p:nvPr/>
          </p:nvSpPr>
          <p:spPr>
            <a:xfrm>
              <a:off x="0" y="-47625"/>
              <a:ext cx="4816593" cy="295618"/>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sp>
        <p:nvSpPr>
          <p:cNvPr id="9" name="TextBox 9"/>
          <p:cNvSpPr txBox="1"/>
          <p:nvPr/>
        </p:nvSpPr>
        <p:spPr>
          <a:xfrm>
            <a:off x="0" y="9388792"/>
            <a:ext cx="18288000" cy="898525"/>
          </a:xfrm>
          <a:prstGeom prst="rect">
            <a:avLst/>
          </a:prstGeom>
        </p:spPr>
        <p:txBody>
          <a:bodyPr lIns="0" tIns="0" rIns="0" bIns="0" rtlCol="0" anchor="t">
            <a:spAutoFit/>
          </a:bodyPr>
          <a:lstStyle/>
          <a:p>
            <a:pPr algn="ctr">
              <a:lnSpc>
                <a:spcPts val="7010"/>
              </a:lnSpc>
            </a:pPr>
            <a:r>
              <a:rPr lang="en-US" sz="7010" spc="-378">
                <a:solidFill>
                  <a:srgbClr val="22211E">
                    <a:alpha val="6667"/>
                  </a:srgbClr>
                </a:solidFill>
                <a:latin typeface="汉仪许静行楷简" panose="00020600040101010101" charset="-122"/>
                <a:ea typeface="HYQinChuanFeiYing" panose="00020600040101010101"/>
              </a:rPr>
              <a:t>海纳江河启真厚德开物前民树我邦国</a:t>
            </a:r>
          </a:p>
        </p:txBody>
      </p:sp>
      <p:grpSp>
        <p:nvGrpSpPr>
          <p:cNvPr id="10" name="Group 10"/>
          <p:cNvGrpSpPr/>
          <p:nvPr/>
        </p:nvGrpSpPr>
        <p:grpSpPr>
          <a:xfrm>
            <a:off x="2858691" y="3056930"/>
            <a:ext cx="3607082" cy="690771"/>
            <a:chOff x="0" y="0"/>
            <a:chExt cx="868465" cy="166315"/>
          </a:xfrm>
        </p:grpSpPr>
        <p:sp>
          <p:nvSpPr>
            <p:cNvPr id="11" name="Freeform 11"/>
            <p:cNvSpPr/>
            <p:nvPr/>
          </p:nvSpPr>
          <p:spPr>
            <a:xfrm>
              <a:off x="0" y="0"/>
              <a:ext cx="868465" cy="166315"/>
            </a:xfrm>
            <a:custGeom>
              <a:avLst/>
              <a:gdLst/>
              <a:ahLst/>
              <a:cxnLst/>
              <a:rect l="l" t="t" r="r" b="b"/>
              <a:pathLst>
                <a:path w="868465" h="166315">
                  <a:moveTo>
                    <a:pt x="0" y="0"/>
                  </a:moveTo>
                  <a:lnTo>
                    <a:pt x="868465" y="0"/>
                  </a:lnTo>
                  <a:lnTo>
                    <a:pt x="868465" y="166315"/>
                  </a:lnTo>
                  <a:lnTo>
                    <a:pt x="0" y="166315"/>
                  </a:lnTo>
                  <a:close/>
                </a:path>
              </a:pathLst>
            </a:custGeom>
            <a:solidFill>
              <a:srgbClr val="A12B2A"/>
            </a:solidFill>
          </p:spPr>
        </p:sp>
        <p:sp>
          <p:nvSpPr>
            <p:cNvPr id="12" name="TextBox 12"/>
            <p:cNvSpPr txBox="1"/>
            <p:nvPr/>
          </p:nvSpPr>
          <p:spPr>
            <a:xfrm>
              <a:off x="0" y="-47625"/>
              <a:ext cx="868465" cy="213940"/>
            </a:xfrm>
            <a:prstGeom prst="rect">
              <a:avLst/>
            </a:prstGeom>
          </p:spPr>
          <p:txBody>
            <a:bodyPr lIns="50800" tIns="50800" rIns="50800" bIns="50800" rtlCol="0" anchor="ctr"/>
            <a:lstStyle/>
            <a:p>
              <a:pPr algn="ctr">
                <a:lnSpc>
                  <a:spcPts val="2660"/>
                </a:lnSpc>
              </a:pPr>
              <a:endParaRPr>
                <a:latin typeface="汉仪许静行楷简" panose="00020600040101010101" charset="-122"/>
              </a:endParaRPr>
            </a:p>
          </p:txBody>
        </p:sp>
      </p:grpSp>
      <p:sp>
        <p:nvSpPr>
          <p:cNvPr id="13" name="TextBox 13"/>
          <p:cNvSpPr txBox="1"/>
          <p:nvPr/>
        </p:nvSpPr>
        <p:spPr>
          <a:xfrm>
            <a:off x="3482340" y="3044825"/>
            <a:ext cx="2877185" cy="667385"/>
          </a:xfrm>
          <a:prstGeom prst="rect">
            <a:avLst/>
          </a:prstGeom>
        </p:spPr>
        <p:txBody>
          <a:bodyPr wrap="square" lIns="0" tIns="0" rIns="0" bIns="0" rtlCol="0" anchor="t">
            <a:spAutoFit/>
          </a:bodyPr>
          <a:lstStyle/>
          <a:p>
            <a:pPr algn="r">
              <a:lnSpc>
                <a:spcPts val="5205"/>
              </a:lnSpc>
            </a:pPr>
            <a:r>
              <a:rPr lang="en-US" sz="3720">
                <a:solidFill>
                  <a:srgbClr val="FFFFFF"/>
                </a:solidFill>
                <a:latin typeface="汉仪许静行楷简" panose="00020600040101010101" charset="-122"/>
                <a:ea typeface="HYXuJingXingKai" panose="00020600040101010101"/>
              </a:rPr>
              <a:t>请输入内容</a:t>
            </a:r>
          </a:p>
        </p:txBody>
      </p:sp>
      <p:sp>
        <p:nvSpPr>
          <p:cNvPr id="14" name="TextBox 14"/>
          <p:cNvSpPr txBox="1"/>
          <p:nvPr/>
        </p:nvSpPr>
        <p:spPr>
          <a:xfrm>
            <a:off x="1124739" y="3950992"/>
            <a:ext cx="5235026" cy="1723390"/>
          </a:xfrm>
          <a:prstGeom prst="rect">
            <a:avLst/>
          </a:prstGeom>
        </p:spPr>
        <p:txBody>
          <a:bodyPr lIns="0" tIns="0" rIns="0" bIns="0" rtlCol="0" anchor="t">
            <a:spAutoFit/>
          </a:bodyPr>
          <a:lstStyle/>
          <a:p>
            <a:pPr algn="just">
              <a:lnSpc>
                <a:spcPts val="3360"/>
              </a:lnSpc>
              <a:spcBef>
                <a:spcPct val="0"/>
              </a:spcBef>
            </a:pPr>
            <a:r>
              <a:rPr lang="en-US" sz="2300">
                <a:solidFill>
                  <a:srgbClr val="000000"/>
                </a:solidFill>
                <a:latin typeface="汉仪许静行楷简" panose="00020600040101010101" charset="-122"/>
                <a:ea typeface="汉仪许静行楷简" panose="00020600040101010101" charset="-122"/>
                <a:sym typeface="+mn-ea"/>
              </a:rPr>
              <a:t>此处输入你的正文，文字是您理想的提炼，为了最终演示的良好效果，正文尽量简明扼要，内容可酌情增减文字，以便观者可以清楚理解您所传达的信息。</a:t>
            </a:r>
            <a:endParaRPr lang="en-US" sz="2300">
              <a:solidFill>
                <a:srgbClr val="000000"/>
              </a:solidFill>
              <a:latin typeface="汉仪许静行楷简" panose="00020600040101010101" charset="-122"/>
              <a:ea typeface="HYXuJingXingKai" panose="00020600040101010101"/>
            </a:endParaRPr>
          </a:p>
        </p:txBody>
      </p:sp>
      <p:grpSp>
        <p:nvGrpSpPr>
          <p:cNvPr id="15" name="Group 15"/>
          <p:cNvGrpSpPr/>
          <p:nvPr/>
        </p:nvGrpSpPr>
        <p:grpSpPr>
          <a:xfrm>
            <a:off x="12043253" y="1833062"/>
            <a:ext cx="3607082" cy="690771"/>
            <a:chOff x="0" y="0"/>
            <a:chExt cx="868465" cy="166315"/>
          </a:xfrm>
        </p:grpSpPr>
        <p:sp>
          <p:nvSpPr>
            <p:cNvPr id="16" name="Freeform 16"/>
            <p:cNvSpPr/>
            <p:nvPr/>
          </p:nvSpPr>
          <p:spPr>
            <a:xfrm>
              <a:off x="0" y="0"/>
              <a:ext cx="868465" cy="166315"/>
            </a:xfrm>
            <a:custGeom>
              <a:avLst/>
              <a:gdLst/>
              <a:ahLst/>
              <a:cxnLst/>
              <a:rect l="l" t="t" r="r" b="b"/>
              <a:pathLst>
                <a:path w="868465" h="166315">
                  <a:moveTo>
                    <a:pt x="0" y="0"/>
                  </a:moveTo>
                  <a:lnTo>
                    <a:pt x="868465" y="0"/>
                  </a:lnTo>
                  <a:lnTo>
                    <a:pt x="868465" y="166315"/>
                  </a:lnTo>
                  <a:lnTo>
                    <a:pt x="0" y="166315"/>
                  </a:lnTo>
                  <a:close/>
                </a:path>
              </a:pathLst>
            </a:custGeom>
            <a:solidFill>
              <a:srgbClr val="A12B2A"/>
            </a:solidFill>
          </p:spPr>
        </p:sp>
        <p:sp>
          <p:nvSpPr>
            <p:cNvPr id="17" name="TextBox 17"/>
            <p:cNvSpPr txBox="1"/>
            <p:nvPr/>
          </p:nvSpPr>
          <p:spPr>
            <a:xfrm>
              <a:off x="0" y="-47625"/>
              <a:ext cx="868465" cy="213940"/>
            </a:xfrm>
            <a:prstGeom prst="rect">
              <a:avLst/>
            </a:prstGeom>
          </p:spPr>
          <p:txBody>
            <a:bodyPr lIns="50800" tIns="50800" rIns="50800" bIns="50800" rtlCol="0" anchor="ctr"/>
            <a:lstStyle/>
            <a:p>
              <a:pPr algn="ctr">
                <a:lnSpc>
                  <a:spcPts val="2660"/>
                </a:lnSpc>
              </a:pPr>
              <a:endParaRPr>
                <a:latin typeface="汉仪许静行楷简" panose="00020600040101010101" charset="-122"/>
              </a:endParaRPr>
            </a:p>
          </p:txBody>
        </p:sp>
      </p:grpSp>
      <p:grpSp>
        <p:nvGrpSpPr>
          <p:cNvPr id="18" name="Group 18"/>
          <p:cNvGrpSpPr/>
          <p:nvPr/>
        </p:nvGrpSpPr>
        <p:grpSpPr>
          <a:xfrm>
            <a:off x="12043253" y="6275626"/>
            <a:ext cx="3607082" cy="690771"/>
            <a:chOff x="0" y="0"/>
            <a:chExt cx="868465" cy="166315"/>
          </a:xfrm>
        </p:grpSpPr>
        <p:sp>
          <p:nvSpPr>
            <p:cNvPr id="19" name="Freeform 19"/>
            <p:cNvSpPr/>
            <p:nvPr/>
          </p:nvSpPr>
          <p:spPr>
            <a:xfrm>
              <a:off x="0" y="0"/>
              <a:ext cx="868465" cy="166315"/>
            </a:xfrm>
            <a:custGeom>
              <a:avLst/>
              <a:gdLst/>
              <a:ahLst/>
              <a:cxnLst/>
              <a:rect l="l" t="t" r="r" b="b"/>
              <a:pathLst>
                <a:path w="868465" h="166315">
                  <a:moveTo>
                    <a:pt x="0" y="0"/>
                  </a:moveTo>
                  <a:lnTo>
                    <a:pt x="868465" y="0"/>
                  </a:lnTo>
                  <a:lnTo>
                    <a:pt x="868465" y="166315"/>
                  </a:lnTo>
                  <a:lnTo>
                    <a:pt x="0" y="166315"/>
                  </a:lnTo>
                  <a:close/>
                </a:path>
              </a:pathLst>
            </a:custGeom>
            <a:solidFill>
              <a:srgbClr val="A12B2A"/>
            </a:solidFill>
          </p:spPr>
        </p:sp>
        <p:sp>
          <p:nvSpPr>
            <p:cNvPr id="20" name="TextBox 20"/>
            <p:cNvSpPr txBox="1"/>
            <p:nvPr/>
          </p:nvSpPr>
          <p:spPr>
            <a:xfrm>
              <a:off x="0" y="-47625"/>
              <a:ext cx="868465" cy="213940"/>
            </a:xfrm>
            <a:prstGeom prst="rect">
              <a:avLst/>
            </a:prstGeom>
          </p:spPr>
          <p:txBody>
            <a:bodyPr lIns="50800" tIns="50800" rIns="50800" bIns="50800" rtlCol="0" anchor="ctr"/>
            <a:lstStyle/>
            <a:p>
              <a:pPr algn="ctr">
                <a:lnSpc>
                  <a:spcPts val="2660"/>
                </a:lnSpc>
              </a:pPr>
              <a:endParaRPr>
                <a:latin typeface="汉仪许静行楷简" panose="00020600040101010101" charset="-122"/>
              </a:endParaRPr>
            </a:p>
          </p:txBody>
        </p:sp>
      </p:grpSp>
      <p:sp>
        <p:nvSpPr>
          <p:cNvPr id="21" name="TextBox 21"/>
          <p:cNvSpPr txBox="1"/>
          <p:nvPr/>
        </p:nvSpPr>
        <p:spPr>
          <a:xfrm>
            <a:off x="12235815" y="1816100"/>
            <a:ext cx="2593340" cy="667385"/>
          </a:xfrm>
          <a:prstGeom prst="rect">
            <a:avLst/>
          </a:prstGeom>
        </p:spPr>
        <p:txBody>
          <a:bodyPr wrap="square" lIns="0" tIns="0" rIns="0" bIns="0" rtlCol="0" anchor="t">
            <a:spAutoFit/>
          </a:bodyPr>
          <a:lstStyle/>
          <a:p>
            <a:pPr>
              <a:lnSpc>
                <a:spcPts val="5205"/>
              </a:lnSpc>
            </a:pPr>
            <a:r>
              <a:rPr lang="en-US" sz="3720">
                <a:solidFill>
                  <a:srgbClr val="FFFFFF"/>
                </a:solidFill>
                <a:latin typeface="汉仪许静行楷简" panose="00020600040101010101" charset="-122"/>
                <a:ea typeface="HYXuJingXingKai" panose="00020600040101010101"/>
              </a:rPr>
              <a:t>请输入内容</a:t>
            </a:r>
          </a:p>
        </p:txBody>
      </p:sp>
      <p:sp>
        <p:nvSpPr>
          <p:cNvPr id="22" name="TextBox 22"/>
          <p:cNvSpPr txBox="1"/>
          <p:nvPr/>
        </p:nvSpPr>
        <p:spPr>
          <a:xfrm>
            <a:off x="12235815" y="6258560"/>
            <a:ext cx="2593340" cy="667385"/>
          </a:xfrm>
          <a:prstGeom prst="rect">
            <a:avLst/>
          </a:prstGeom>
        </p:spPr>
        <p:txBody>
          <a:bodyPr wrap="square" lIns="0" tIns="0" rIns="0" bIns="0" rtlCol="0" anchor="t">
            <a:spAutoFit/>
          </a:bodyPr>
          <a:lstStyle/>
          <a:p>
            <a:pPr>
              <a:lnSpc>
                <a:spcPts val="5205"/>
              </a:lnSpc>
            </a:pPr>
            <a:r>
              <a:rPr lang="en-US" sz="3720">
                <a:solidFill>
                  <a:srgbClr val="FFFFFF"/>
                </a:solidFill>
                <a:latin typeface="汉仪许静行楷简" panose="00020600040101010101" charset="-122"/>
                <a:ea typeface="HYXuJingXingKai" panose="00020600040101010101"/>
              </a:rPr>
              <a:t>请输入内容</a:t>
            </a:r>
          </a:p>
        </p:txBody>
      </p:sp>
      <p:sp>
        <p:nvSpPr>
          <p:cNvPr id="23" name="TextBox 23"/>
          <p:cNvSpPr txBox="1"/>
          <p:nvPr/>
        </p:nvSpPr>
        <p:spPr>
          <a:xfrm>
            <a:off x="12235745" y="2722418"/>
            <a:ext cx="5235026" cy="1723390"/>
          </a:xfrm>
          <a:prstGeom prst="rect">
            <a:avLst/>
          </a:prstGeom>
        </p:spPr>
        <p:txBody>
          <a:bodyPr lIns="0" tIns="0" rIns="0" bIns="0" rtlCol="0" anchor="t">
            <a:spAutoFit/>
          </a:bodyPr>
          <a:lstStyle/>
          <a:p>
            <a:pPr algn="just">
              <a:lnSpc>
                <a:spcPts val="3360"/>
              </a:lnSpc>
              <a:spcBef>
                <a:spcPct val="0"/>
              </a:spcBef>
            </a:pPr>
            <a:r>
              <a:rPr lang="en-US" sz="2300">
                <a:solidFill>
                  <a:srgbClr val="000000"/>
                </a:solidFill>
                <a:latin typeface="汉仪许静行楷简" panose="00020600040101010101" charset="-122"/>
                <a:ea typeface="汉仪许静行楷简" panose="00020600040101010101" charset="-122"/>
                <a:sym typeface="+mn-ea"/>
              </a:rPr>
              <a:t>此处输入你的正文，文字是您理想的提炼，为了最终演示的良好效果，正文尽量简明扼要，内容可酌情增减文字，以便观者可以清楚理解您所传达的信息。</a:t>
            </a:r>
            <a:endParaRPr lang="en-US" sz="2300">
              <a:solidFill>
                <a:srgbClr val="000000"/>
              </a:solidFill>
              <a:latin typeface="汉仪许静行楷简" panose="00020600040101010101" charset="-122"/>
              <a:ea typeface="HYXuJingXingKai" panose="00020600040101010101"/>
            </a:endParaRPr>
          </a:p>
        </p:txBody>
      </p:sp>
      <p:sp>
        <p:nvSpPr>
          <p:cNvPr id="24" name="TextBox 24"/>
          <p:cNvSpPr txBox="1"/>
          <p:nvPr/>
        </p:nvSpPr>
        <p:spPr>
          <a:xfrm>
            <a:off x="12235745" y="7166422"/>
            <a:ext cx="5235026" cy="1723390"/>
          </a:xfrm>
          <a:prstGeom prst="rect">
            <a:avLst/>
          </a:prstGeom>
        </p:spPr>
        <p:txBody>
          <a:bodyPr lIns="0" tIns="0" rIns="0" bIns="0" rtlCol="0" anchor="t">
            <a:spAutoFit/>
          </a:bodyPr>
          <a:lstStyle/>
          <a:p>
            <a:pPr algn="just">
              <a:lnSpc>
                <a:spcPts val="3360"/>
              </a:lnSpc>
              <a:spcBef>
                <a:spcPct val="0"/>
              </a:spcBef>
            </a:pPr>
            <a:r>
              <a:rPr lang="en-US" sz="2300">
                <a:solidFill>
                  <a:srgbClr val="000000"/>
                </a:solidFill>
                <a:latin typeface="汉仪许静行楷简" panose="00020600040101010101" charset="-122"/>
                <a:ea typeface="汉仪许静行楷简" panose="00020600040101010101" charset="-122"/>
                <a:sym typeface="+mn-ea"/>
              </a:rPr>
              <a:t>此处输入你的正文，文字是您理想的提炼，为了最终演示的良好效果，正文尽量简明扼要，内容可酌情增减文字，以便观者可以清楚理解您所传达的信息。</a:t>
            </a:r>
            <a:endParaRPr lang="en-US" sz="2300">
              <a:solidFill>
                <a:srgbClr val="000000"/>
              </a:solidFill>
              <a:latin typeface="汉仪许静行楷简" panose="00020600040101010101" charset="-122"/>
              <a:ea typeface="HYXuJingXingKai" panose="00020600040101010101"/>
            </a:endParaRPr>
          </a:p>
        </p:txBody>
      </p:sp>
      <p:grpSp>
        <p:nvGrpSpPr>
          <p:cNvPr id="25" name="Group 25"/>
          <p:cNvGrpSpPr/>
          <p:nvPr/>
        </p:nvGrpSpPr>
        <p:grpSpPr>
          <a:xfrm>
            <a:off x="2858691" y="6705327"/>
            <a:ext cx="3607082" cy="690771"/>
            <a:chOff x="0" y="0"/>
            <a:chExt cx="868465" cy="166315"/>
          </a:xfrm>
        </p:grpSpPr>
        <p:sp>
          <p:nvSpPr>
            <p:cNvPr id="26" name="Freeform 26"/>
            <p:cNvSpPr/>
            <p:nvPr/>
          </p:nvSpPr>
          <p:spPr>
            <a:xfrm>
              <a:off x="0" y="0"/>
              <a:ext cx="868465" cy="166315"/>
            </a:xfrm>
            <a:custGeom>
              <a:avLst/>
              <a:gdLst/>
              <a:ahLst/>
              <a:cxnLst/>
              <a:rect l="l" t="t" r="r" b="b"/>
              <a:pathLst>
                <a:path w="868465" h="166315">
                  <a:moveTo>
                    <a:pt x="0" y="0"/>
                  </a:moveTo>
                  <a:lnTo>
                    <a:pt x="868465" y="0"/>
                  </a:lnTo>
                  <a:lnTo>
                    <a:pt x="868465" y="166315"/>
                  </a:lnTo>
                  <a:lnTo>
                    <a:pt x="0" y="166315"/>
                  </a:lnTo>
                  <a:close/>
                </a:path>
              </a:pathLst>
            </a:custGeom>
            <a:solidFill>
              <a:srgbClr val="A12B2A"/>
            </a:solidFill>
          </p:spPr>
        </p:sp>
        <p:sp>
          <p:nvSpPr>
            <p:cNvPr id="27" name="TextBox 27"/>
            <p:cNvSpPr txBox="1"/>
            <p:nvPr/>
          </p:nvSpPr>
          <p:spPr>
            <a:xfrm>
              <a:off x="0" y="-47625"/>
              <a:ext cx="868465" cy="213940"/>
            </a:xfrm>
            <a:prstGeom prst="rect">
              <a:avLst/>
            </a:prstGeom>
          </p:spPr>
          <p:txBody>
            <a:bodyPr lIns="50800" tIns="50800" rIns="50800" bIns="50800" rtlCol="0" anchor="ctr"/>
            <a:lstStyle/>
            <a:p>
              <a:pPr algn="ctr">
                <a:lnSpc>
                  <a:spcPts val="2660"/>
                </a:lnSpc>
              </a:pPr>
              <a:endParaRPr>
                <a:latin typeface="汉仪许静行楷简" panose="00020600040101010101" charset="-122"/>
              </a:endParaRPr>
            </a:p>
          </p:txBody>
        </p:sp>
      </p:grpSp>
      <p:sp>
        <p:nvSpPr>
          <p:cNvPr id="28" name="TextBox 28"/>
          <p:cNvSpPr txBox="1"/>
          <p:nvPr/>
        </p:nvSpPr>
        <p:spPr>
          <a:xfrm>
            <a:off x="3482340" y="6692900"/>
            <a:ext cx="2877185" cy="667385"/>
          </a:xfrm>
          <a:prstGeom prst="rect">
            <a:avLst/>
          </a:prstGeom>
        </p:spPr>
        <p:txBody>
          <a:bodyPr wrap="square" lIns="0" tIns="0" rIns="0" bIns="0" rtlCol="0" anchor="t">
            <a:spAutoFit/>
          </a:bodyPr>
          <a:lstStyle/>
          <a:p>
            <a:pPr algn="r">
              <a:lnSpc>
                <a:spcPts val="5205"/>
              </a:lnSpc>
            </a:pPr>
            <a:r>
              <a:rPr lang="en-US" sz="3720">
                <a:solidFill>
                  <a:srgbClr val="FFFFFF"/>
                </a:solidFill>
                <a:latin typeface="汉仪许静行楷简" panose="00020600040101010101" charset="-122"/>
                <a:ea typeface="HYXuJingXingKai" panose="00020600040101010101"/>
              </a:rPr>
              <a:t>请输入内容</a:t>
            </a:r>
          </a:p>
        </p:txBody>
      </p:sp>
      <p:sp>
        <p:nvSpPr>
          <p:cNvPr id="29" name="TextBox 29"/>
          <p:cNvSpPr txBox="1"/>
          <p:nvPr/>
        </p:nvSpPr>
        <p:spPr>
          <a:xfrm>
            <a:off x="1124739" y="7599389"/>
            <a:ext cx="5235026" cy="1723390"/>
          </a:xfrm>
          <a:prstGeom prst="rect">
            <a:avLst/>
          </a:prstGeom>
        </p:spPr>
        <p:txBody>
          <a:bodyPr lIns="0" tIns="0" rIns="0" bIns="0" rtlCol="0" anchor="t">
            <a:spAutoFit/>
          </a:bodyPr>
          <a:lstStyle/>
          <a:p>
            <a:pPr algn="just">
              <a:lnSpc>
                <a:spcPts val="3360"/>
              </a:lnSpc>
              <a:spcBef>
                <a:spcPct val="0"/>
              </a:spcBef>
            </a:pPr>
            <a:r>
              <a:rPr lang="en-US" sz="2300">
                <a:solidFill>
                  <a:srgbClr val="000000"/>
                </a:solidFill>
                <a:latin typeface="汉仪许静行楷简" panose="00020600040101010101" charset="-122"/>
                <a:ea typeface="汉仪许静行楷简" panose="00020600040101010101" charset="-122"/>
                <a:sym typeface="+mn-ea"/>
              </a:rPr>
              <a:t>此处输入你的正文，文字是您理想的提炼，为了最终演示的良好效果，正文尽量简明扼要，内容可酌情增减文字，以便观者可以清楚理解您所传达的信息。</a:t>
            </a:r>
            <a:endParaRPr lang="en-US" sz="2300">
              <a:solidFill>
                <a:srgbClr val="000000"/>
              </a:solidFill>
              <a:latin typeface="汉仪许静行楷简" panose="00020600040101010101" charset="-122"/>
              <a:ea typeface="HYXuJingXingKai" panose="00020600040101010101"/>
            </a:endParaRPr>
          </a:p>
        </p:txBody>
      </p:sp>
      <p:sp>
        <p:nvSpPr>
          <p:cNvPr id="43" name="Freeform 30"/>
          <p:cNvSpPr/>
          <p:nvPr/>
        </p:nvSpPr>
        <p:spPr>
          <a:xfrm>
            <a:off x="7056086" y="-6490"/>
            <a:ext cx="4277721" cy="9337374"/>
          </a:xfrm>
          <a:custGeom>
            <a:avLst/>
            <a:gdLst/>
            <a:ahLst/>
            <a:cxnLst/>
            <a:rect l="l" t="t" r="r" b="b"/>
            <a:pathLst>
              <a:path w="4277721" h="9337374">
                <a:moveTo>
                  <a:pt x="0" y="0"/>
                </a:moveTo>
                <a:lnTo>
                  <a:pt x="4277721" y="0"/>
                </a:lnTo>
                <a:lnTo>
                  <a:pt x="4277721" y="9337374"/>
                </a:lnTo>
                <a:lnTo>
                  <a:pt x="0" y="9337374"/>
                </a:lnTo>
                <a:lnTo>
                  <a:pt x="0" y="0"/>
                </a:lnTo>
                <a:close/>
              </a:path>
            </a:pathLst>
          </a:custGeom>
          <a:blipFill>
            <a:blip r:embed="rId5"/>
            <a:stretch>
              <a:fillRect l="-167152" t="-19094" r="-151124" b="-4024"/>
            </a:stretch>
          </a:blipFill>
          <a:ln cap="sq">
            <a:noFill/>
            <a:prstDash val="solid"/>
            <a:miter/>
          </a:ln>
        </p:spPr>
      </p:sp>
      <p:grpSp>
        <p:nvGrpSpPr>
          <p:cNvPr id="31" name="Group 31"/>
          <p:cNvGrpSpPr/>
          <p:nvPr/>
        </p:nvGrpSpPr>
        <p:grpSpPr>
          <a:xfrm>
            <a:off x="6803652" y="2973876"/>
            <a:ext cx="1025713" cy="856878"/>
            <a:chOff x="0" y="0"/>
            <a:chExt cx="877626" cy="733166"/>
          </a:xfrm>
        </p:grpSpPr>
        <p:sp>
          <p:nvSpPr>
            <p:cNvPr id="32" name="Freeform 32"/>
            <p:cNvSpPr/>
            <p:nvPr/>
          </p:nvSpPr>
          <p:spPr>
            <a:xfrm>
              <a:off x="0" y="0"/>
              <a:ext cx="877626" cy="733166"/>
            </a:xfrm>
            <a:custGeom>
              <a:avLst/>
              <a:gdLst/>
              <a:ahLst/>
              <a:cxnLst/>
              <a:rect l="l" t="t" r="r" b="b"/>
              <a:pathLst>
                <a:path w="877626" h="733166">
                  <a:moveTo>
                    <a:pt x="877626" y="366583"/>
                  </a:moveTo>
                  <a:lnTo>
                    <a:pt x="471226" y="0"/>
                  </a:lnTo>
                  <a:lnTo>
                    <a:pt x="471226" y="203200"/>
                  </a:lnTo>
                  <a:lnTo>
                    <a:pt x="0" y="203200"/>
                  </a:lnTo>
                  <a:lnTo>
                    <a:pt x="0" y="529966"/>
                  </a:lnTo>
                  <a:lnTo>
                    <a:pt x="471226" y="529966"/>
                  </a:lnTo>
                  <a:lnTo>
                    <a:pt x="471226" y="733166"/>
                  </a:lnTo>
                  <a:lnTo>
                    <a:pt x="877626" y="366583"/>
                  </a:lnTo>
                  <a:close/>
                </a:path>
              </a:pathLst>
            </a:custGeom>
            <a:solidFill>
              <a:srgbClr val="B84141">
                <a:alpha val="49804"/>
              </a:srgbClr>
            </a:solidFill>
            <a:ln cap="sq">
              <a:noFill/>
              <a:prstDash val="solid"/>
              <a:miter/>
            </a:ln>
          </p:spPr>
        </p:sp>
        <p:sp>
          <p:nvSpPr>
            <p:cNvPr id="33" name="TextBox 33"/>
            <p:cNvSpPr txBox="1"/>
            <p:nvPr/>
          </p:nvSpPr>
          <p:spPr>
            <a:xfrm>
              <a:off x="0" y="155575"/>
              <a:ext cx="776026" cy="374391"/>
            </a:xfrm>
            <a:prstGeom prst="rect">
              <a:avLst/>
            </a:prstGeom>
          </p:spPr>
          <p:txBody>
            <a:bodyPr lIns="50800" tIns="50800" rIns="50800" bIns="50800" rtlCol="0" anchor="ctr"/>
            <a:lstStyle/>
            <a:p>
              <a:pPr marL="0" lvl="0" indent="0" algn="ctr">
                <a:lnSpc>
                  <a:spcPts val="2660"/>
                </a:lnSpc>
                <a:spcBef>
                  <a:spcPct val="0"/>
                </a:spcBef>
              </a:pPr>
              <a:endParaRPr>
                <a:latin typeface="汉仪许静行楷简" panose="00020600040101010101" charset="-122"/>
              </a:endParaRPr>
            </a:p>
          </p:txBody>
        </p:sp>
      </p:grpSp>
      <p:grpSp>
        <p:nvGrpSpPr>
          <p:cNvPr id="34" name="Group 34"/>
          <p:cNvGrpSpPr/>
          <p:nvPr/>
        </p:nvGrpSpPr>
        <p:grpSpPr>
          <a:xfrm rot="-10800000">
            <a:off x="10640344" y="1717175"/>
            <a:ext cx="1104321" cy="922546"/>
            <a:chOff x="0" y="0"/>
            <a:chExt cx="877626" cy="733166"/>
          </a:xfrm>
        </p:grpSpPr>
        <p:sp>
          <p:nvSpPr>
            <p:cNvPr id="35" name="Freeform 35"/>
            <p:cNvSpPr/>
            <p:nvPr/>
          </p:nvSpPr>
          <p:spPr>
            <a:xfrm>
              <a:off x="0" y="0"/>
              <a:ext cx="877626" cy="733166"/>
            </a:xfrm>
            <a:custGeom>
              <a:avLst/>
              <a:gdLst/>
              <a:ahLst/>
              <a:cxnLst/>
              <a:rect l="l" t="t" r="r" b="b"/>
              <a:pathLst>
                <a:path w="877626" h="733166">
                  <a:moveTo>
                    <a:pt x="877626" y="366583"/>
                  </a:moveTo>
                  <a:lnTo>
                    <a:pt x="471226" y="0"/>
                  </a:lnTo>
                  <a:lnTo>
                    <a:pt x="471226" y="203200"/>
                  </a:lnTo>
                  <a:lnTo>
                    <a:pt x="0" y="203200"/>
                  </a:lnTo>
                  <a:lnTo>
                    <a:pt x="0" y="529966"/>
                  </a:lnTo>
                  <a:lnTo>
                    <a:pt x="471226" y="529966"/>
                  </a:lnTo>
                  <a:lnTo>
                    <a:pt x="471226" y="733166"/>
                  </a:lnTo>
                  <a:lnTo>
                    <a:pt x="877626" y="366583"/>
                  </a:lnTo>
                  <a:close/>
                </a:path>
              </a:pathLst>
            </a:custGeom>
            <a:solidFill>
              <a:srgbClr val="B84141">
                <a:alpha val="49804"/>
              </a:srgbClr>
            </a:solidFill>
          </p:spPr>
        </p:sp>
        <p:sp>
          <p:nvSpPr>
            <p:cNvPr id="36" name="TextBox 36"/>
            <p:cNvSpPr txBox="1"/>
            <p:nvPr/>
          </p:nvSpPr>
          <p:spPr>
            <a:xfrm>
              <a:off x="0" y="155575"/>
              <a:ext cx="776026" cy="374391"/>
            </a:xfrm>
            <a:prstGeom prst="rect">
              <a:avLst/>
            </a:prstGeom>
          </p:spPr>
          <p:txBody>
            <a:bodyPr lIns="50800" tIns="50800" rIns="50800" bIns="50800" rtlCol="0" anchor="ctr"/>
            <a:lstStyle/>
            <a:p>
              <a:pPr algn="ctr">
                <a:lnSpc>
                  <a:spcPts val="2660"/>
                </a:lnSpc>
              </a:pPr>
              <a:endParaRPr>
                <a:latin typeface="汉仪许静行楷简" panose="00020600040101010101" charset="-122"/>
              </a:endParaRPr>
            </a:p>
          </p:txBody>
        </p:sp>
      </p:grpSp>
      <p:grpSp>
        <p:nvGrpSpPr>
          <p:cNvPr id="37" name="Group 37"/>
          <p:cNvGrpSpPr/>
          <p:nvPr/>
        </p:nvGrpSpPr>
        <p:grpSpPr>
          <a:xfrm rot="-10800000">
            <a:off x="10640344" y="6186903"/>
            <a:ext cx="1104321" cy="922546"/>
            <a:chOff x="0" y="0"/>
            <a:chExt cx="877626" cy="733166"/>
          </a:xfrm>
        </p:grpSpPr>
        <p:sp>
          <p:nvSpPr>
            <p:cNvPr id="38" name="Freeform 38"/>
            <p:cNvSpPr/>
            <p:nvPr/>
          </p:nvSpPr>
          <p:spPr>
            <a:xfrm>
              <a:off x="0" y="0"/>
              <a:ext cx="877626" cy="733166"/>
            </a:xfrm>
            <a:custGeom>
              <a:avLst/>
              <a:gdLst/>
              <a:ahLst/>
              <a:cxnLst/>
              <a:rect l="l" t="t" r="r" b="b"/>
              <a:pathLst>
                <a:path w="877626" h="733166">
                  <a:moveTo>
                    <a:pt x="877626" y="366583"/>
                  </a:moveTo>
                  <a:lnTo>
                    <a:pt x="471226" y="0"/>
                  </a:lnTo>
                  <a:lnTo>
                    <a:pt x="471226" y="203200"/>
                  </a:lnTo>
                  <a:lnTo>
                    <a:pt x="0" y="203200"/>
                  </a:lnTo>
                  <a:lnTo>
                    <a:pt x="0" y="529966"/>
                  </a:lnTo>
                  <a:lnTo>
                    <a:pt x="471226" y="529966"/>
                  </a:lnTo>
                  <a:lnTo>
                    <a:pt x="471226" y="733166"/>
                  </a:lnTo>
                  <a:lnTo>
                    <a:pt x="877626" y="366583"/>
                  </a:lnTo>
                  <a:close/>
                </a:path>
              </a:pathLst>
            </a:custGeom>
            <a:solidFill>
              <a:srgbClr val="B84141">
                <a:alpha val="49804"/>
              </a:srgbClr>
            </a:solidFill>
          </p:spPr>
        </p:sp>
        <p:sp>
          <p:nvSpPr>
            <p:cNvPr id="39" name="TextBox 39"/>
            <p:cNvSpPr txBox="1"/>
            <p:nvPr/>
          </p:nvSpPr>
          <p:spPr>
            <a:xfrm>
              <a:off x="0" y="155575"/>
              <a:ext cx="776026" cy="374391"/>
            </a:xfrm>
            <a:prstGeom prst="rect">
              <a:avLst/>
            </a:prstGeom>
          </p:spPr>
          <p:txBody>
            <a:bodyPr lIns="50800" tIns="50800" rIns="50800" bIns="50800" rtlCol="0" anchor="ctr"/>
            <a:lstStyle/>
            <a:p>
              <a:pPr algn="ctr">
                <a:lnSpc>
                  <a:spcPts val="2660"/>
                </a:lnSpc>
              </a:pPr>
              <a:endParaRPr>
                <a:latin typeface="汉仪许静行楷简" panose="00020600040101010101" charset="-122"/>
              </a:endParaRPr>
            </a:p>
          </p:txBody>
        </p:sp>
      </p:grpSp>
      <p:grpSp>
        <p:nvGrpSpPr>
          <p:cNvPr id="40" name="Group 40"/>
          <p:cNvGrpSpPr/>
          <p:nvPr/>
        </p:nvGrpSpPr>
        <p:grpSpPr>
          <a:xfrm>
            <a:off x="6803652" y="6648177"/>
            <a:ext cx="1025713" cy="856878"/>
            <a:chOff x="0" y="0"/>
            <a:chExt cx="877626" cy="733166"/>
          </a:xfrm>
        </p:grpSpPr>
        <p:sp>
          <p:nvSpPr>
            <p:cNvPr id="41" name="Freeform 41"/>
            <p:cNvSpPr/>
            <p:nvPr/>
          </p:nvSpPr>
          <p:spPr>
            <a:xfrm>
              <a:off x="0" y="0"/>
              <a:ext cx="877626" cy="733166"/>
            </a:xfrm>
            <a:custGeom>
              <a:avLst/>
              <a:gdLst/>
              <a:ahLst/>
              <a:cxnLst/>
              <a:rect l="l" t="t" r="r" b="b"/>
              <a:pathLst>
                <a:path w="877626" h="733166">
                  <a:moveTo>
                    <a:pt x="877626" y="366583"/>
                  </a:moveTo>
                  <a:lnTo>
                    <a:pt x="471226" y="0"/>
                  </a:lnTo>
                  <a:lnTo>
                    <a:pt x="471226" y="203200"/>
                  </a:lnTo>
                  <a:lnTo>
                    <a:pt x="0" y="203200"/>
                  </a:lnTo>
                  <a:lnTo>
                    <a:pt x="0" y="529966"/>
                  </a:lnTo>
                  <a:lnTo>
                    <a:pt x="471226" y="529966"/>
                  </a:lnTo>
                  <a:lnTo>
                    <a:pt x="471226" y="733166"/>
                  </a:lnTo>
                  <a:lnTo>
                    <a:pt x="877626" y="366583"/>
                  </a:lnTo>
                  <a:close/>
                </a:path>
              </a:pathLst>
            </a:custGeom>
            <a:solidFill>
              <a:srgbClr val="B84141">
                <a:alpha val="49804"/>
              </a:srgbClr>
            </a:solidFill>
            <a:ln cap="sq">
              <a:noFill/>
              <a:prstDash val="solid"/>
              <a:miter/>
            </a:ln>
          </p:spPr>
        </p:sp>
        <p:sp>
          <p:nvSpPr>
            <p:cNvPr id="42" name="TextBox 42"/>
            <p:cNvSpPr txBox="1"/>
            <p:nvPr/>
          </p:nvSpPr>
          <p:spPr>
            <a:xfrm>
              <a:off x="0" y="155575"/>
              <a:ext cx="776026" cy="374391"/>
            </a:xfrm>
            <a:prstGeom prst="rect">
              <a:avLst/>
            </a:prstGeom>
          </p:spPr>
          <p:txBody>
            <a:bodyPr lIns="50800" tIns="50800" rIns="50800" bIns="50800" rtlCol="0" anchor="ctr"/>
            <a:lstStyle/>
            <a:p>
              <a:pPr marL="0" lvl="0" indent="0" algn="ctr">
                <a:lnSpc>
                  <a:spcPts val="2660"/>
                </a:lnSpc>
                <a:spcBef>
                  <a:spcPct val="0"/>
                </a:spcBef>
              </a:pPr>
              <a:endParaRPr>
                <a:latin typeface="汉仪许静行楷简" panose="00020600040101010101" charset="-122"/>
              </a:endParaRPr>
            </a:p>
          </p:txBody>
        </p:sp>
      </p:grpSp>
      <p:pic>
        <p:nvPicPr>
          <p:cNvPr id="47" name="图片 46"/>
          <p:cNvPicPr>
            <a:picLocks noChangeAspect="1"/>
          </p:cNvPicPr>
          <p:nvPr/>
        </p:nvPicPr>
        <p:blipFill rotWithShape="1">
          <a:blip r:embed="rId6">
            <a:extLst>
              <a:ext uri="{28A0092B-C50C-407E-A947-70E740481C1C}">
                <a14:useLocalDpi xmlns:a14="http://schemas.microsoft.com/office/drawing/2010/main" val="0"/>
              </a:ext>
            </a:extLst>
          </a:blip>
          <a:srcRect t="33998" b="30798"/>
          <a:stretch/>
        </p:blipFill>
        <p:spPr>
          <a:xfrm>
            <a:off x="14399025" y="285081"/>
            <a:ext cx="3557435" cy="1252373"/>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2184" b="-72184"/>
            </a:stretch>
          </a:blipFill>
        </p:spPr>
      </p:sp>
      <p:grpSp>
        <p:nvGrpSpPr>
          <p:cNvPr id="3" name="Group 3"/>
          <p:cNvGrpSpPr/>
          <p:nvPr/>
        </p:nvGrpSpPr>
        <p:grpSpPr>
          <a:xfrm>
            <a:off x="730841" y="1560453"/>
            <a:ext cx="16826319" cy="4651660"/>
            <a:chOff x="0" y="0"/>
            <a:chExt cx="4758939" cy="1315615"/>
          </a:xfrm>
        </p:grpSpPr>
        <p:sp>
          <p:nvSpPr>
            <p:cNvPr id="4" name="Freeform 4"/>
            <p:cNvSpPr/>
            <p:nvPr/>
          </p:nvSpPr>
          <p:spPr>
            <a:xfrm>
              <a:off x="0" y="0"/>
              <a:ext cx="4758939" cy="1315615"/>
            </a:xfrm>
            <a:custGeom>
              <a:avLst/>
              <a:gdLst/>
              <a:ahLst/>
              <a:cxnLst/>
              <a:rect l="l" t="t" r="r" b="b"/>
              <a:pathLst>
                <a:path w="4758939" h="1315615">
                  <a:moveTo>
                    <a:pt x="0" y="0"/>
                  </a:moveTo>
                  <a:lnTo>
                    <a:pt x="4758939" y="0"/>
                  </a:lnTo>
                  <a:lnTo>
                    <a:pt x="4758939" y="1315615"/>
                  </a:lnTo>
                  <a:lnTo>
                    <a:pt x="0" y="1315615"/>
                  </a:lnTo>
                  <a:close/>
                </a:path>
              </a:pathLst>
            </a:custGeom>
            <a:solidFill>
              <a:srgbClr val="FFFFFF"/>
            </a:solidFill>
            <a:ln w="38100" cap="sq">
              <a:solidFill>
                <a:srgbClr val="DBCDB3"/>
              </a:solidFill>
              <a:prstDash val="solid"/>
              <a:miter/>
            </a:ln>
          </p:spPr>
        </p:sp>
        <p:sp>
          <p:nvSpPr>
            <p:cNvPr id="5" name="TextBox 5"/>
            <p:cNvSpPr txBox="1"/>
            <p:nvPr/>
          </p:nvSpPr>
          <p:spPr>
            <a:xfrm>
              <a:off x="0" y="-47625"/>
              <a:ext cx="4758939" cy="1363240"/>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6" name="Group 6"/>
          <p:cNvGrpSpPr/>
          <p:nvPr/>
        </p:nvGrpSpPr>
        <p:grpSpPr>
          <a:xfrm>
            <a:off x="0" y="0"/>
            <a:ext cx="18288000" cy="1916131"/>
            <a:chOff x="0" y="0"/>
            <a:chExt cx="4816593" cy="504660"/>
          </a:xfrm>
        </p:grpSpPr>
        <p:sp>
          <p:nvSpPr>
            <p:cNvPr id="7" name="Freeform 7"/>
            <p:cNvSpPr/>
            <p:nvPr/>
          </p:nvSpPr>
          <p:spPr>
            <a:xfrm>
              <a:off x="0" y="0"/>
              <a:ext cx="4816592" cy="504660"/>
            </a:xfrm>
            <a:custGeom>
              <a:avLst/>
              <a:gdLst/>
              <a:ahLst/>
              <a:cxnLst/>
              <a:rect l="l" t="t" r="r" b="b"/>
              <a:pathLst>
                <a:path w="4816592" h="504660">
                  <a:moveTo>
                    <a:pt x="0" y="0"/>
                  </a:moveTo>
                  <a:lnTo>
                    <a:pt x="4816592" y="0"/>
                  </a:lnTo>
                  <a:lnTo>
                    <a:pt x="4816592" y="504660"/>
                  </a:lnTo>
                  <a:lnTo>
                    <a:pt x="0" y="504660"/>
                  </a:lnTo>
                  <a:close/>
                </a:path>
              </a:pathLst>
            </a:custGeom>
            <a:solidFill>
              <a:srgbClr val="A12B2A"/>
            </a:solidFill>
          </p:spPr>
        </p:sp>
        <p:sp>
          <p:nvSpPr>
            <p:cNvPr id="8" name="TextBox 8"/>
            <p:cNvSpPr txBox="1"/>
            <p:nvPr/>
          </p:nvSpPr>
          <p:spPr>
            <a:xfrm>
              <a:off x="0" y="-47625"/>
              <a:ext cx="4816593" cy="552285"/>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9" name="Group 9"/>
          <p:cNvGrpSpPr/>
          <p:nvPr/>
        </p:nvGrpSpPr>
        <p:grpSpPr>
          <a:xfrm>
            <a:off x="1222346" y="2452010"/>
            <a:ext cx="16061164" cy="3063165"/>
            <a:chOff x="0" y="0"/>
            <a:chExt cx="21414885" cy="4084220"/>
          </a:xfrm>
        </p:grpSpPr>
      </p:grpSp>
      <p:sp>
        <p:nvSpPr>
          <p:cNvPr id="10" name="TextBox 10"/>
          <p:cNvSpPr txBox="1"/>
          <p:nvPr/>
        </p:nvSpPr>
        <p:spPr>
          <a:xfrm>
            <a:off x="2434421" y="767444"/>
            <a:ext cx="15197451" cy="909955"/>
          </a:xfrm>
          <a:prstGeom prst="rect">
            <a:avLst/>
          </a:prstGeom>
        </p:spPr>
        <p:txBody>
          <a:bodyPr lIns="0" tIns="0" rIns="0" bIns="0" rtlCol="0" anchor="t">
            <a:spAutoFit/>
          </a:bodyPr>
          <a:lstStyle/>
          <a:p>
            <a:pPr>
              <a:lnSpc>
                <a:spcPts val="7040"/>
              </a:lnSpc>
            </a:pPr>
            <a:r>
              <a:rPr lang="en-US" sz="6400">
                <a:solidFill>
                  <a:srgbClr val="FCF7EE"/>
                </a:solidFill>
                <a:latin typeface="汉仪许静行楷简" panose="00020600040101010101" charset="-122"/>
                <a:ea typeface="HYXuJingXingKai" panose="00020600040101010101"/>
              </a:rPr>
              <a:t>请输入标题</a:t>
            </a:r>
          </a:p>
        </p:txBody>
      </p:sp>
      <p:sp>
        <p:nvSpPr>
          <p:cNvPr id="11" name="Freeform 11"/>
          <p:cNvSpPr/>
          <p:nvPr/>
        </p:nvSpPr>
        <p:spPr>
          <a:xfrm>
            <a:off x="965490" y="828758"/>
            <a:ext cx="1323143" cy="940634"/>
          </a:xfrm>
          <a:custGeom>
            <a:avLst/>
            <a:gdLst/>
            <a:ahLst/>
            <a:cxnLst/>
            <a:rect l="l" t="t" r="r" b="b"/>
            <a:pathLst>
              <a:path w="1323143" h="940634">
                <a:moveTo>
                  <a:pt x="0" y="0"/>
                </a:moveTo>
                <a:lnTo>
                  <a:pt x="1323143" y="0"/>
                </a:lnTo>
                <a:lnTo>
                  <a:pt x="1323143" y="940634"/>
                </a:lnTo>
                <a:lnTo>
                  <a:pt x="0" y="940634"/>
                </a:lnTo>
                <a:lnTo>
                  <a:pt x="0" y="0"/>
                </a:lnTo>
                <a:close/>
              </a:path>
            </a:pathLst>
          </a:custGeom>
          <a:blipFill>
            <a:blip r:embed="rId3">
              <a:extLst>
                <a:ext uri="{96DAC541-7B7A-43D3-8B79-37D633B846F1}">
                  <asvg:svgBlip xmlns="" xmlns:asvg="http://schemas.microsoft.com/office/drawing/2016/SVG/main" r:embed="rId5"/>
                </a:ext>
              </a:extLst>
            </a:blip>
            <a:stretch>
              <a:fillRect/>
            </a:stretch>
          </a:blipFill>
        </p:spPr>
      </p:sp>
      <p:sp>
        <p:nvSpPr>
          <p:cNvPr id="24" name="TextBox 24"/>
          <p:cNvSpPr txBox="1"/>
          <p:nvPr/>
        </p:nvSpPr>
        <p:spPr>
          <a:xfrm>
            <a:off x="0" y="107479"/>
            <a:ext cx="18288000" cy="1809006"/>
          </a:xfrm>
          <a:prstGeom prst="rect">
            <a:avLst/>
          </a:prstGeom>
        </p:spPr>
        <p:txBody>
          <a:bodyPr lIns="0" tIns="0" rIns="0" bIns="0" rtlCol="0" anchor="t">
            <a:spAutoFit/>
          </a:bodyPr>
          <a:lstStyle/>
          <a:p>
            <a:pPr>
              <a:lnSpc>
                <a:spcPts val="7010"/>
              </a:lnSpc>
            </a:pPr>
            <a:r>
              <a:rPr lang="en-US" sz="7010" spc="-378">
                <a:solidFill>
                  <a:srgbClr val="22211E">
                    <a:alpha val="6667"/>
                  </a:srgbClr>
                </a:solidFill>
                <a:latin typeface="汉仪许静行楷简" panose="00020600040101010101" charset="-122"/>
                <a:ea typeface="HYQinChuanFeiYing" panose="00020600040101010101"/>
              </a:rPr>
              <a:t>求实创新以天下为己任以真理为依归勤学修德明辨笃实海纳江河启真厚德开物前民树我邦国</a:t>
            </a:r>
          </a:p>
        </p:txBody>
      </p:sp>
      <p:graphicFrame>
        <p:nvGraphicFramePr>
          <p:cNvPr id="32" name="图表 31"/>
          <p:cNvGraphicFramePr/>
          <p:nvPr/>
        </p:nvGraphicFramePr>
        <p:xfrm>
          <a:off x="1236980" y="2018030"/>
          <a:ext cx="7752715" cy="419290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3" name="图表 32"/>
          <p:cNvGraphicFramePr/>
          <p:nvPr/>
        </p:nvGraphicFramePr>
        <p:xfrm>
          <a:off x="9528175" y="1979930"/>
          <a:ext cx="7638415" cy="4193540"/>
        </p:xfrm>
        <a:graphic>
          <a:graphicData uri="http://schemas.openxmlformats.org/drawingml/2006/chart">
            <c:chart xmlns:c="http://schemas.openxmlformats.org/drawingml/2006/chart" xmlns:r="http://schemas.openxmlformats.org/officeDocument/2006/relationships" r:id="rId7"/>
          </a:graphicData>
        </a:graphic>
      </p:graphicFrame>
      <p:sp>
        <p:nvSpPr>
          <p:cNvPr id="34" name="Freeform 12"/>
          <p:cNvSpPr/>
          <p:nvPr/>
        </p:nvSpPr>
        <p:spPr>
          <a:xfrm>
            <a:off x="6652372" y="6741250"/>
            <a:ext cx="5054957" cy="2487136"/>
          </a:xfrm>
          <a:custGeom>
            <a:avLst/>
            <a:gdLst/>
            <a:ahLst/>
            <a:cxnLst/>
            <a:rect l="l" t="t" r="r" b="b"/>
            <a:pathLst>
              <a:path w="5054957" h="2487136">
                <a:moveTo>
                  <a:pt x="0" y="0"/>
                </a:moveTo>
                <a:lnTo>
                  <a:pt x="5054957" y="0"/>
                </a:lnTo>
                <a:lnTo>
                  <a:pt x="5054957" y="2487135"/>
                </a:lnTo>
                <a:lnTo>
                  <a:pt x="0" y="2487135"/>
                </a:lnTo>
                <a:lnTo>
                  <a:pt x="0" y="0"/>
                </a:lnTo>
                <a:close/>
              </a:path>
            </a:pathLst>
          </a:custGeom>
          <a:blipFill>
            <a:blip r:embed="rId8"/>
            <a:stretch>
              <a:fillRect l="-1664" t="-40007" r="-1664"/>
            </a:stretch>
          </a:blipFill>
        </p:spPr>
      </p:sp>
      <p:sp>
        <p:nvSpPr>
          <p:cNvPr id="35" name="Freeform 13"/>
          <p:cNvSpPr/>
          <p:nvPr/>
        </p:nvSpPr>
        <p:spPr>
          <a:xfrm>
            <a:off x="12571303" y="6741250"/>
            <a:ext cx="5054957" cy="2487136"/>
          </a:xfrm>
          <a:custGeom>
            <a:avLst/>
            <a:gdLst/>
            <a:ahLst/>
            <a:cxnLst/>
            <a:rect l="l" t="t" r="r" b="b"/>
            <a:pathLst>
              <a:path w="5054957" h="2487136">
                <a:moveTo>
                  <a:pt x="0" y="0"/>
                </a:moveTo>
                <a:lnTo>
                  <a:pt x="5054957" y="0"/>
                </a:lnTo>
                <a:lnTo>
                  <a:pt x="5054957" y="2487135"/>
                </a:lnTo>
                <a:lnTo>
                  <a:pt x="0" y="2487135"/>
                </a:lnTo>
                <a:lnTo>
                  <a:pt x="0" y="0"/>
                </a:lnTo>
                <a:close/>
              </a:path>
            </a:pathLst>
          </a:custGeom>
          <a:blipFill>
            <a:blip r:embed="rId8"/>
            <a:stretch>
              <a:fillRect l="-1664" t="-40007" r="-1664"/>
            </a:stretch>
          </a:blipFill>
        </p:spPr>
      </p:sp>
      <p:sp>
        <p:nvSpPr>
          <p:cNvPr id="36" name="Freeform 14"/>
          <p:cNvSpPr/>
          <p:nvPr/>
        </p:nvSpPr>
        <p:spPr>
          <a:xfrm>
            <a:off x="735356" y="6745513"/>
            <a:ext cx="5054957" cy="2487136"/>
          </a:xfrm>
          <a:custGeom>
            <a:avLst/>
            <a:gdLst/>
            <a:ahLst/>
            <a:cxnLst/>
            <a:rect l="l" t="t" r="r" b="b"/>
            <a:pathLst>
              <a:path w="5054957" h="2487136">
                <a:moveTo>
                  <a:pt x="0" y="0"/>
                </a:moveTo>
                <a:lnTo>
                  <a:pt x="5054957" y="0"/>
                </a:lnTo>
                <a:lnTo>
                  <a:pt x="5054957" y="2487136"/>
                </a:lnTo>
                <a:lnTo>
                  <a:pt x="0" y="2487136"/>
                </a:lnTo>
                <a:lnTo>
                  <a:pt x="0" y="0"/>
                </a:lnTo>
                <a:close/>
              </a:path>
            </a:pathLst>
          </a:custGeom>
          <a:blipFill>
            <a:blip r:embed="rId8"/>
            <a:stretch>
              <a:fillRect l="-1664" t="-40007" r="-1664"/>
            </a:stretch>
          </a:blipFill>
        </p:spPr>
      </p:sp>
      <p:grpSp>
        <p:nvGrpSpPr>
          <p:cNvPr id="37" name="Group 15"/>
          <p:cNvGrpSpPr/>
          <p:nvPr/>
        </p:nvGrpSpPr>
        <p:grpSpPr>
          <a:xfrm>
            <a:off x="6647563" y="6745513"/>
            <a:ext cx="5059767" cy="2487136"/>
            <a:chOff x="0" y="0"/>
            <a:chExt cx="1431039" cy="703429"/>
          </a:xfrm>
        </p:grpSpPr>
        <p:sp>
          <p:nvSpPr>
            <p:cNvPr id="38" name="Freeform 16"/>
            <p:cNvSpPr/>
            <p:nvPr/>
          </p:nvSpPr>
          <p:spPr>
            <a:xfrm>
              <a:off x="0" y="0"/>
              <a:ext cx="1431039" cy="703429"/>
            </a:xfrm>
            <a:custGeom>
              <a:avLst/>
              <a:gdLst/>
              <a:ahLst/>
              <a:cxnLst/>
              <a:rect l="l" t="t" r="r" b="b"/>
              <a:pathLst>
                <a:path w="1431039" h="703429">
                  <a:moveTo>
                    <a:pt x="0" y="0"/>
                  </a:moveTo>
                  <a:lnTo>
                    <a:pt x="1431039" y="0"/>
                  </a:lnTo>
                  <a:lnTo>
                    <a:pt x="1431039" y="703429"/>
                  </a:lnTo>
                  <a:lnTo>
                    <a:pt x="0" y="703429"/>
                  </a:lnTo>
                  <a:close/>
                </a:path>
              </a:pathLst>
            </a:custGeom>
            <a:solidFill>
              <a:srgbClr val="FFFFFF">
                <a:alpha val="53725"/>
              </a:srgbClr>
            </a:solidFill>
            <a:ln w="38100" cap="sq">
              <a:solidFill>
                <a:srgbClr val="A12B2A">
                  <a:alpha val="53725"/>
                </a:srgbClr>
              </a:solidFill>
              <a:prstDash val="solid"/>
              <a:miter/>
            </a:ln>
          </p:spPr>
        </p:sp>
        <p:sp>
          <p:nvSpPr>
            <p:cNvPr id="39" name="TextBox 17"/>
            <p:cNvSpPr txBox="1"/>
            <p:nvPr/>
          </p:nvSpPr>
          <p:spPr>
            <a:xfrm>
              <a:off x="0" y="-47625"/>
              <a:ext cx="1431039" cy="751054"/>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40" name="Group 18"/>
          <p:cNvGrpSpPr/>
          <p:nvPr/>
        </p:nvGrpSpPr>
        <p:grpSpPr>
          <a:xfrm>
            <a:off x="730841" y="6745513"/>
            <a:ext cx="5059767" cy="2487136"/>
            <a:chOff x="0" y="0"/>
            <a:chExt cx="1431039" cy="703429"/>
          </a:xfrm>
        </p:grpSpPr>
        <p:sp>
          <p:nvSpPr>
            <p:cNvPr id="41" name="Freeform 19"/>
            <p:cNvSpPr/>
            <p:nvPr/>
          </p:nvSpPr>
          <p:spPr>
            <a:xfrm>
              <a:off x="0" y="0"/>
              <a:ext cx="1431039" cy="703429"/>
            </a:xfrm>
            <a:custGeom>
              <a:avLst/>
              <a:gdLst/>
              <a:ahLst/>
              <a:cxnLst/>
              <a:rect l="l" t="t" r="r" b="b"/>
              <a:pathLst>
                <a:path w="1431039" h="703429">
                  <a:moveTo>
                    <a:pt x="0" y="0"/>
                  </a:moveTo>
                  <a:lnTo>
                    <a:pt x="1431039" y="0"/>
                  </a:lnTo>
                  <a:lnTo>
                    <a:pt x="1431039" y="703429"/>
                  </a:lnTo>
                  <a:lnTo>
                    <a:pt x="0" y="703429"/>
                  </a:lnTo>
                  <a:close/>
                </a:path>
              </a:pathLst>
            </a:custGeom>
            <a:solidFill>
              <a:srgbClr val="FFFFFF">
                <a:alpha val="53725"/>
              </a:srgbClr>
            </a:solidFill>
            <a:ln w="38100" cap="sq">
              <a:solidFill>
                <a:srgbClr val="A12B2A">
                  <a:alpha val="53725"/>
                </a:srgbClr>
              </a:solidFill>
              <a:prstDash val="solid"/>
              <a:miter/>
            </a:ln>
          </p:spPr>
        </p:sp>
        <p:sp>
          <p:nvSpPr>
            <p:cNvPr id="42" name="TextBox 20"/>
            <p:cNvSpPr txBox="1"/>
            <p:nvPr/>
          </p:nvSpPr>
          <p:spPr>
            <a:xfrm>
              <a:off x="0" y="-47625"/>
              <a:ext cx="1431039" cy="751054"/>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43" name="Group 21"/>
          <p:cNvGrpSpPr/>
          <p:nvPr/>
        </p:nvGrpSpPr>
        <p:grpSpPr>
          <a:xfrm>
            <a:off x="12564285" y="6745513"/>
            <a:ext cx="5059767" cy="2487136"/>
            <a:chOff x="0" y="0"/>
            <a:chExt cx="1431039" cy="703429"/>
          </a:xfrm>
        </p:grpSpPr>
        <p:sp>
          <p:nvSpPr>
            <p:cNvPr id="44" name="Freeform 22"/>
            <p:cNvSpPr/>
            <p:nvPr/>
          </p:nvSpPr>
          <p:spPr>
            <a:xfrm>
              <a:off x="0" y="0"/>
              <a:ext cx="1431039" cy="703429"/>
            </a:xfrm>
            <a:custGeom>
              <a:avLst/>
              <a:gdLst/>
              <a:ahLst/>
              <a:cxnLst/>
              <a:rect l="l" t="t" r="r" b="b"/>
              <a:pathLst>
                <a:path w="1431039" h="703429">
                  <a:moveTo>
                    <a:pt x="0" y="0"/>
                  </a:moveTo>
                  <a:lnTo>
                    <a:pt x="1431039" y="0"/>
                  </a:lnTo>
                  <a:lnTo>
                    <a:pt x="1431039" y="703429"/>
                  </a:lnTo>
                  <a:lnTo>
                    <a:pt x="0" y="703429"/>
                  </a:lnTo>
                  <a:close/>
                </a:path>
              </a:pathLst>
            </a:custGeom>
            <a:solidFill>
              <a:srgbClr val="FFFFFF">
                <a:alpha val="53725"/>
              </a:srgbClr>
            </a:solidFill>
            <a:ln w="38100" cap="sq">
              <a:solidFill>
                <a:srgbClr val="A12B2A">
                  <a:alpha val="53725"/>
                </a:srgbClr>
              </a:solidFill>
              <a:prstDash val="solid"/>
              <a:miter/>
            </a:ln>
          </p:spPr>
        </p:sp>
        <p:sp>
          <p:nvSpPr>
            <p:cNvPr id="45" name="TextBox 23"/>
            <p:cNvSpPr txBox="1"/>
            <p:nvPr/>
          </p:nvSpPr>
          <p:spPr>
            <a:xfrm>
              <a:off x="0" y="-47625"/>
              <a:ext cx="1431039" cy="751054"/>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sp>
        <p:nvSpPr>
          <p:cNvPr id="46" name="TextBox 26"/>
          <p:cNvSpPr txBox="1"/>
          <p:nvPr/>
        </p:nvSpPr>
        <p:spPr>
          <a:xfrm>
            <a:off x="7129765" y="7007637"/>
            <a:ext cx="5241513" cy="796290"/>
          </a:xfrm>
          <a:prstGeom prst="rect">
            <a:avLst/>
          </a:prstGeom>
        </p:spPr>
        <p:txBody>
          <a:bodyPr lIns="0" tIns="0" rIns="0" bIns="0" rtlCol="0" anchor="t">
            <a:spAutoFit/>
          </a:bodyPr>
          <a:lstStyle/>
          <a:p>
            <a:pPr>
              <a:lnSpc>
                <a:spcPts val="6720"/>
              </a:lnSpc>
            </a:pPr>
            <a:r>
              <a:rPr lang="en-US" sz="4200">
                <a:solidFill>
                  <a:srgbClr val="B95C42"/>
                </a:solidFill>
                <a:latin typeface="汉仪许静行楷简" panose="00020600040101010101" charset="-122"/>
                <a:ea typeface="HYXuJingXingKai" panose="00020600040101010101"/>
              </a:rPr>
              <a:t>请输入内容</a:t>
            </a:r>
          </a:p>
        </p:txBody>
      </p:sp>
      <p:sp>
        <p:nvSpPr>
          <p:cNvPr id="47" name="TextBox 27"/>
          <p:cNvSpPr txBox="1"/>
          <p:nvPr/>
        </p:nvSpPr>
        <p:spPr>
          <a:xfrm>
            <a:off x="7153993" y="7908617"/>
            <a:ext cx="4095933" cy="861695"/>
          </a:xfrm>
          <a:prstGeom prst="rect">
            <a:avLst/>
          </a:prstGeom>
        </p:spPr>
        <p:txBody>
          <a:bodyPr lIns="0" tIns="0" rIns="0" bIns="0" rtlCol="0" anchor="t">
            <a:spAutoFit/>
          </a:bodyPr>
          <a:lstStyle/>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p:txBody>
      </p:sp>
      <p:sp>
        <p:nvSpPr>
          <p:cNvPr id="48" name="TextBox 28"/>
          <p:cNvSpPr txBox="1"/>
          <p:nvPr/>
        </p:nvSpPr>
        <p:spPr>
          <a:xfrm>
            <a:off x="1213043" y="7007637"/>
            <a:ext cx="5241513" cy="796290"/>
          </a:xfrm>
          <a:prstGeom prst="rect">
            <a:avLst/>
          </a:prstGeom>
        </p:spPr>
        <p:txBody>
          <a:bodyPr lIns="0" tIns="0" rIns="0" bIns="0" rtlCol="0" anchor="t">
            <a:spAutoFit/>
          </a:bodyPr>
          <a:lstStyle/>
          <a:p>
            <a:pPr>
              <a:lnSpc>
                <a:spcPts val="6720"/>
              </a:lnSpc>
            </a:pPr>
            <a:r>
              <a:rPr lang="en-US" sz="4200">
                <a:solidFill>
                  <a:srgbClr val="B95C42"/>
                </a:solidFill>
                <a:latin typeface="汉仪许静行楷简" panose="00020600040101010101" charset="-122"/>
                <a:ea typeface="HYXuJingXingKai" panose="00020600040101010101"/>
              </a:rPr>
              <a:t>请输入内容</a:t>
            </a:r>
          </a:p>
        </p:txBody>
      </p:sp>
      <p:sp>
        <p:nvSpPr>
          <p:cNvPr id="49" name="TextBox 29"/>
          <p:cNvSpPr txBox="1"/>
          <p:nvPr/>
        </p:nvSpPr>
        <p:spPr>
          <a:xfrm>
            <a:off x="1237271" y="7908617"/>
            <a:ext cx="4095933" cy="861695"/>
          </a:xfrm>
          <a:prstGeom prst="rect">
            <a:avLst/>
          </a:prstGeom>
        </p:spPr>
        <p:txBody>
          <a:bodyPr lIns="0" tIns="0" rIns="0" bIns="0" rtlCol="0" anchor="t">
            <a:spAutoFit/>
          </a:bodyPr>
          <a:lstStyle/>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p:txBody>
      </p:sp>
      <p:sp>
        <p:nvSpPr>
          <p:cNvPr id="50" name="TextBox 31"/>
          <p:cNvSpPr txBox="1"/>
          <p:nvPr/>
        </p:nvSpPr>
        <p:spPr>
          <a:xfrm>
            <a:off x="13070715" y="7908617"/>
            <a:ext cx="4095933" cy="861695"/>
          </a:xfrm>
          <a:prstGeom prst="rect">
            <a:avLst/>
          </a:prstGeom>
        </p:spPr>
        <p:txBody>
          <a:bodyPr lIns="0" tIns="0" rIns="0" bIns="0" rtlCol="0" anchor="t">
            <a:spAutoFit/>
          </a:bodyPr>
          <a:lstStyle/>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p:txBody>
      </p:sp>
      <p:pic>
        <p:nvPicPr>
          <p:cNvPr id="52" name="图片 51"/>
          <p:cNvPicPr>
            <a:picLocks noChangeAspect="1"/>
          </p:cNvPicPr>
          <p:nvPr/>
        </p:nvPicPr>
        <p:blipFill rotWithShape="1">
          <a:blip r:embed="rId9">
            <a:extLst>
              <a:ext uri="{28A0092B-C50C-407E-A947-70E740481C1C}">
                <a14:useLocalDpi xmlns:a14="http://schemas.microsoft.com/office/drawing/2010/main" val="0"/>
              </a:ext>
            </a:extLst>
          </a:blip>
          <a:srcRect t="11484" r="7268" b="58112"/>
          <a:stretch/>
        </p:blipFill>
        <p:spPr>
          <a:xfrm>
            <a:off x="14033899" y="216805"/>
            <a:ext cx="4415785" cy="14478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2184" b="-72184"/>
            </a:stretch>
          </a:blipFill>
        </p:spPr>
      </p:sp>
      <p:grpSp>
        <p:nvGrpSpPr>
          <p:cNvPr id="3" name="Group 3"/>
          <p:cNvGrpSpPr/>
          <p:nvPr/>
        </p:nvGrpSpPr>
        <p:grpSpPr>
          <a:xfrm>
            <a:off x="12853088" y="-21462"/>
            <a:ext cx="5434912" cy="10308462"/>
            <a:chOff x="0" y="0"/>
            <a:chExt cx="1431417" cy="2714986"/>
          </a:xfrm>
        </p:grpSpPr>
        <p:sp>
          <p:nvSpPr>
            <p:cNvPr id="4" name="Freeform 4"/>
            <p:cNvSpPr/>
            <p:nvPr/>
          </p:nvSpPr>
          <p:spPr>
            <a:xfrm>
              <a:off x="0" y="0"/>
              <a:ext cx="1431417" cy="2714986"/>
            </a:xfrm>
            <a:custGeom>
              <a:avLst/>
              <a:gdLst/>
              <a:ahLst/>
              <a:cxnLst/>
              <a:rect l="l" t="t" r="r" b="b"/>
              <a:pathLst>
                <a:path w="1431417" h="2714986">
                  <a:moveTo>
                    <a:pt x="0" y="0"/>
                  </a:moveTo>
                  <a:lnTo>
                    <a:pt x="1431417" y="0"/>
                  </a:lnTo>
                  <a:lnTo>
                    <a:pt x="1431417" y="2714986"/>
                  </a:lnTo>
                  <a:lnTo>
                    <a:pt x="0" y="2714986"/>
                  </a:lnTo>
                  <a:close/>
                </a:path>
              </a:pathLst>
            </a:custGeom>
            <a:solidFill>
              <a:srgbClr val="A12B2A"/>
            </a:solidFill>
          </p:spPr>
        </p:sp>
        <p:sp>
          <p:nvSpPr>
            <p:cNvPr id="5" name="TextBox 5"/>
            <p:cNvSpPr txBox="1"/>
            <p:nvPr/>
          </p:nvSpPr>
          <p:spPr>
            <a:xfrm>
              <a:off x="0" y="-47625"/>
              <a:ext cx="1431417" cy="2762611"/>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sp>
        <p:nvSpPr>
          <p:cNvPr id="19" name="TextBox 6"/>
          <p:cNvSpPr txBox="1"/>
          <p:nvPr/>
        </p:nvSpPr>
        <p:spPr>
          <a:xfrm>
            <a:off x="12889230" y="76200"/>
            <a:ext cx="5321935" cy="10119995"/>
          </a:xfrm>
          <a:prstGeom prst="rect">
            <a:avLst/>
          </a:prstGeom>
        </p:spPr>
        <p:txBody>
          <a:bodyPr vert="eaVert" wrap="square" lIns="0" tIns="0" rIns="0" bIns="0" rtlCol="0" anchor="t">
            <a:spAutoFit/>
          </a:bodyPr>
          <a:lstStyle/>
          <a:p>
            <a:pPr>
              <a:lnSpc>
                <a:spcPts val="8300"/>
              </a:lnSpc>
            </a:pPr>
            <a:r>
              <a:rPr lang="en-US" sz="8300" spc="-448">
                <a:solidFill>
                  <a:srgbClr val="22211E">
                    <a:alpha val="6667"/>
                  </a:srgbClr>
                </a:solidFill>
                <a:latin typeface="汉仪许静行楷简" panose="00020600040101010101" charset="-122"/>
                <a:ea typeface="HYQinChuanFeiYing" panose="00020600040101010101"/>
              </a:rPr>
              <a:t>以天下为己任以真理为依归</a:t>
            </a:r>
          </a:p>
          <a:p>
            <a:pPr>
              <a:lnSpc>
                <a:spcPts val="8300"/>
              </a:lnSpc>
            </a:pPr>
            <a:r>
              <a:rPr lang="en-US" sz="8300" spc="-448">
                <a:solidFill>
                  <a:srgbClr val="22211E">
                    <a:alpha val="6667"/>
                  </a:srgbClr>
                </a:solidFill>
                <a:latin typeface="汉仪许静行楷简" panose="00020600040101010101" charset="-122"/>
                <a:ea typeface="HYQinChuanFeiYing" panose="00020600040101010101"/>
              </a:rPr>
              <a:t>勤学修德明辨笃实</a:t>
            </a:r>
          </a:p>
          <a:p>
            <a:pPr>
              <a:lnSpc>
                <a:spcPts val="8300"/>
              </a:lnSpc>
            </a:pPr>
            <a:r>
              <a:rPr lang="en-US" sz="8300" spc="-448">
                <a:solidFill>
                  <a:srgbClr val="22211E">
                    <a:alpha val="6667"/>
                  </a:srgbClr>
                </a:solidFill>
                <a:latin typeface="汉仪许静行楷简" panose="00020600040101010101" charset="-122"/>
                <a:ea typeface="HYQinChuanFeiYing" panose="00020600040101010101"/>
              </a:rPr>
              <a:t>海纳江河启真厚德开物前民树我邦国</a:t>
            </a:r>
          </a:p>
        </p:txBody>
      </p:sp>
      <p:grpSp>
        <p:nvGrpSpPr>
          <p:cNvPr id="7" name="Group 7"/>
          <p:cNvGrpSpPr/>
          <p:nvPr/>
        </p:nvGrpSpPr>
        <p:grpSpPr>
          <a:xfrm>
            <a:off x="6138134" y="1568787"/>
            <a:ext cx="10236122" cy="7170888"/>
            <a:chOff x="0" y="0"/>
            <a:chExt cx="13648162" cy="9561184"/>
          </a:xfrm>
        </p:grpSpPr>
        <p:sp>
          <p:nvSpPr>
            <p:cNvPr id="8" name="Freeform 8"/>
            <p:cNvSpPr/>
            <p:nvPr/>
          </p:nvSpPr>
          <p:spPr>
            <a:xfrm>
              <a:off x="4226067" y="210903"/>
              <a:ext cx="9422095" cy="9350280"/>
            </a:xfrm>
            <a:custGeom>
              <a:avLst/>
              <a:gdLst/>
              <a:ahLst/>
              <a:cxnLst/>
              <a:rect l="l" t="t" r="r" b="b"/>
              <a:pathLst>
                <a:path w="9422095" h="9350280">
                  <a:moveTo>
                    <a:pt x="0" y="0"/>
                  </a:moveTo>
                  <a:lnTo>
                    <a:pt x="9422095" y="0"/>
                  </a:lnTo>
                  <a:lnTo>
                    <a:pt x="9422095" y="9350281"/>
                  </a:lnTo>
                  <a:lnTo>
                    <a:pt x="0" y="9350281"/>
                  </a:lnTo>
                  <a:lnTo>
                    <a:pt x="0" y="0"/>
                  </a:lnTo>
                  <a:close/>
                </a:path>
              </a:pathLst>
            </a:custGeom>
            <a:blipFill>
              <a:blip r:embed="rId3"/>
              <a:stretch>
                <a:fillRect/>
              </a:stretch>
            </a:blipFill>
          </p:spPr>
        </p:sp>
        <p:sp>
          <p:nvSpPr>
            <p:cNvPr id="9" name="Freeform 9"/>
            <p:cNvSpPr/>
            <p:nvPr/>
          </p:nvSpPr>
          <p:spPr>
            <a:xfrm>
              <a:off x="0" y="0"/>
              <a:ext cx="13583047" cy="9129162"/>
            </a:xfrm>
            <a:custGeom>
              <a:avLst/>
              <a:gdLst/>
              <a:ahLst/>
              <a:cxnLst/>
              <a:rect l="l" t="t" r="r" b="b"/>
              <a:pathLst>
                <a:path w="13583047" h="9129162">
                  <a:moveTo>
                    <a:pt x="0" y="0"/>
                  </a:moveTo>
                  <a:lnTo>
                    <a:pt x="13583047" y="0"/>
                  </a:lnTo>
                  <a:lnTo>
                    <a:pt x="13583047" y="9129162"/>
                  </a:lnTo>
                  <a:lnTo>
                    <a:pt x="0" y="9129162"/>
                  </a:lnTo>
                  <a:lnTo>
                    <a:pt x="0" y="0"/>
                  </a:lnTo>
                  <a:close/>
                </a:path>
              </a:pathLst>
            </a:custGeom>
            <a:blipFill>
              <a:blip r:embed="rId4"/>
              <a:stretch>
                <a:fillRect l="-50507" t="-39922" r="-86809" b="-54608"/>
              </a:stretch>
            </a:blipFill>
          </p:spPr>
        </p:sp>
      </p:grpSp>
      <p:grpSp>
        <p:nvGrpSpPr>
          <p:cNvPr id="10" name="Group 10"/>
          <p:cNvGrpSpPr/>
          <p:nvPr/>
        </p:nvGrpSpPr>
        <p:grpSpPr>
          <a:xfrm>
            <a:off x="1028700" y="2728109"/>
            <a:ext cx="3139252" cy="3139252"/>
            <a:chOff x="0" y="0"/>
            <a:chExt cx="4185669" cy="4185669"/>
          </a:xfrm>
        </p:grpSpPr>
        <p:grpSp>
          <p:nvGrpSpPr>
            <p:cNvPr id="11" name="Group 11"/>
            <p:cNvGrpSpPr/>
            <p:nvPr/>
          </p:nvGrpSpPr>
          <p:grpSpPr>
            <a:xfrm>
              <a:off x="0" y="0"/>
              <a:ext cx="4185669" cy="4185669"/>
              <a:chOff x="0" y="0"/>
              <a:chExt cx="13716000" cy="13716000"/>
            </a:xfrm>
          </p:grpSpPr>
          <p:sp>
            <p:nvSpPr>
              <p:cNvPr id="12" name="Freeform 12"/>
              <p:cNvSpPr/>
              <p:nvPr/>
            </p:nvSpPr>
            <p:spPr>
              <a:xfrm>
                <a:off x="0" y="0"/>
                <a:ext cx="13716000" cy="13716000"/>
              </a:xfrm>
              <a:custGeom>
                <a:avLst/>
                <a:gdLst/>
                <a:ahLst/>
                <a:cxnLst/>
                <a:rect l="l" t="t" r="r" b="b"/>
                <a:pathLst>
                  <a:path w="13716000" h="13716000">
                    <a:moveTo>
                      <a:pt x="13716000" y="6858000"/>
                    </a:moveTo>
                    <a:cubicBezTo>
                      <a:pt x="13716000" y="4966885"/>
                      <a:pt x="12195997" y="3431050"/>
                      <a:pt x="10311096" y="3404904"/>
                    </a:cubicBezTo>
                    <a:cubicBezTo>
                      <a:pt x="10284951" y="1520002"/>
                      <a:pt x="8749115" y="0"/>
                      <a:pt x="6858000" y="0"/>
                    </a:cubicBezTo>
                    <a:cubicBezTo>
                      <a:pt x="4966885" y="0"/>
                      <a:pt x="3431050" y="1520002"/>
                      <a:pt x="3404904" y="3404904"/>
                    </a:cubicBezTo>
                    <a:cubicBezTo>
                      <a:pt x="1520003" y="3431050"/>
                      <a:pt x="0" y="4966885"/>
                      <a:pt x="0" y="6858000"/>
                    </a:cubicBezTo>
                    <a:cubicBezTo>
                      <a:pt x="0" y="8749116"/>
                      <a:pt x="1520003" y="10284951"/>
                      <a:pt x="3404904" y="10311095"/>
                    </a:cubicBezTo>
                    <a:cubicBezTo>
                      <a:pt x="3431050" y="12195998"/>
                      <a:pt x="4966885" y="13716000"/>
                      <a:pt x="6858000" y="13716000"/>
                    </a:cubicBezTo>
                    <a:cubicBezTo>
                      <a:pt x="8749116" y="13716000"/>
                      <a:pt x="10284951" y="12195998"/>
                      <a:pt x="10311095" y="10311095"/>
                    </a:cubicBezTo>
                    <a:cubicBezTo>
                      <a:pt x="12195997" y="10284951"/>
                      <a:pt x="13716000" y="8749114"/>
                      <a:pt x="13716000" y="6858000"/>
                    </a:cubicBezTo>
                    <a:close/>
                  </a:path>
                </a:pathLst>
              </a:custGeom>
              <a:solidFill>
                <a:srgbClr val="DBCDB3">
                  <a:alpha val="21961"/>
                </a:srgbClr>
              </a:solidFill>
              <a:ln w="12700">
                <a:noFill/>
              </a:ln>
            </p:spPr>
          </p:sp>
        </p:grpSp>
        <p:grpSp>
          <p:nvGrpSpPr>
            <p:cNvPr id="13" name="Group 13"/>
            <p:cNvGrpSpPr/>
            <p:nvPr/>
          </p:nvGrpSpPr>
          <p:grpSpPr>
            <a:xfrm>
              <a:off x="345154" y="345154"/>
              <a:ext cx="3495361" cy="3495361"/>
              <a:chOff x="0" y="0"/>
              <a:chExt cx="13716000" cy="13716000"/>
            </a:xfrm>
          </p:grpSpPr>
          <p:sp>
            <p:nvSpPr>
              <p:cNvPr id="14" name="Freeform 14"/>
              <p:cNvSpPr/>
              <p:nvPr/>
            </p:nvSpPr>
            <p:spPr>
              <a:xfrm>
                <a:off x="0" y="0"/>
                <a:ext cx="13716000" cy="13716000"/>
              </a:xfrm>
              <a:custGeom>
                <a:avLst/>
                <a:gdLst/>
                <a:ahLst/>
                <a:cxnLst/>
                <a:rect l="l" t="t" r="r" b="b"/>
                <a:pathLst>
                  <a:path w="13716000" h="13716000">
                    <a:moveTo>
                      <a:pt x="13716000" y="6858000"/>
                    </a:moveTo>
                    <a:cubicBezTo>
                      <a:pt x="13716000" y="4966885"/>
                      <a:pt x="12195997" y="3431050"/>
                      <a:pt x="10311096" y="3404904"/>
                    </a:cubicBezTo>
                    <a:cubicBezTo>
                      <a:pt x="10284951" y="1520002"/>
                      <a:pt x="8749115" y="0"/>
                      <a:pt x="6858000" y="0"/>
                    </a:cubicBezTo>
                    <a:cubicBezTo>
                      <a:pt x="4966885" y="0"/>
                      <a:pt x="3431050" y="1520002"/>
                      <a:pt x="3404904" y="3404904"/>
                    </a:cubicBezTo>
                    <a:cubicBezTo>
                      <a:pt x="1520003" y="3431050"/>
                      <a:pt x="0" y="4966885"/>
                      <a:pt x="0" y="6858000"/>
                    </a:cubicBezTo>
                    <a:cubicBezTo>
                      <a:pt x="0" y="8749116"/>
                      <a:pt x="1520003" y="10284951"/>
                      <a:pt x="3404904" y="10311095"/>
                    </a:cubicBezTo>
                    <a:cubicBezTo>
                      <a:pt x="3431050" y="12195998"/>
                      <a:pt x="4966885" y="13716000"/>
                      <a:pt x="6858000" y="13716000"/>
                    </a:cubicBezTo>
                    <a:cubicBezTo>
                      <a:pt x="8749116" y="13716000"/>
                      <a:pt x="10284951" y="12195998"/>
                      <a:pt x="10311095" y="10311095"/>
                    </a:cubicBezTo>
                    <a:cubicBezTo>
                      <a:pt x="12195997" y="10284951"/>
                      <a:pt x="13716000" y="8749114"/>
                      <a:pt x="13716000" y="6858000"/>
                    </a:cubicBezTo>
                    <a:close/>
                  </a:path>
                </a:pathLst>
              </a:custGeom>
              <a:solidFill>
                <a:srgbClr val="DBCDB3">
                  <a:alpha val="53725"/>
                </a:srgbClr>
              </a:solidFill>
              <a:ln w="12700">
                <a:noFill/>
              </a:ln>
            </p:spPr>
          </p:sp>
        </p:grpSp>
        <p:sp>
          <p:nvSpPr>
            <p:cNvPr id="15" name="TextBox 15"/>
            <p:cNvSpPr txBox="1"/>
            <p:nvPr/>
          </p:nvSpPr>
          <p:spPr>
            <a:xfrm>
              <a:off x="458332" y="1202478"/>
              <a:ext cx="3394548" cy="1844859"/>
            </a:xfrm>
            <a:prstGeom prst="rect">
              <a:avLst/>
            </a:prstGeom>
            <a:ln>
              <a:noFill/>
            </a:ln>
          </p:spPr>
          <p:txBody>
            <a:bodyPr lIns="0" tIns="0" rIns="0" bIns="0" rtlCol="0" anchor="t">
              <a:spAutoFit/>
            </a:bodyPr>
            <a:lstStyle/>
            <a:p>
              <a:pPr algn="ctr">
                <a:lnSpc>
                  <a:spcPts val="10465"/>
                </a:lnSpc>
              </a:pPr>
              <a:r>
                <a:rPr lang="en-US" sz="9515">
                  <a:solidFill>
                    <a:srgbClr val="B95C42"/>
                  </a:solidFill>
                  <a:latin typeface="汉仪许静行楷简" panose="00020600040101010101" charset="-122"/>
                  <a:ea typeface="HYXuJingXingKai" panose="00020600040101010101"/>
                </a:rPr>
                <a:t>叁</a:t>
              </a:r>
            </a:p>
          </p:txBody>
        </p:sp>
      </p:grpSp>
      <p:sp>
        <p:nvSpPr>
          <p:cNvPr id="16" name="Freeform 16"/>
          <p:cNvSpPr/>
          <p:nvPr/>
        </p:nvSpPr>
        <p:spPr>
          <a:xfrm>
            <a:off x="3091666" y="570595"/>
            <a:ext cx="8994471" cy="3214555"/>
          </a:xfrm>
          <a:custGeom>
            <a:avLst/>
            <a:gdLst/>
            <a:ahLst/>
            <a:cxnLst/>
            <a:rect l="l" t="t" r="r" b="b"/>
            <a:pathLst>
              <a:path w="8994471" h="3214555">
                <a:moveTo>
                  <a:pt x="0" y="0"/>
                </a:moveTo>
                <a:lnTo>
                  <a:pt x="8994470" y="0"/>
                </a:lnTo>
                <a:lnTo>
                  <a:pt x="8994470" y="3214554"/>
                </a:lnTo>
                <a:lnTo>
                  <a:pt x="0" y="3214554"/>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7" name="TextBox 17"/>
          <p:cNvSpPr txBox="1"/>
          <p:nvPr/>
        </p:nvSpPr>
        <p:spPr>
          <a:xfrm>
            <a:off x="1283611" y="6886795"/>
            <a:ext cx="8077945" cy="1388111"/>
          </a:xfrm>
          <a:prstGeom prst="rect">
            <a:avLst/>
          </a:prstGeom>
        </p:spPr>
        <p:txBody>
          <a:bodyPr lIns="0" tIns="0" rIns="0" bIns="0" rtlCol="0" anchor="t">
            <a:spAutoFit/>
          </a:bodyPr>
          <a:lstStyle/>
          <a:p>
            <a:pPr algn="ctr">
              <a:lnSpc>
                <a:spcPts val="10400"/>
              </a:lnSpc>
            </a:pPr>
            <a:r>
              <a:rPr lang="en-US" sz="10400">
                <a:solidFill>
                  <a:srgbClr val="22211E"/>
                </a:solidFill>
                <a:latin typeface="汉仪许静行楷简" panose="00020600040101010101" charset="-122"/>
                <a:ea typeface="HYXuJingXingKai" panose="00020600040101010101"/>
              </a:rPr>
              <a:t>请输入标题</a:t>
            </a:r>
          </a:p>
        </p:txBody>
      </p:sp>
      <p:pic>
        <p:nvPicPr>
          <p:cNvPr id="21" name="图片 20"/>
          <p:cNvPicPr>
            <a:picLocks noChangeAspect="1"/>
          </p:cNvPicPr>
          <p:nvPr/>
        </p:nvPicPr>
        <p:blipFill rotWithShape="1">
          <a:blip r:embed="rId7">
            <a:extLst>
              <a:ext uri="{28A0092B-C50C-407E-A947-70E740481C1C}">
                <a14:useLocalDpi xmlns:a14="http://schemas.microsoft.com/office/drawing/2010/main" val="0"/>
              </a:ext>
            </a:extLst>
          </a:blip>
          <a:srcRect t="11484" r="7268" b="58112"/>
          <a:stretch/>
        </p:blipFill>
        <p:spPr>
          <a:xfrm>
            <a:off x="14033899" y="216805"/>
            <a:ext cx="4415785" cy="144780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2184" b="-72184"/>
            </a:stretch>
          </a:blipFill>
        </p:spPr>
      </p:sp>
      <p:sp>
        <p:nvSpPr>
          <p:cNvPr id="10" name="TextBox 10"/>
          <p:cNvSpPr txBox="1"/>
          <p:nvPr/>
        </p:nvSpPr>
        <p:spPr>
          <a:xfrm>
            <a:off x="2434421" y="767444"/>
            <a:ext cx="15197451" cy="909955"/>
          </a:xfrm>
          <a:prstGeom prst="rect">
            <a:avLst/>
          </a:prstGeom>
        </p:spPr>
        <p:txBody>
          <a:bodyPr lIns="0" tIns="0" rIns="0" bIns="0" rtlCol="0" anchor="t">
            <a:spAutoFit/>
          </a:bodyPr>
          <a:lstStyle/>
          <a:p>
            <a:pPr>
              <a:lnSpc>
                <a:spcPts val="7040"/>
              </a:lnSpc>
            </a:pPr>
            <a:r>
              <a:rPr lang="en-US" sz="6400">
                <a:solidFill>
                  <a:srgbClr val="332A1D"/>
                </a:solidFill>
                <a:latin typeface="汉仪许静行楷简" panose="00020600040101010101" charset="-122"/>
                <a:ea typeface="HYXuJingXingKai" panose="00020600040101010101"/>
              </a:rPr>
              <a:t>请输入标题</a:t>
            </a:r>
          </a:p>
        </p:txBody>
      </p:sp>
      <p:sp>
        <p:nvSpPr>
          <p:cNvPr id="11" name="Freeform 11"/>
          <p:cNvSpPr/>
          <p:nvPr/>
        </p:nvSpPr>
        <p:spPr>
          <a:xfrm>
            <a:off x="965490" y="828758"/>
            <a:ext cx="1323143" cy="940634"/>
          </a:xfrm>
          <a:custGeom>
            <a:avLst/>
            <a:gdLst/>
            <a:ahLst/>
            <a:cxnLst/>
            <a:rect l="l" t="t" r="r" b="b"/>
            <a:pathLst>
              <a:path w="1323143" h="940634">
                <a:moveTo>
                  <a:pt x="0" y="0"/>
                </a:moveTo>
                <a:lnTo>
                  <a:pt x="1323143" y="0"/>
                </a:lnTo>
                <a:lnTo>
                  <a:pt x="1323143" y="940634"/>
                </a:lnTo>
                <a:lnTo>
                  <a:pt x="0" y="94063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3" name="Group 20"/>
          <p:cNvGrpSpPr/>
          <p:nvPr/>
        </p:nvGrpSpPr>
        <p:grpSpPr>
          <a:xfrm>
            <a:off x="933580" y="3431608"/>
            <a:ext cx="7973565" cy="6136676"/>
            <a:chOff x="0" y="0"/>
            <a:chExt cx="2255140" cy="1735618"/>
          </a:xfrm>
        </p:grpSpPr>
        <p:sp>
          <p:nvSpPr>
            <p:cNvPr id="4" name="Freeform 21"/>
            <p:cNvSpPr/>
            <p:nvPr/>
          </p:nvSpPr>
          <p:spPr>
            <a:xfrm>
              <a:off x="0" y="0"/>
              <a:ext cx="2255140" cy="1735618"/>
            </a:xfrm>
            <a:custGeom>
              <a:avLst/>
              <a:gdLst/>
              <a:ahLst/>
              <a:cxnLst/>
              <a:rect l="l" t="t" r="r" b="b"/>
              <a:pathLst>
                <a:path w="2255140" h="1735618">
                  <a:moveTo>
                    <a:pt x="0" y="0"/>
                  </a:moveTo>
                  <a:lnTo>
                    <a:pt x="2255140" y="0"/>
                  </a:lnTo>
                  <a:lnTo>
                    <a:pt x="2255140" y="1735618"/>
                  </a:lnTo>
                  <a:lnTo>
                    <a:pt x="0" y="1735618"/>
                  </a:lnTo>
                  <a:close/>
                </a:path>
              </a:pathLst>
            </a:custGeom>
            <a:solidFill>
              <a:srgbClr val="FFFFFF">
                <a:alpha val="29804"/>
              </a:srgbClr>
            </a:solidFill>
            <a:ln w="38100" cap="sq">
              <a:solidFill>
                <a:srgbClr val="DBCDB3">
                  <a:alpha val="29804"/>
                </a:srgbClr>
              </a:solidFill>
              <a:prstDash val="solid"/>
              <a:miter/>
            </a:ln>
          </p:spPr>
        </p:sp>
        <p:sp>
          <p:nvSpPr>
            <p:cNvPr id="5" name="TextBox 22"/>
            <p:cNvSpPr txBox="1"/>
            <p:nvPr/>
          </p:nvSpPr>
          <p:spPr>
            <a:xfrm>
              <a:off x="0" y="-47625"/>
              <a:ext cx="2255140" cy="1783243"/>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6" name="Group 3"/>
          <p:cNvGrpSpPr/>
          <p:nvPr/>
        </p:nvGrpSpPr>
        <p:grpSpPr>
          <a:xfrm>
            <a:off x="917575" y="2252345"/>
            <a:ext cx="7973695" cy="7315835"/>
            <a:chOff x="0" y="0"/>
            <a:chExt cx="2255140" cy="1927802"/>
          </a:xfrm>
        </p:grpSpPr>
        <p:sp>
          <p:nvSpPr>
            <p:cNvPr id="7" name="Freeform 4"/>
            <p:cNvSpPr/>
            <p:nvPr/>
          </p:nvSpPr>
          <p:spPr>
            <a:xfrm>
              <a:off x="0" y="0"/>
              <a:ext cx="2255140" cy="1927802"/>
            </a:xfrm>
            <a:custGeom>
              <a:avLst/>
              <a:gdLst/>
              <a:ahLst/>
              <a:cxnLst/>
              <a:rect l="l" t="t" r="r" b="b"/>
              <a:pathLst>
                <a:path w="2255140" h="1927802">
                  <a:moveTo>
                    <a:pt x="0" y="0"/>
                  </a:moveTo>
                  <a:lnTo>
                    <a:pt x="2255140" y="0"/>
                  </a:lnTo>
                  <a:lnTo>
                    <a:pt x="2255140" y="1927802"/>
                  </a:lnTo>
                  <a:lnTo>
                    <a:pt x="0" y="1927802"/>
                  </a:lnTo>
                  <a:close/>
                </a:path>
              </a:pathLst>
            </a:custGeom>
            <a:solidFill>
              <a:srgbClr val="A12B2A"/>
            </a:solidFill>
            <a:ln w="38100" cap="sq">
              <a:solidFill>
                <a:srgbClr val="DBCDB3"/>
              </a:solidFill>
              <a:prstDash val="solid"/>
              <a:miter/>
            </a:ln>
          </p:spPr>
        </p:sp>
        <p:sp>
          <p:nvSpPr>
            <p:cNvPr id="8" name="TextBox 5"/>
            <p:cNvSpPr txBox="1"/>
            <p:nvPr/>
          </p:nvSpPr>
          <p:spPr>
            <a:xfrm>
              <a:off x="0" y="-47625"/>
              <a:ext cx="2255140" cy="1975427"/>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sp>
        <p:nvSpPr>
          <p:cNvPr id="9" name="Freeform 23"/>
          <p:cNvSpPr/>
          <p:nvPr/>
        </p:nvSpPr>
        <p:spPr>
          <a:xfrm>
            <a:off x="947420" y="2271395"/>
            <a:ext cx="7940675" cy="7277100"/>
          </a:xfrm>
          <a:custGeom>
            <a:avLst/>
            <a:gdLst/>
            <a:ahLst/>
            <a:cxnLst/>
            <a:rect l="l" t="t" r="r" b="b"/>
            <a:pathLst>
              <a:path w="7910355" h="7277069">
                <a:moveTo>
                  <a:pt x="0" y="0"/>
                </a:moveTo>
                <a:lnTo>
                  <a:pt x="7910355" y="0"/>
                </a:lnTo>
                <a:lnTo>
                  <a:pt x="7910355" y="7277069"/>
                </a:lnTo>
                <a:lnTo>
                  <a:pt x="0" y="7277069"/>
                </a:lnTo>
                <a:lnTo>
                  <a:pt x="0" y="0"/>
                </a:lnTo>
                <a:close/>
              </a:path>
            </a:pathLst>
          </a:custGeom>
          <a:blipFill rotWithShape="1">
            <a:blip r:embed="rId5">
              <a:alphaModFix amt="68000"/>
            </a:blip>
            <a:stretch>
              <a:fillRect r="-38000"/>
            </a:stretch>
          </a:blipFill>
        </p:spPr>
      </p:sp>
      <p:sp>
        <p:nvSpPr>
          <p:cNvPr id="13" name="TextBox 24"/>
          <p:cNvSpPr txBox="1"/>
          <p:nvPr/>
        </p:nvSpPr>
        <p:spPr>
          <a:xfrm>
            <a:off x="1268564" y="2477593"/>
            <a:ext cx="7145698" cy="683895"/>
          </a:xfrm>
          <a:prstGeom prst="rect">
            <a:avLst/>
          </a:prstGeom>
        </p:spPr>
        <p:txBody>
          <a:bodyPr lIns="0" tIns="0" rIns="0" bIns="0" rtlCol="0" anchor="t">
            <a:spAutoFit/>
          </a:bodyPr>
          <a:lstStyle/>
          <a:p>
            <a:pPr algn="ctr">
              <a:lnSpc>
                <a:spcPts val="5760"/>
              </a:lnSpc>
            </a:pPr>
            <a:r>
              <a:rPr lang="en-US" sz="3600">
                <a:solidFill>
                  <a:srgbClr val="FCF7EE"/>
                </a:solidFill>
                <a:latin typeface="汉仪许静行楷简" panose="00020600040101010101" charset="-122"/>
                <a:ea typeface="HYXuJingXingKai" panose="00020600040101010101"/>
              </a:rPr>
              <a:t>请输入内容</a:t>
            </a:r>
          </a:p>
        </p:txBody>
      </p:sp>
      <p:sp>
        <p:nvSpPr>
          <p:cNvPr id="14" name="TextBox 26"/>
          <p:cNvSpPr txBox="1"/>
          <p:nvPr/>
        </p:nvSpPr>
        <p:spPr>
          <a:xfrm>
            <a:off x="1644109" y="5473026"/>
            <a:ext cx="6552395" cy="1723390"/>
          </a:xfrm>
          <a:prstGeom prst="rect">
            <a:avLst/>
          </a:prstGeom>
        </p:spPr>
        <p:txBody>
          <a:bodyPr lIns="0" tIns="0" rIns="0" bIns="0" rtlCol="0" anchor="t">
            <a:spAutoFit/>
          </a:bodyPr>
          <a:lstStyle/>
          <a:p>
            <a:pPr marL="518160" lvl="1" indent="-259080">
              <a:lnSpc>
                <a:spcPts val="3360"/>
              </a:lnSpc>
              <a:buFont typeface="Arial" panose="020B0604020202020204"/>
              <a:buChar char="•"/>
            </a:pPr>
            <a:r>
              <a:rPr lang="en-US" sz="2400">
                <a:solidFill>
                  <a:srgbClr val="FFFFFF"/>
                </a:solidFill>
                <a:latin typeface="汉仪许静行楷简" panose="00020600040101010101" charset="-122"/>
                <a:ea typeface="HYXuJingXingKai" panose="00020600040101010101"/>
                <a:sym typeface="+mn-ea"/>
              </a:rPr>
              <a:t>此处输入</a:t>
            </a:r>
            <a:r>
              <a:rPr lang="en-US" sz="2400">
                <a:solidFill>
                  <a:srgbClr val="FFFFFF"/>
                </a:solidFill>
                <a:latin typeface="汉仪许静行楷简" panose="00020600040101010101" charset="-122"/>
                <a:ea typeface="汉仪许静行楷简" panose="00020600040101010101" charset="-122"/>
                <a:sym typeface="+mn-ea"/>
              </a:rPr>
              <a:t>你的正文，文字是您理想的提炼，为了最终演示的良好效果，正文尽量简明扼要，内容可酌情增减文字，以便观者可以清楚理解您所传达的信息。</a:t>
            </a:r>
            <a:endParaRPr lang="en-US" sz="2400">
              <a:solidFill>
                <a:schemeClr val="bg1"/>
              </a:solidFill>
              <a:latin typeface="汉仪许静行楷简" panose="00020600040101010101" charset="-122"/>
              <a:ea typeface="HYXuJingXingKai" panose="00020600040101010101"/>
              <a:sym typeface="+mn-ea"/>
            </a:endParaRPr>
          </a:p>
        </p:txBody>
      </p:sp>
      <p:sp>
        <p:nvSpPr>
          <p:cNvPr id="15" name="TextBox 27"/>
          <p:cNvSpPr txBox="1"/>
          <p:nvPr/>
        </p:nvSpPr>
        <p:spPr>
          <a:xfrm>
            <a:off x="1633010" y="7361654"/>
            <a:ext cx="6552395" cy="1723390"/>
          </a:xfrm>
          <a:prstGeom prst="rect">
            <a:avLst/>
          </a:prstGeom>
        </p:spPr>
        <p:txBody>
          <a:bodyPr lIns="0" tIns="0" rIns="0" bIns="0" rtlCol="0" anchor="t">
            <a:spAutoFit/>
          </a:bodyPr>
          <a:lstStyle/>
          <a:p>
            <a:pPr marL="518160" lvl="1" indent="-259080">
              <a:lnSpc>
                <a:spcPts val="3360"/>
              </a:lnSpc>
              <a:buFont typeface="Arial" panose="020B0604020202020204"/>
              <a:buChar char="•"/>
            </a:pPr>
            <a:r>
              <a:rPr lang="en-US" sz="2400">
                <a:solidFill>
                  <a:srgbClr val="FFFFFF"/>
                </a:solidFill>
                <a:latin typeface="汉仪许静行楷简" panose="00020600040101010101" charset="-122"/>
                <a:ea typeface="HYXuJingXingKai" panose="00020600040101010101"/>
                <a:sym typeface="+mn-ea"/>
              </a:rPr>
              <a:t>此处输入</a:t>
            </a:r>
            <a:r>
              <a:rPr lang="en-US" sz="2400">
                <a:solidFill>
                  <a:srgbClr val="FFFFFF"/>
                </a:solidFill>
                <a:latin typeface="汉仪许静行楷简" panose="00020600040101010101" charset="-122"/>
                <a:ea typeface="汉仪许静行楷简" panose="00020600040101010101" charset="-122"/>
                <a:sym typeface="+mn-ea"/>
              </a:rPr>
              <a:t>你的正文，文字是您理想的提炼，为了最终演示的良好效果，正文尽量简明扼要，内容可酌情增减文字，以便观者可以清楚理解您所传达的信息。</a:t>
            </a:r>
            <a:endParaRPr lang="en-US" sz="2400">
              <a:solidFill>
                <a:srgbClr val="FFFFFF"/>
              </a:solidFill>
              <a:latin typeface="汉仪许静行楷简" panose="00020600040101010101" charset="-122"/>
              <a:ea typeface="HYXuJingXingKai" panose="00020600040101010101"/>
            </a:endParaRPr>
          </a:p>
        </p:txBody>
      </p:sp>
      <p:sp>
        <p:nvSpPr>
          <p:cNvPr id="16" name="TextBox 25"/>
          <p:cNvSpPr txBox="1"/>
          <p:nvPr/>
        </p:nvSpPr>
        <p:spPr>
          <a:xfrm>
            <a:off x="1643777" y="3580588"/>
            <a:ext cx="6552395" cy="1723390"/>
          </a:xfrm>
          <a:prstGeom prst="rect">
            <a:avLst/>
          </a:prstGeom>
        </p:spPr>
        <p:txBody>
          <a:bodyPr lIns="0" tIns="0" rIns="0" bIns="0" rtlCol="0" anchor="t">
            <a:spAutoFit/>
          </a:bodyPr>
          <a:lstStyle/>
          <a:p>
            <a:pPr marL="518160" lvl="1" indent="-259080">
              <a:lnSpc>
                <a:spcPts val="3360"/>
              </a:lnSpc>
              <a:buFont typeface="Arial" panose="020B0604020202020204"/>
              <a:buChar char="•"/>
            </a:pPr>
            <a:r>
              <a:rPr lang="en-US" sz="2400">
                <a:solidFill>
                  <a:srgbClr val="FFFFFF"/>
                </a:solidFill>
                <a:latin typeface="汉仪许静行楷简" panose="00020600040101010101" charset="-122"/>
                <a:ea typeface="HYXuJingXingKai" panose="00020600040101010101"/>
              </a:rPr>
              <a:t>此处输入</a:t>
            </a:r>
            <a:r>
              <a:rPr lang="en-US" sz="2400">
                <a:solidFill>
                  <a:srgbClr val="FFFFFF"/>
                </a:solidFill>
                <a:latin typeface="汉仪许静行楷简" panose="00020600040101010101" charset="-122"/>
                <a:ea typeface="汉仪许静行楷简" panose="00020600040101010101" charset="-122"/>
              </a:rPr>
              <a:t>你的正文，文字是您理想的提炼，为了最终演示的良好效果，正文尽量简明扼要，内容可酌情增减文字，以便观者可以清楚理解您所传达的信息。</a:t>
            </a:r>
          </a:p>
        </p:txBody>
      </p:sp>
      <p:grpSp>
        <p:nvGrpSpPr>
          <p:cNvPr id="17" name="Group 20"/>
          <p:cNvGrpSpPr/>
          <p:nvPr/>
        </p:nvGrpSpPr>
        <p:grpSpPr>
          <a:xfrm>
            <a:off x="9386065" y="3431608"/>
            <a:ext cx="7973565" cy="6136676"/>
            <a:chOff x="0" y="0"/>
            <a:chExt cx="2255140" cy="1735618"/>
          </a:xfrm>
        </p:grpSpPr>
        <p:sp>
          <p:nvSpPr>
            <p:cNvPr id="18" name="Freeform 21"/>
            <p:cNvSpPr/>
            <p:nvPr/>
          </p:nvSpPr>
          <p:spPr>
            <a:xfrm>
              <a:off x="0" y="0"/>
              <a:ext cx="2255140" cy="1735618"/>
            </a:xfrm>
            <a:custGeom>
              <a:avLst/>
              <a:gdLst/>
              <a:ahLst/>
              <a:cxnLst/>
              <a:rect l="l" t="t" r="r" b="b"/>
              <a:pathLst>
                <a:path w="2255140" h="1735618">
                  <a:moveTo>
                    <a:pt x="0" y="0"/>
                  </a:moveTo>
                  <a:lnTo>
                    <a:pt x="2255140" y="0"/>
                  </a:lnTo>
                  <a:lnTo>
                    <a:pt x="2255140" y="1735618"/>
                  </a:lnTo>
                  <a:lnTo>
                    <a:pt x="0" y="1735618"/>
                  </a:lnTo>
                  <a:close/>
                </a:path>
              </a:pathLst>
            </a:custGeom>
            <a:solidFill>
              <a:srgbClr val="FFFFFF">
                <a:alpha val="29804"/>
              </a:srgbClr>
            </a:solidFill>
            <a:ln w="38100" cap="sq">
              <a:solidFill>
                <a:srgbClr val="DBCDB3">
                  <a:alpha val="29804"/>
                </a:srgbClr>
              </a:solidFill>
              <a:prstDash val="solid"/>
              <a:miter/>
            </a:ln>
          </p:spPr>
        </p:sp>
        <p:sp>
          <p:nvSpPr>
            <p:cNvPr id="19" name="TextBox 22"/>
            <p:cNvSpPr txBox="1"/>
            <p:nvPr/>
          </p:nvSpPr>
          <p:spPr>
            <a:xfrm>
              <a:off x="0" y="-47625"/>
              <a:ext cx="2255140" cy="1783243"/>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20" name="Group 3"/>
          <p:cNvGrpSpPr/>
          <p:nvPr/>
        </p:nvGrpSpPr>
        <p:grpSpPr>
          <a:xfrm>
            <a:off x="9370060" y="2252345"/>
            <a:ext cx="7973695" cy="7315835"/>
            <a:chOff x="0" y="0"/>
            <a:chExt cx="2255140" cy="1927802"/>
          </a:xfrm>
        </p:grpSpPr>
        <p:sp>
          <p:nvSpPr>
            <p:cNvPr id="21" name="Freeform 4"/>
            <p:cNvSpPr/>
            <p:nvPr/>
          </p:nvSpPr>
          <p:spPr>
            <a:xfrm>
              <a:off x="0" y="0"/>
              <a:ext cx="2255140" cy="1927802"/>
            </a:xfrm>
            <a:custGeom>
              <a:avLst/>
              <a:gdLst/>
              <a:ahLst/>
              <a:cxnLst/>
              <a:rect l="l" t="t" r="r" b="b"/>
              <a:pathLst>
                <a:path w="2255140" h="1927802">
                  <a:moveTo>
                    <a:pt x="0" y="0"/>
                  </a:moveTo>
                  <a:lnTo>
                    <a:pt x="2255140" y="0"/>
                  </a:lnTo>
                  <a:lnTo>
                    <a:pt x="2255140" y="1927802"/>
                  </a:lnTo>
                  <a:lnTo>
                    <a:pt x="0" y="1927802"/>
                  </a:lnTo>
                  <a:close/>
                </a:path>
              </a:pathLst>
            </a:custGeom>
            <a:solidFill>
              <a:srgbClr val="A12B2A"/>
            </a:solidFill>
            <a:ln w="38100" cap="sq">
              <a:solidFill>
                <a:srgbClr val="DBCDB3"/>
              </a:solidFill>
              <a:prstDash val="solid"/>
              <a:miter/>
            </a:ln>
          </p:spPr>
        </p:sp>
        <p:sp>
          <p:nvSpPr>
            <p:cNvPr id="22" name="TextBox 5"/>
            <p:cNvSpPr txBox="1"/>
            <p:nvPr/>
          </p:nvSpPr>
          <p:spPr>
            <a:xfrm>
              <a:off x="0" y="-47625"/>
              <a:ext cx="2255140" cy="1975427"/>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sp>
        <p:nvSpPr>
          <p:cNvPr id="23" name="Freeform 23"/>
          <p:cNvSpPr/>
          <p:nvPr/>
        </p:nvSpPr>
        <p:spPr>
          <a:xfrm>
            <a:off x="9399905" y="2271395"/>
            <a:ext cx="7940675" cy="7277100"/>
          </a:xfrm>
          <a:custGeom>
            <a:avLst/>
            <a:gdLst/>
            <a:ahLst/>
            <a:cxnLst/>
            <a:rect l="l" t="t" r="r" b="b"/>
            <a:pathLst>
              <a:path w="7910355" h="7277069">
                <a:moveTo>
                  <a:pt x="0" y="0"/>
                </a:moveTo>
                <a:lnTo>
                  <a:pt x="7910355" y="0"/>
                </a:lnTo>
                <a:lnTo>
                  <a:pt x="7910355" y="7277069"/>
                </a:lnTo>
                <a:lnTo>
                  <a:pt x="0" y="7277069"/>
                </a:lnTo>
                <a:lnTo>
                  <a:pt x="0" y="0"/>
                </a:lnTo>
                <a:close/>
              </a:path>
            </a:pathLst>
          </a:custGeom>
          <a:blipFill rotWithShape="1">
            <a:blip r:embed="rId5">
              <a:alphaModFix amt="68000"/>
            </a:blip>
            <a:stretch>
              <a:fillRect r="-38000"/>
            </a:stretch>
          </a:blipFill>
        </p:spPr>
      </p:sp>
      <p:sp>
        <p:nvSpPr>
          <p:cNvPr id="24" name="TextBox 24"/>
          <p:cNvSpPr txBox="1"/>
          <p:nvPr/>
        </p:nvSpPr>
        <p:spPr>
          <a:xfrm>
            <a:off x="9721049" y="2477593"/>
            <a:ext cx="7145698" cy="683895"/>
          </a:xfrm>
          <a:prstGeom prst="rect">
            <a:avLst/>
          </a:prstGeom>
        </p:spPr>
        <p:txBody>
          <a:bodyPr lIns="0" tIns="0" rIns="0" bIns="0" rtlCol="0" anchor="t">
            <a:spAutoFit/>
          </a:bodyPr>
          <a:lstStyle/>
          <a:p>
            <a:pPr algn="ctr">
              <a:lnSpc>
                <a:spcPts val="5760"/>
              </a:lnSpc>
            </a:pPr>
            <a:r>
              <a:rPr lang="en-US" sz="3600">
                <a:solidFill>
                  <a:srgbClr val="FCF7EE"/>
                </a:solidFill>
                <a:latin typeface="汉仪许静行楷简" panose="00020600040101010101" charset="-122"/>
                <a:ea typeface="HYXuJingXingKai" panose="00020600040101010101"/>
              </a:rPr>
              <a:t>请输入内容</a:t>
            </a:r>
          </a:p>
        </p:txBody>
      </p:sp>
      <p:sp>
        <p:nvSpPr>
          <p:cNvPr id="25" name="TextBox 26"/>
          <p:cNvSpPr txBox="1"/>
          <p:nvPr/>
        </p:nvSpPr>
        <p:spPr>
          <a:xfrm>
            <a:off x="10096594" y="5473026"/>
            <a:ext cx="6552395" cy="1723390"/>
          </a:xfrm>
          <a:prstGeom prst="rect">
            <a:avLst/>
          </a:prstGeom>
        </p:spPr>
        <p:txBody>
          <a:bodyPr lIns="0" tIns="0" rIns="0" bIns="0" rtlCol="0" anchor="t">
            <a:spAutoFit/>
          </a:bodyPr>
          <a:lstStyle/>
          <a:p>
            <a:pPr marL="518160" lvl="1" indent="-259080">
              <a:lnSpc>
                <a:spcPts val="3360"/>
              </a:lnSpc>
              <a:buFont typeface="Arial" panose="020B0604020202020204"/>
              <a:buChar char="•"/>
            </a:pPr>
            <a:r>
              <a:rPr lang="en-US" sz="2400">
                <a:solidFill>
                  <a:srgbClr val="FFFFFF"/>
                </a:solidFill>
                <a:latin typeface="汉仪许静行楷简" panose="00020600040101010101" charset="-122"/>
                <a:ea typeface="HYXuJingXingKai" panose="00020600040101010101"/>
                <a:sym typeface="+mn-ea"/>
              </a:rPr>
              <a:t>此处输入</a:t>
            </a:r>
            <a:r>
              <a:rPr lang="en-US" sz="2400">
                <a:solidFill>
                  <a:srgbClr val="FFFFFF"/>
                </a:solidFill>
                <a:latin typeface="汉仪许静行楷简" panose="00020600040101010101" charset="-122"/>
                <a:ea typeface="汉仪许静行楷简" panose="00020600040101010101" charset="-122"/>
                <a:sym typeface="+mn-ea"/>
              </a:rPr>
              <a:t>你的正文，文字是您理想的提炼，为了最终演示的良好效果，正文尽量简明扼要，内容可酌情增减文字，以便观者可以清楚理解您所传达的信息。</a:t>
            </a:r>
            <a:endParaRPr lang="en-US" sz="2400">
              <a:solidFill>
                <a:schemeClr val="bg1"/>
              </a:solidFill>
              <a:latin typeface="汉仪许静行楷简" panose="00020600040101010101" charset="-122"/>
              <a:ea typeface="HYXuJingXingKai" panose="00020600040101010101"/>
              <a:sym typeface="+mn-ea"/>
            </a:endParaRPr>
          </a:p>
        </p:txBody>
      </p:sp>
      <p:sp>
        <p:nvSpPr>
          <p:cNvPr id="26" name="TextBox 27"/>
          <p:cNvSpPr txBox="1"/>
          <p:nvPr/>
        </p:nvSpPr>
        <p:spPr>
          <a:xfrm>
            <a:off x="10085495" y="7361654"/>
            <a:ext cx="6552395" cy="1723390"/>
          </a:xfrm>
          <a:prstGeom prst="rect">
            <a:avLst/>
          </a:prstGeom>
        </p:spPr>
        <p:txBody>
          <a:bodyPr lIns="0" tIns="0" rIns="0" bIns="0" rtlCol="0" anchor="t">
            <a:spAutoFit/>
          </a:bodyPr>
          <a:lstStyle/>
          <a:p>
            <a:pPr marL="518160" lvl="1" indent="-259080">
              <a:lnSpc>
                <a:spcPts val="3360"/>
              </a:lnSpc>
              <a:buFont typeface="Arial" panose="020B0604020202020204"/>
              <a:buChar char="•"/>
            </a:pPr>
            <a:r>
              <a:rPr lang="en-US" sz="2400">
                <a:solidFill>
                  <a:srgbClr val="FFFFFF"/>
                </a:solidFill>
                <a:latin typeface="汉仪许静行楷简" panose="00020600040101010101" charset="-122"/>
                <a:ea typeface="HYXuJingXingKai" panose="00020600040101010101"/>
                <a:sym typeface="+mn-ea"/>
              </a:rPr>
              <a:t>此处输入</a:t>
            </a:r>
            <a:r>
              <a:rPr lang="en-US" sz="2400">
                <a:solidFill>
                  <a:srgbClr val="FFFFFF"/>
                </a:solidFill>
                <a:latin typeface="汉仪许静行楷简" panose="00020600040101010101" charset="-122"/>
                <a:ea typeface="汉仪许静行楷简" panose="00020600040101010101" charset="-122"/>
                <a:sym typeface="+mn-ea"/>
              </a:rPr>
              <a:t>你的正文，文字是您理想的提炼，为了最终演示的良好效果，正文尽量简明扼要，内容可酌情增减文字，以便观者可以清楚理解您所传达的信息。</a:t>
            </a:r>
            <a:endParaRPr lang="en-US" sz="2400">
              <a:solidFill>
                <a:srgbClr val="FFFFFF"/>
              </a:solidFill>
              <a:latin typeface="汉仪许静行楷简" panose="00020600040101010101" charset="-122"/>
              <a:ea typeface="HYXuJingXingKai" panose="00020600040101010101"/>
            </a:endParaRPr>
          </a:p>
        </p:txBody>
      </p:sp>
      <p:sp>
        <p:nvSpPr>
          <p:cNvPr id="27" name="TextBox 25"/>
          <p:cNvSpPr txBox="1"/>
          <p:nvPr/>
        </p:nvSpPr>
        <p:spPr>
          <a:xfrm>
            <a:off x="10096262" y="3580588"/>
            <a:ext cx="6552395" cy="1723390"/>
          </a:xfrm>
          <a:prstGeom prst="rect">
            <a:avLst/>
          </a:prstGeom>
        </p:spPr>
        <p:txBody>
          <a:bodyPr lIns="0" tIns="0" rIns="0" bIns="0" rtlCol="0" anchor="t">
            <a:spAutoFit/>
          </a:bodyPr>
          <a:lstStyle/>
          <a:p>
            <a:pPr marL="518160" lvl="1" indent="-259080">
              <a:lnSpc>
                <a:spcPts val="3360"/>
              </a:lnSpc>
              <a:buFont typeface="Arial" panose="020B0604020202020204"/>
              <a:buChar char="•"/>
            </a:pPr>
            <a:r>
              <a:rPr lang="en-US" sz="2400">
                <a:solidFill>
                  <a:srgbClr val="FFFFFF"/>
                </a:solidFill>
                <a:latin typeface="汉仪许静行楷简" panose="00020600040101010101" charset="-122"/>
                <a:ea typeface="HYXuJingXingKai" panose="00020600040101010101"/>
              </a:rPr>
              <a:t>此处输入</a:t>
            </a:r>
            <a:r>
              <a:rPr lang="en-US" sz="2400">
                <a:solidFill>
                  <a:srgbClr val="FFFFFF"/>
                </a:solidFill>
                <a:latin typeface="汉仪许静行楷简" panose="00020600040101010101" charset="-122"/>
                <a:ea typeface="汉仪许静行楷简" panose="00020600040101010101" charset="-122"/>
              </a:rPr>
              <a:t>你的正文，文字是您理想的提炼，为了最终演示的良好效果，正文尽量简明扼要，内容可酌情增减文字，以便观者可以清楚理解您所传达的信息。</a:t>
            </a:r>
          </a:p>
        </p:txBody>
      </p:sp>
      <p:pic>
        <p:nvPicPr>
          <p:cNvPr id="33" name="图片 32"/>
          <p:cNvPicPr>
            <a:picLocks noChangeAspect="1"/>
          </p:cNvPicPr>
          <p:nvPr/>
        </p:nvPicPr>
        <p:blipFill rotWithShape="1">
          <a:blip r:embed="rId6">
            <a:extLst>
              <a:ext uri="{28A0092B-C50C-407E-A947-70E740481C1C}">
                <a14:useLocalDpi xmlns:a14="http://schemas.microsoft.com/office/drawing/2010/main" val="0"/>
              </a:ext>
            </a:extLst>
          </a:blip>
          <a:srcRect t="33998" b="30798"/>
          <a:stretch/>
        </p:blipFill>
        <p:spPr>
          <a:xfrm>
            <a:off x="14399025" y="285081"/>
            <a:ext cx="3557435" cy="1252373"/>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2184" b="-72184"/>
            </a:stretch>
          </a:blipFill>
        </p:spPr>
      </p:sp>
      <p:sp>
        <p:nvSpPr>
          <p:cNvPr id="3" name="Freeform 3"/>
          <p:cNvSpPr/>
          <p:nvPr/>
        </p:nvSpPr>
        <p:spPr>
          <a:xfrm>
            <a:off x="0" y="-157907"/>
            <a:ext cx="3864202" cy="3670612"/>
          </a:xfrm>
          <a:custGeom>
            <a:avLst/>
            <a:gdLst/>
            <a:ahLst/>
            <a:cxnLst/>
            <a:rect l="l" t="t" r="r" b="b"/>
            <a:pathLst>
              <a:path w="3864202" h="3670612">
                <a:moveTo>
                  <a:pt x="0" y="0"/>
                </a:moveTo>
                <a:lnTo>
                  <a:pt x="3864202" y="0"/>
                </a:lnTo>
                <a:lnTo>
                  <a:pt x="3864202" y="3670612"/>
                </a:lnTo>
                <a:lnTo>
                  <a:pt x="0" y="3670612"/>
                </a:lnTo>
                <a:lnTo>
                  <a:pt x="0" y="0"/>
                </a:lnTo>
                <a:close/>
              </a:path>
            </a:pathLst>
          </a:custGeom>
          <a:blipFill>
            <a:blip r:embed="rId3">
              <a:alphaModFix amt="85000"/>
            </a:blip>
            <a:stretch>
              <a:fillRect/>
            </a:stretch>
          </a:blipFill>
        </p:spPr>
      </p:sp>
      <p:sp>
        <p:nvSpPr>
          <p:cNvPr id="4" name="Freeform 4"/>
          <p:cNvSpPr/>
          <p:nvPr/>
        </p:nvSpPr>
        <p:spPr>
          <a:xfrm rot="-729033" flipH="1">
            <a:off x="15064604" y="4808365"/>
            <a:ext cx="3299672" cy="2547257"/>
          </a:xfrm>
          <a:custGeom>
            <a:avLst/>
            <a:gdLst/>
            <a:ahLst/>
            <a:cxnLst/>
            <a:rect l="l" t="t" r="r" b="b"/>
            <a:pathLst>
              <a:path w="3299672" h="2547257">
                <a:moveTo>
                  <a:pt x="3299672" y="0"/>
                </a:moveTo>
                <a:lnTo>
                  <a:pt x="0" y="0"/>
                </a:lnTo>
                <a:lnTo>
                  <a:pt x="0" y="2547257"/>
                </a:lnTo>
                <a:lnTo>
                  <a:pt x="3299672" y="2547257"/>
                </a:lnTo>
                <a:lnTo>
                  <a:pt x="3299672" y="0"/>
                </a:lnTo>
                <a:close/>
              </a:path>
            </a:pathLst>
          </a:custGeom>
          <a:blipFill>
            <a:blip r:embed="rId3">
              <a:alphaModFix amt="62000"/>
            </a:blip>
            <a:stretch>
              <a:fillRect l="-37463" b="-69146"/>
            </a:stretch>
          </a:blipFill>
        </p:spPr>
      </p:sp>
      <p:grpSp>
        <p:nvGrpSpPr>
          <p:cNvPr id="5" name="Group 5"/>
          <p:cNvGrpSpPr/>
          <p:nvPr/>
        </p:nvGrpSpPr>
        <p:grpSpPr>
          <a:xfrm>
            <a:off x="1266776" y="5669051"/>
            <a:ext cx="15675997" cy="2992358"/>
            <a:chOff x="0" y="0"/>
            <a:chExt cx="4128658" cy="788111"/>
          </a:xfrm>
        </p:grpSpPr>
        <p:sp>
          <p:nvSpPr>
            <p:cNvPr id="6" name="Freeform 6"/>
            <p:cNvSpPr/>
            <p:nvPr/>
          </p:nvSpPr>
          <p:spPr>
            <a:xfrm>
              <a:off x="0" y="0"/>
              <a:ext cx="4128658" cy="788111"/>
            </a:xfrm>
            <a:custGeom>
              <a:avLst/>
              <a:gdLst/>
              <a:ahLst/>
              <a:cxnLst/>
              <a:rect l="l" t="t" r="r" b="b"/>
              <a:pathLst>
                <a:path w="4128658" h="788111">
                  <a:moveTo>
                    <a:pt x="0" y="0"/>
                  </a:moveTo>
                  <a:lnTo>
                    <a:pt x="4128658" y="0"/>
                  </a:lnTo>
                  <a:lnTo>
                    <a:pt x="4128658" y="788111"/>
                  </a:lnTo>
                  <a:lnTo>
                    <a:pt x="0" y="788111"/>
                  </a:lnTo>
                  <a:close/>
                </a:path>
              </a:pathLst>
            </a:custGeom>
            <a:solidFill>
              <a:srgbClr val="FFFFFF">
                <a:alpha val="29804"/>
              </a:srgbClr>
            </a:solidFill>
            <a:ln w="38100" cap="sq">
              <a:solidFill>
                <a:srgbClr val="A12B2A">
                  <a:alpha val="29804"/>
                </a:srgbClr>
              </a:solidFill>
              <a:prstDash val="solid"/>
              <a:miter/>
            </a:ln>
          </p:spPr>
        </p:sp>
        <p:sp>
          <p:nvSpPr>
            <p:cNvPr id="7" name="TextBox 7"/>
            <p:cNvSpPr txBox="1"/>
            <p:nvPr/>
          </p:nvSpPr>
          <p:spPr>
            <a:xfrm>
              <a:off x="0" y="-47625"/>
              <a:ext cx="4128658" cy="835736"/>
            </a:xfrm>
            <a:prstGeom prst="rect">
              <a:avLst/>
            </a:prstGeom>
          </p:spPr>
          <p:txBody>
            <a:bodyPr lIns="50800" tIns="50800" rIns="50800" bIns="50800" rtlCol="0" anchor="ctr"/>
            <a:lstStyle/>
            <a:p>
              <a:pPr marL="0" lvl="0" indent="0" algn="ctr">
                <a:lnSpc>
                  <a:spcPts val="2660"/>
                </a:lnSpc>
                <a:spcBef>
                  <a:spcPct val="0"/>
                </a:spcBef>
              </a:pPr>
              <a:endParaRPr>
                <a:latin typeface="汉仪许静行楷简" panose="00020600040101010101" charset="-122"/>
              </a:endParaRPr>
            </a:p>
          </p:txBody>
        </p:sp>
      </p:grpSp>
      <p:grpSp>
        <p:nvGrpSpPr>
          <p:cNvPr id="8" name="Group 8"/>
          <p:cNvGrpSpPr/>
          <p:nvPr/>
        </p:nvGrpSpPr>
        <p:grpSpPr>
          <a:xfrm>
            <a:off x="1266776" y="2333610"/>
            <a:ext cx="15675997" cy="2992358"/>
            <a:chOff x="0" y="0"/>
            <a:chExt cx="4128658" cy="788111"/>
          </a:xfrm>
        </p:grpSpPr>
        <p:sp>
          <p:nvSpPr>
            <p:cNvPr id="9" name="Freeform 9"/>
            <p:cNvSpPr/>
            <p:nvPr/>
          </p:nvSpPr>
          <p:spPr>
            <a:xfrm>
              <a:off x="0" y="0"/>
              <a:ext cx="4128658" cy="788111"/>
            </a:xfrm>
            <a:custGeom>
              <a:avLst/>
              <a:gdLst/>
              <a:ahLst/>
              <a:cxnLst/>
              <a:rect l="l" t="t" r="r" b="b"/>
              <a:pathLst>
                <a:path w="4128658" h="788111">
                  <a:moveTo>
                    <a:pt x="0" y="0"/>
                  </a:moveTo>
                  <a:lnTo>
                    <a:pt x="4128658" y="0"/>
                  </a:lnTo>
                  <a:lnTo>
                    <a:pt x="4128658" y="788111"/>
                  </a:lnTo>
                  <a:lnTo>
                    <a:pt x="0" y="788111"/>
                  </a:lnTo>
                  <a:close/>
                </a:path>
              </a:pathLst>
            </a:custGeom>
            <a:solidFill>
              <a:srgbClr val="FFFFFF">
                <a:alpha val="29804"/>
              </a:srgbClr>
            </a:solidFill>
            <a:ln w="38100" cap="sq">
              <a:solidFill>
                <a:srgbClr val="A12B2A">
                  <a:alpha val="29804"/>
                </a:srgbClr>
              </a:solidFill>
              <a:prstDash val="solid"/>
              <a:miter/>
            </a:ln>
          </p:spPr>
        </p:sp>
        <p:sp>
          <p:nvSpPr>
            <p:cNvPr id="10" name="TextBox 10"/>
            <p:cNvSpPr txBox="1"/>
            <p:nvPr/>
          </p:nvSpPr>
          <p:spPr>
            <a:xfrm>
              <a:off x="0" y="-47625"/>
              <a:ext cx="4128658" cy="835736"/>
            </a:xfrm>
            <a:prstGeom prst="rect">
              <a:avLst/>
            </a:prstGeom>
          </p:spPr>
          <p:txBody>
            <a:bodyPr lIns="50800" tIns="50800" rIns="50800" bIns="50800" rtlCol="0" anchor="ctr"/>
            <a:lstStyle/>
            <a:p>
              <a:pPr marL="0" lvl="0" indent="0" algn="ctr">
                <a:lnSpc>
                  <a:spcPts val="2660"/>
                </a:lnSpc>
                <a:spcBef>
                  <a:spcPct val="0"/>
                </a:spcBef>
              </a:pPr>
              <a:endParaRPr>
                <a:latin typeface="汉仪许静行楷简" panose="00020600040101010101" charset="-122"/>
              </a:endParaRPr>
            </a:p>
          </p:txBody>
        </p:sp>
      </p:grpSp>
      <p:sp>
        <p:nvSpPr>
          <p:cNvPr id="11" name="TextBox 11"/>
          <p:cNvSpPr txBox="1"/>
          <p:nvPr/>
        </p:nvSpPr>
        <p:spPr>
          <a:xfrm>
            <a:off x="2434421" y="767444"/>
            <a:ext cx="15197451" cy="909955"/>
          </a:xfrm>
          <a:prstGeom prst="rect">
            <a:avLst/>
          </a:prstGeom>
        </p:spPr>
        <p:txBody>
          <a:bodyPr lIns="0" tIns="0" rIns="0" bIns="0" rtlCol="0" anchor="t">
            <a:spAutoFit/>
          </a:bodyPr>
          <a:lstStyle/>
          <a:p>
            <a:pPr>
              <a:lnSpc>
                <a:spcPts val="7040"/>
              </a:lnSpc>
            </a:pPr>
            <a:r>
              <a:rPr lang="en-US" sz="6400">
                <a:solidFill>
                  <a:srgbClr val="332A1D"/>
                </a:solidFill>
                <a:latin typeface="汉仪许静行楷简" panose="00020600040101010101" charset="-122"/>
                <a:ea typeface="HYXuJingXingKai" panose="00020600040101010101"/>
              </a:rPr>
              <a:t>请输入标题</a:t>
            </a:r>
          </a:p>
        </p:txBody>
      </p:sp>
      <p:sp>
        <p:nvSpPr>
          <p:cNvPr id="12" name="Freeform 12"/>
          <p:cNvSpPr/>
          <p:nvPr/>
        </p:nvSpPr>
        <p:spPr>
          <a:xfrm>
            <a:off x="965490" y="828758"/>
            <a:ext cx="1323143" cy="940634"/>
          </a:xfrm>
          <a:custGeom>
            <a:avLst/>
            <a:gdLst/>
            <a:ahLst/>
            <a:cxnLst/>
            <a:rect l="l" t="t" r="r" b="b"/>
            <a:pathLst>
              <a:path w="1323143" h="940634">
                <a:moveTo>
                  <a:pt x="0" y="0"/>
                </a:moveTo>
                <a:lnTo>
                  <a:pt x="1323143" y="0"/>
                </a:lnTo>
                <a:lnTo>
                  <a:pt x="1323143" y="940634"/>
                </a:lnTo>
                <a:lnTo>
                  <a:pt x="0" y="940634"/>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14" name="Freeform 14"/>
          <p:cNvSpPr/>
          <p:nvPr/>
        </p:nvSpPr>
        <p:spPr>
          <a:xfrm rot="86358">
            <a:off x="5929624" y="5126360"/>
            <a:ext cx="1977415" cy="831870"/>
          </a:xfrm>
          <a:custGeom>
            <a:avLst/>
            <a:gdLst/>
            <a:ahLst/>
            <a:cxnLst/>
            <a:rect l="l" t="t" r="r" b="b"/>
            <a:pathLst>
              <a:path w="1977415" h="831870">
                <a:moveTo>
                  <a:pt x="0" y="0"/>
                </a:moveTo>
                <a:lnTo>
                  <a:pt x="1977415" y="0"/>
                </a:lnTo>
                <a:lnTo>
                  <a:pt x="1977415" y="831870"/>
                </a:lnTo>
                <a:lnTo>
                  <a:pt x="0" y="831870"/>
                </a:lnTo>
                <a:lnTo>
                  <a:pt x="0" y="0"/>
                </a:lnTo>
                <a:close/>
              </a:path>
            </a:pathLst>
          </a:custGeom>
          <a:blipFill>
            <a:blip r:embed="rId6"/>
            <a:stretch>
              <a:fillRect l="-4542" t="-255341" r="-124972" b="-9512"/>
            </a:stretch>
          </a:blipFill>
        </p:spPr>
      </p:sp>
      <p:sp>
        <p:nvSpPr>
          <p:cNvPr id="15" name="Freeform 15"/>
          <p:cNvSpPr/>
          <p:nvPr/>
        </p:nvSpPr>
        <p:spPr>
          <a:xfrm flipH="1">
            <a:off x="4594250" y="9156710"/>
            <a:ext cx="13693750" cy="1199392"/>
          </a:xfrm>
          <a:custGeom>
            <a:avLst/>
            <a:gdLst/>
            <a:ahLst/>
            <a:cxnLst/>
            <a:rect l="l" t="t" r="r" b="b"/>
            <a:pathLst>
              <a:path w="13693750" h="1199392">
                <a:moveTo>
                  <a:pt x="13693750" y="0"/>
                </a:moveTo>
                <a:lnTo>
                  <a:pt x="0" y="0"/>
                </a:lnTo>
                <a:lnTo>
                  <a:pt x="0" y="1199392"/>
                </a:lnTo>
                <a:lnTo>
                  <a:pt x="13693750" y="1199392"/>
                </a:lnTo>
                <a:lnTo>
                  <a:pt x="13693750" y="0"/>
                </a:lnTo>
                <a:close/>
              </a:path>
            </a:pathLst>
          </a:custGeom>
          <a:blipFill>
            <a:blip r:embed="rId7"/>
            <a:stretch>
              <a:fillRect t="-63854" b="-1219"/>
            </a:stretch>
          </a:blipFill>
        </p:spPr>
      </p:sp>
      <p:sp>
        <p:nvSpPr>
          <p:cNvPr id="16" name="Freeform 16"/>
          <p:cNvSpPr/>
          <p:nvPr/>
        </p:nvSpPr>
        <p:spPr>
          <a:xfrm>
            <a:off x="-266259" y="9471035"/>
            <a:ext cx="12371494" cy="1083580"/>
          </a:xfrm>
          <a:custGeom>
            <a:avLst/>
            <a:gdLst/>
            <a:ahLst/>
            <a:cxnLst/>
            <a:rect l="l" t="t" r="r" b="b"/>
            <a:pathLst>
              <a:path w="12371494" h="1083580">
                <a:moveTo>
                  <a:pt x="0" y="0"/>
                </a:moveTo>
                <a:lnTo>
                  <a:pt x="12371494" y="0"/>
                </a:lnTo>
                <a:lnTo>
                  <a:pt x="12371494" y="1083580"/>
                </a:lnTo>
                <a:lnTo>
                  <a:pt x="0" y="1083580"/>
                </a:lnTo>
                <a:lnTo>
                  <a:pt x="0" y="0"/>
                </a:lnTo>
                <a:close/>
              </a:path>
            </a:pathLst>
          </a:custGeom>
          <a:blipFill>
            <a:blip r:embed="rId7"/>
            <a:stretch>
              <a:fillRect t="-63854" b="-1219"/>
            </a:stretch>
          </a:blipFill>
        </p:spPr>
      </p:sp>
      <p:grpSp>
        <p:nvGrpSpPr>
          <p:cNvPr id="17" name="Group 17"/>
          <p:cNvGrpSpPr/>
          <p:nvPr/>
        </p:nvGrpSpPr>
        <p:grpSpPr>
          <a:xfrm>
            <a:off x="12105235" y="2407577"/>
            <a:ext cx="4105265" cy="2694080"/>
            <a:chOff x="0" y="0"/>
            <a:chExt cx="812800" cy="533400"/>
          </a:xfrm>
        </p:grpSpPr>
        <p:sp>
          <p:nvSpPr>
            <p:cNvPr id="18" name="Freeform 18"/>
            <p:cNvSpPr/>
            <p:nvPr/>
          </p:nvSpPr>
          <p:spPr>
            <a:xfrm>
              <a:off x="0" y="0"/>
              <a:ext cx="827989" cy="537638"/>
            </a:xfrm>
            <a:custGeom>
              <a:avLst/>
              <a:gdLst/>
              <a:ahLst/>
              <a:cxnLst/>
              <a:rect l="l" t="t" r="r" b="b"/>
              <a:pathLst>
                <a:path w="827989" h="537638">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blipFill>
              <a:blip r:embed="rId8"/>
              <a:stretch>
                <a:fillRect l="-9558" r="-9558"/>
              </a:stretch>
            </a:blipFill>
          </p:spPr>
        </p:sp>
      </p:grpSp>
      <p:grpSp>
        <p:nvGrpSpPr>
          <p:cNvPr id="19" name="Group 19"/>
          <p:cNvGrpSpPr/>
          <p:nvPr/>
        </p:nvGrpSpPr>
        <p:grpSpPr>
          <a:xfrm>
            <a:off x="1932101" y="5758660"/>
            <a:ext cx="4445257" cy="2813140"/>
            <a:chOff x="0" y="0"/>
            <a:chExt cx="10034118" cy="6350000"/>
          </a:xfrm>
        </p:grpSpPr>
        <p:sp>
          <p:nvSpPr>
            <p:cNvPr id="20" name="Freeform 20"/>
            <p:cNvSpPr/>
            <p:nvPr/>
          </p:nvSpPr>
          <p:spPr>
            <a:xfrm>
              <a:off x="-31813" y="-1727"/>
              <a:ext cx="10076320" cy="6412713"/>
            </a:xfrm>
            <a:custGeom>
              <a:avLst/>
              <a:gdLst/>
              <a:ahLst/>
              <a:cxnLst/>
              <a:rect l="l" t="t" r="r" b="b"/>
              <a:pathLst>
                <a:path w="10076320" h="6412713">
                  <a:moveTo>
                    <a:pt x="8653945" y="4413517"/>
                  </a:moveTo>
                  <a:cubicBezTo>
                    <a:pt x="8965806" y="4373537"/>
                    <a:pt x="9283052" y="4314977"/>
                    <a:pt x="9554921" y="4157040"/>
                  </a:cubicBezTo>
                  <a:cubicBezTo>
                    <a:pt x="9826790" y="3999103"/>
                    <a:pt x="10048405" y="3723627"/>
                    <a:pt x="10064928" y="3409658"/>
                  </a:cubicBezTo>
                  <a:cubicBezTo>
                    <a:pt x="10076319" y="3193098"/>
                    <a:pt x="9991077" y="2982125"/>
                    <a:pt x="9879736" y="2796019"/>
                  </a:cubicBezTo>
                  <a:cubicBezTo>
                    <a:pt x="9421165" y="2029485"/>
                    <a:pt x="8495969" y="1700644"/>
                    <a:pt x="7617460" y="1862112"/>
                  </a:cubicBezTo>
                  <a:cubicBezTo>
                    <a:pt x="7881632" y="1393952"/>
                    <a:pt x="7649756" y="760476"/>
                    <a:pt x="7214323" y="445249"/>
                  </a:cubicBezTo>
                  <a:cubicBezTo>
                    <a:pt x="6778891" y="130022"/>
                    <a:pt x="6203010" y="77356"/>
                    <a:pt x="5668962" y="138671"/>
                  </a:cubicBezTo>
                  <a:cubicBezTo>
                    <a:pt x="5378754" y="171996"/>
                    <a:pt x="5085054" y="238404"/>
                    <a:pt x="4839843" y="397154"/>
                  </a:cubicBezTo>
                  <a:cubicBezTo>
                    <a:pt x="4576838" y="567423"/>
                    <a:pt x="4315320" y="993749"/>
                    <a:pt x="4169435" y="1271029"/>
                  </a:cubicBezTo>
                  <a:cubicBezTo>
                    <a:pt x="4079202" y="999998"/>
                    <a:pt x="3956951" y="739648"/>
                    <a:pt x="3806050" y="497091"/>
                  </a:cubicBezTo>
                  <a:cubicBezTo>
                    <a:pt x="3694227" y="317360"/>
                    <a:pt x="3556889" y="139484"/>
                    <a:pt x="3361118" y="58966"/>
                  </a:cubicBezTo>
                  <a:cubicBezTo>
                    <a:pt x="3230651" y="5308"/>
                    <a:pt x="3085833" y="0"/>
                    <a:pt x="2944774" y="2070"/>
                  </a:cubicBezTo>
                  <a:cubicBezTo>
                    <a:pt x="2568410" y="7594"/>
                    <a:pt x="2169426" y="70675"/>
                    <a:pt x="1884781" y="316954"/>
                  </a:cubicBezTo>
                  <a:cubicBezTo>
                    <a:pt x="1642427" y="526643"/>
                    <a:pt x="1515618" y="845147"/>
                    <a:pt x="1475460" y="1163091"/>
                  </a:cubicBezTo>
                  <a:cubicBezTo>
                    <a:pt x="1435303" y="1481036"/>
                    <a:pt x="1473136" y="1803070"/>
                    <a:pt x="1510970" y="2121306"/>
                  </a:cubicBezTo>
                  <a:cubicBezTo>
                    <a:pt x="920775" y="2300757"/>
                    <a:pt x="402831" y="2815412"/>
                    <a:pt x="141808" y="3374339"/>
                  </a:cubicBezTo>
                  <a:cubicBezTo>
                    <a:pt x="59410" y="3550767"/>
                    <a:pt x="0" y="3750970"/>
                    <a:pt x="50431" y="3939057"/>
                  </a:cubicBezTo>
                  <a:cubicBezTo>
                    <a:pt x="89801" y="4085907"/>
                    <a:pt x="192176" y="4208310"/>
                    <a:pt x="307213" y="4307725"/>
                  </a:cubicBezTo>
                  <a:cubicBezTo>
                    <a:pt x="635178" y="4591164"/>
                    <a:pt x="1091717" y="4719498"/>
                    <a:pt x="1519326" y="4648441"/>
                  </a:cubicBezTo>
                  <a:cubicBezTo>
                    <a:pt x="1760969" y="4608284"/>
                    <a:pt x="1994586" y="4508144"/>
                    <a:pt x="2239505" y="4512335"/>
                  </a:cubicBezTo>
                  <a:cubicBezTo>
                    <a:pt x="2127224" y="4894656"/>
                    <a:pt x="2095500" y="5355920"/>
                    <a:pt x="2298687" y="5698680"/>
                  </a:cubicBezTo>
                  <a:cubicBezTo>
                    <a:pt x="2570289" y="6156833"/>
                    <a:pt x="3135947" y="6412712"/>
                    <a:pt x="3663467" y="6339230"/>
                  </a:cubicBezTo>
                  <a:cubicBezTo>
                    <a:pt x="4190987" y="6265748"/>
                    <a:pt x="4656569" y="5879440"/>
                    <a:pt x="4850752" y="5383479"/>
                  </a:cubicBezTo>
                  <a:cubicBezTo>
                    <a:pt x="4987074" y="5695404"/>
                    <a:pt x="5310390" y="5965012"/>
                    <a:pt x="5624741" y="6095670"/>
                  </a:cubicBezTo>
                  <a:cubicBezTo>
                    <a:pt x="5939078" y="6226315"/>
                    <a:pt x="6287579" y="6257798"/>
                    <a:pt x="6627254" y="6235306"/>
                  </a:cubicBezTo>
                  <a:cubicBezTo>
                    <a:pt x="7035469" y="6208281"/>
                    <a:pt x="7444778" y="6102172"/>
                    <a:pt x="7787919" y="5879402"/>
                  </a:cubicBezTo>
                  <a:cubicBezTo>
                    <a:pt x="8341918" y="5519712"/>
                    <a:pt x="8689682" y="5073129"/>
                    <a:pt x="8653945" y="4413517"/>
                  </a:cubicBezTo>
                  <a:close/>
                </a:path>
              </a:pathLst>
            </a:custGeom>
            <a:blipFill>
              <a:blip r:embed="rId9"/>
              <a:stretch>
                <a:fillRect l="-7434" r="-7434"/>
              </a:stretch>
            </a:blipFill>
          </p:spPr>
        </p:sp>
      </p:grpSp>
      <p:sp>
        <p:nvSpPr>
          <p:cNvPr id="21" name="TextBox 21"/>
          <p:cNvSpPr txBox="1"/>
          <p:nvPr/>
        </p:nvSpPr>
        <p:spPr>
          <a:xfrm>
            <a:off x="7453222" y="6706907"/>
            <a:ext cx="3880515" cy="1645920"/>
          </a:xfrm>
          <a:prstGeom prst="rect">
            <a:avLst/>
          </a:prstGeom>
        </p:spPr>
        <p:txBody>
          <a:bodyPr lIns="0" tIns="0" rIns="0" bIns="0" rtlCol="0" anchor="t">
            <a:spAutoFit/>
          </a:bodyPr>
          <a:lstStyle/>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在此处添加文本在此处添加文本在此处添加文本在此处添加文本</a:t>
            </a:r>
          </a:p>
        </p:txBody>
      </p:sp>
      <p:sp>
        <p:nvSpPr>
          <p:cNvPr id="22" name="TextBox 22"/>
          <p:cNvSpPr txBox="1"/>
          <p:nvPr/>
        </p:nvSpPr>
        <p:spPr>
          <a:xfrm>
            <a:off x="11943726" y="6706907"/>
            <a:ext cx="3880515" cy="1645920"/>
          </a:xfrm>
          <a:prstGeom prst="rect">
            <a:avLst/>
          </a:prstGeom>
        </p:spPr>
        <p:txBody>
          <a:bodyPr lIns="0" tIns="0" rIns="0" bIns="0" rtlCol="0" anchor="t">
            <a:spAutoFit/>
          </a:bodyPr>
          <a:lstStyle/>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在此处添加文本在此处添加文本在此处添加文本在此处添加文本</a:t>
            </a:r>
          </a:p>
        </p:txBody>
      </p:sp>
      <p:sp>
        <p:nvSpPr>
          <p:cNvPr id="23" name="TextBox 23"/>
          <p:cNvSpPr txBox="1"/>
          <p:nvPr/>
        </p:nvSpPr>
        <p:spPr>
          <a:xfrm>
            <a:off x="2256794" y="2478029"/>
            <a:ext cx="4851622" cy="683895"/>
          </a:xfrm>
          <a:prstGeom prst="rect">
            <a:avLst/>
          </a:prstGeom>
        </p:spPr>
        <p:txBody>
          <a:bodyPr lIns="0" tIns="0" rIns="0" bIns="0" rtlCol="0" anchor="t">
            <a:spAutoFit/>
          </a:bodyPr>
          <a:lstStyle/>
          <a:p>
            <a:pPr>
              <a:lnSpc>
                <a:spcPts val="5760"/>
              </a:lnSpc>
            </a:pPr>
            <a:r>
              <a:rPr lang="en-US" sz="3600">
                <a:solidFill>
                  <a:srgbClr val="B95C42"/>
                </a:solidFill>
                <a:latin typeface="汉仪许静行楷简" panose="00020600040101010101" charset="-122"/>
                <a:ea typeface="HYXuJingXingKai" panose="00020600040101010101"/>
              </a:rPr>
              <a:t>请输入内容</a:t>
            </a:r>
          </a:p>
        </p:txBody>
      </p:sp>
      <p:sp>
        <p:nvSpPr>
          <p:cNvPr id="24" name="TextBox 24"/>
          <p:cNvSpPr txBox="1"/>
          <p:nvPr/>
        </p:nvSpPr>
        <p:spPr>
          <a:xfrm>
            <a:off x="2256794" y="3344877"/>
            <a:ext cx="3880515" cy="1645920"/>
          </a:xfrm>
          <a:prstGeom prst="rect">
            <a:avLst/>
          </a:prstGeom>
        </p:spPr>
        <p:txBody>
          <a:bodyPr lIns="0" tIns="0" rIns="0" bIns="0" rtlCol="0" anchor="t">
            <a:spAutoFit/>
          </a:bodyPr>
          <a:lstStyle/>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在此处添加文本在此处添加文本在此处添加文本在此处添加文本</a:t>
            </a:r>
          </a:p>
        </p:txBody>
      </p:sp>
      <p:sp>
        <p:nvSpPr>
          <p:cNvPr id="25" name="TextBox 25"/>
          <p:cNvSpPr txBox="1"/>
          <p:nvPr/>
        </p:nvSpPr>
        <p:spPr>
          <a:xfrm>
            <a:off x="6747297" y="2478029"/>
            <a:ext cx="4851622" cy="683895"/>
          </a:xfrm>
          <a:prstGeom prst="rect">
            <a:avLst/>
          </a:prstGeom>
        </p:spPr>
        <p:txBody>
          <a:bodyPr lIns="0" tIns="0" rIns="0" bIns="0" rtlCol="0" anchor="t">
            <a:spAutoFit/>
          </a:bodyPr>
          <a:lstStyle/>
          <a:p>
            <a:pPr>
              <a:lnSpc>
                <a:spcPts val="5760"/>
              </a:lnSpc>
            </a:pPr>
            <a:r>
              <a:rPr lang="en-US" sz="3600">
                <a:solidFill>
                  <a:srgbClr val="B95C42"/>
                </a:solidFill>
                <a:latin typeface="汉仪许静行楷简" panose="00020600040101010101" charset="-122"/>
                <a:ea typeface="HYXuJingXingKai" panose="00020600040101010101"/>
              </a:rPr>
              <a:t>请输入内容</a:t>
            </a:r>
          </a:p>
        </p:txBody>
      </p:sp>
      <p:sp>
        <p:nvSpPr>
          <p:cNvPr id="26" name="TextBox 26"/>
          <p:cNvSpPr txBox="1"/>
          <p:nvPr/>
        </p:nvSpPr>
        <p:spPr>
          <a:xfrm>
            <a:off x="6747297" y="3344877"/>
            <a:ext cx="3880515" cy="1645920"/>
          </a:xfrm>
          <a:prstGeom prst="rect">
            <a:avLst/>
          </a:prstGeom>
        </p:spPr>
        <p:txBody>
          <a:bodyPr lIns="0" tIns="0" rIns="0" bIns="0" rtlCol="0" anchor="t">
            <a:spAutoFit/>
          </a:bodyPr>
          <a:lstStyle/>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在此处添加文本在此处添加文本在此处添加文本在此处添加文本</a:t>
            </a:r>
          </a:p>
        </p:txBody>
      </p:sp>
      <p:sp>
        <p:nvSpPr>
          <p:cNvPr id="27" name="TextBox 27"/>
          <p:cNvSpPr txBox="1"/>
          <p:nvPr/>
        </p:nvSpPr>
        <p:spPr>
          <a:xfrm>
            <a:off x="7453222" y="5840059"/>
            <a:ext cx="4851622" cy="683895"/>
          </a:xfrm>
          <a:prstGeom prst="rect">
            <a:avLst/>
          </a:prstGeom>
        </p:spPr>
        <p:txBody>
          <a:bodyPr lIns="0" tIns="0" rIns="0" bIns="0" rtlCol="0" anchor="t">
            <a:spAutoFit/>
          </a:bodyPr>
          <a:lstStyle/>
          <a:p>
            <a:pPr>
              <a:lnSpc>
                <a:spcPts val="5760"/>
              </a:lnSpc>
            </a:pPr>
            <a:r>
              <a:rPr lang="en-US" sz="3600">
                <a:solidFill>
                  <a:srgbClr val="B95C42"/>
                </a:solidFill>
                <a:latin typeface="汉仪许静行楷简" panose="00020600040101010101" charset="-122"/>
                <a:ea typeface="HYXuJingXingKai" panose="00020600040101010101"/>
              </a:rPr>
              <a:t>请输入内容</a:t>
            </a:r>
          </a:p>
        </p:txBody>
      </p:sp>
      <p:sp>
        <p:nvSpPr>
          <p:cNvPr id="28" name="TextBox 28"/>
          <p:cNvSpPr txBox="1"/>
          <p:nvPr/>
        </p:nvSpPr>
        <p:spPr>
          <a:xfrm>
            <a:off x="11943726" y="5840059"/>
            <a:ext cx="4851622" cy="683895"/>
          </a:xfrm>
          <a:prstGeom prst="rect">
            <a:avLst/>
          </a:prstGeom>
        </p:spPr>
        <p:txBody>
          <a:bodyPr lIns="0" tIns="0" rIns="0" bIns="0" rtlCol="0" anchor="t">
            <a:spAutoFit/>
          </a:bodyPr>
          <a:lstStyle/>
          <a:p>
            <a:pPr>
              <a:lnSpc>
                <a:spcPts val="5760"/>
              </a:lnSpc>
            </a:pPr>
            <a:r>
              <a:rPr lang="en-US" sz="3600">
                <a:solidFill>
                  <a:srgbClr val="B95C42"/>
                </a:solidFill>
                <a:latin typeface="汉仪许静行楷简" panose="00020600040101010101" charset="-122"/>
                <a:ea typeface="HYXuJingXingKai" panose="00020600040101010101"/>
              </a:rPr>
              <a:t>请输入内容</a:t>
            </a:r>
          </a:p>
        </p:txBody>
      </p:sp>
      <p:grpSp>
        <p:nvGrpSpPr>
          <p:cNvPr id="29" name="Group 29"/>
          <p:cNvGrpSpPr/>
          <p:nvPr/>
        </p:nvGrpSpPr>
        <p:grpSpPr>
          <a:xfrm>
            <a:off x="12105235" y="2407577"/>
            <a:ext cx="4105265" cy="2694080"/>
            <a:chOff x="0" y="0"/>
            <a:chExt cx="812800" cy="533400"/>
          </a:xfrm>
        </p:grpSpPr>
        <p:sp>
          <p:nvSpPr>
            <p:cNvPr id="30" name="Freeform 30"/>
            <p:cNvSpPr/>
            <p:nvPr/>
          </p:nvSpPr>
          <p:spPr>
            <a:xfrm>
              <a:off x="0" y="0"/>
              <a:ext cx="827989" cy="537638"/>
            </a:xfrm>
            <a:custGeom>
              <a:avLst/>
              <a:gdLst/>
              <a:ahLst/>
              <a:cxnLst/>
              <a:rect l="l" t="t" r="r" b="b"/>
              <a:pathLst>
                <a:path w="827989" h="537638">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blipFill>
              <a:blip r:embed="rId10"/>
              <a:stretch>
                <a:fillRect t="-793" b="-793"/>
              </a:stretch>
            </a:blipFill>
          </p:spPr>
        </p:sp>
      </p:grpSp>
      <p:grpSp>
        <p:nvGrpSpPr>
          <p:cNvPr id="31" name="Group 31"/>
          <p:cNvGrpSpPr/>
          <p:nvPr/>
        </p:nvGrpSpPr>
        <p:grpSpPr>
          <a:xfrm>
            <a:off x="1932101" y="5758660"/>
            <a:ext cx="4445257" cy="2813140"/>
            <a:chOff x="0" y="0"/>
            <a:chExt cx="10034118" cy="6350000"/>
          </a:xfrm>
        </p:grpSpPr>
        <p:sp>
          <p:nvSpPr>
            <p:cNvPr id="32" name="Freeform 32"/>
            <p:cNvSpPr/>
            <p:nvPr/>
          </p:nvSpPr>
          <p:spPr>
            <a:xfrm>
              <a:off x="-31813" y="-1727"/>
              <a:ext cx="10076320" cy="6412713"/>
            </a:xfrm>
            <a:custGeom>
              <a:avLst/>
              <a:gdLst/>
              <a:ahLst/>
              <a:cxnLst/>
              <a:rect l="l" t="t" r="r" b="b"/>
              <a:pathLst>
                <a:path w="10076320" h="6412713">
                  <a:moveTo>
                    <a:pt x="8653945" y="4413517"/>
                  </a:moveTo>
                  <a:cubicBezTo>
                    <a:pt x="8965806" y="4373537"/>
                    <a:pt x="9283052" y="4314977"/>
                    <a:pt x="9554921" y="4157040"/>
                  </a:cubicBezTo>
                  <a:cubicBezTo>
                    <a:pt x="9826790" y="3999103"/>
                    <a:pt x="10048405" y="3723627"/>
                    <a:pt x="10064928" y="3409658"/>
                  </a:cubicBezTo>
                  <a:cubicBezTo>
                    <a:pt x="10076319" y="3193098"/>
                    <a:pt x="9991077" y="2982125"/>
                    <a:pt x="9879736" y="2796019"/>
                  </a:cubicBezTo>
                  <a:cubicBezTo>
                    <a:pt x="9421165" y="2029485"/>
                    <a:pt x="8495969" y="1700644"/>
                    <a:pt x="7617460" y="1862112"/>
                  </a:cubicBezTo>
                  <a:cubicBezTo>
                    <a:pt x="7881632" y="1393952"/>
                    <a:pt x="7649756" y="760476"/>
                    <a:pt x="7214323" y="445249"/>
                  </a:cubicBezTo>
                  <a:cubicBezTo>
                    <a:pt x="6778891" y="130022"/>
                    <a:pt x="6203010" y="77356"/>
                    <a:pt x="5668962" y="138671"/>
                  </a:cubicBezTo>
                  <a:cubicBezTo>
                    <a:pt x="5378754" y="171996"/>
                    <a:pt x="5085054" y="238404"/>
                    <a:pt x="4839843" y="397154"/>
                  </a:cubicBezTo>
                  <a:cubicBezTo>
                    <a:pt x="4576838" y="567423"/>
                    <a:pt x="4315320" y="993749"/>
                    <a:pt x="4169435" y="1271029"/>
                  </a:cubicBezTo>
                  <a:cubicBezTo>
                    <a:pt x="4079202" y="999998"/>
                    <a:pt x="3956951" y="739648"/>
                    <a:pt x="3806050" y="497091"/>
                  </a:cubicBezTo>
                  <a:cubicBezTo>
                    <a:pt x="3694227" y="317360"/>
                    <a:pt x="3556889" y="139484"/>
                    <a:pt x="3361118" y="58966"/>
                  </a:cubicBezTo>
                  <a:cubicBezTo>
                    <a:pt x="3230651" y="5308"/>
                    <a:pt x="3085833" y="0"/>
                    <a:pt x="2944774" y="2070"/>
                  </a:cubicBezTo>
                  <a:cubicBezTo>
                    <a:pt x="2568410" y="7594"/>
                    <a:pt x="2169426" y="70675"/>
                    <a:pt x="1884781" y="316954"/>
                  </a:cubicBezTo>
                  <a:cubicBezTo>
                    <a:pt x="1642427" y="526643"/>
                    <a:pt x="1515618" y="845147"/>
                    <a:pt x="1475460" y="1163091"/>
                  </a:cubicBezTo>
                  <a:cubicBezTo>
                    <a:pt x="1435303" y="1481036"/>
                    <a:pt x="1473136" y="1803070"/>
                    <a:pt x="1510970" y="2121306"/>
                  </a:cubicBezTo>
                  <a:cubicBezTo>
                    <a:pt x="920775" y="2300757"/>
                    <a:pt x="402831" y="2815412"/>
                    <a:pt x="141808" y="3374339"/>
                  </a:cubicBezTo>
                  <a:cubicBezTo>
                    <a:pt x="59410" y="3550767"/>
                    <a:pt x="0" y="3750970"/>
                    <a:pt x="50431" y="3939057"/>
                  </a:cubicBezTo>
                  <a:cubicBezTo>
                    <a:pt x="89801" y="4085907"/>
                    <a:pt x="192176" y="4208310"/>
                    <a:pt x="307213" y="4307725"/>
                  </a:cubicBezTo>
                  <a:cubicBezTo>
                    <a:pt x="635178" y="4591164"/>
                    <a:pt x="1091717" y="4719498"/>
                    <a:pt x="1519326" y="4648441"/>
                  </a:cubicBezTo>
                  <a:cubicBezTo>
                    <a:pt x="1760969" y="4608284"/>
                    <a:pt x="1994586" y="4508144"/>
                    <a:pt x="2239505" y="4512335"/>
                  </a:cubicBezTo>
                  <a:cubicBezTo>
                    <a:pt x="2127224" y="4894656"/>
                    <a:pt x="2095500" y="5355920"/>
                    <a:pt x="2298687" y="5698680"/>
                  </a:cubicBezTo>
                  <a:cubicBezTo>
                    <a:pt x="2570289" y="6156833"/>
                    <a:pt x="3135947" y="6412712"/>
                    <a:pt x="3663467" y="6339230"/>
                  </a:cubicBezTo>
                  <a:cubicBezTo>
                    <a:pt x="4190987" y="6265748"/>
                    <a:pt x="4656569" y="5879440"/>
                    <a:pt x="4850752" y="5383479"/>
                  </a:cubicBezTo>
                  <a:cubicBezTo>
                    <a:pt x="4987074" y="5695404"/>
                    <a:pt x="5310390" y="5965012"/>
                    <a:pt x="5624741" y="6095670"/>
                  </a:cubicBezTo>
                  <a:cubicBezTo>
                    <a:pt x="5939078" y="6226315"/>
                    <a:pt x="6287579" y="6257798"/>
                    <a:pt x="6627254" y="6235306"/>
                  </a:cubicBezTo>
                  <a:cubicBezTo>
                    <a:pt x="7035469" y="6208281"/>
                    <a:pt x="7444778" y="6102172"/>
                    <a:pt x="7787919" y="5879402"/>
                  </a:cubicBezTo>
                  <a:cubicBezTo>
                    <a:pt x="8341918" y="5519712"/>
                    <a:pt x="8689682" y="5073129"/>
                    <a:pt x="8653945" y="4413517"/>
                  </a:cubicBezTo>
                  <a:close/>
                </a:path>
              </a:pathLst>
            </a:custGeom>
            <a:blipFill>
              <a:blip r:embed="rId11"/>
              <a:stretch>
                <a:fillRect t="-2672" b="-2672"/>
              </a:stretch>
            </a:blipFill>
          </p:spPr>
        </p:sp>
      </p:grpSp>
      <p:pic>
        <p:nvPicPr>
          <p:cNvPr id="36" name="图片 35"/>
          <p:cNvPicPr>
            <a:picLocks noChangeAspect="1"/>
          </p:cNvPicPr>
          <p:nvPr/>
        </p:nvPicPr>
        <p:blipFill rotWithShape="1">
          <a:blip r:embed="rId12">
            <a:extLst>
              <a:ext uri="{28A0092B-C50C-407E-A947-70E740481C1C}">
                <a14:useLocalDpi xmlns:a14="http://schemas.microsoft.com/office/drawing/2010/main" val="0"/>
              </a:ext>
            </a:extLst>
          </a:blip>
          <a:srcRect t="33998" b="30798"/>
          <a:stretch/>
        </p:blipFill>
        <p:spPr>
          <a:xfrm>
            <a:off x="14399025" y="285081"/>
            <a:ext cx="3557435" cy="1252373"/>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2184" b="-72184"/>
            </a:stretch>
          </a:blipFill>
        </p:spPr>
      </p:sp>
      <p:grpSp>
        <p:nvGrpSpPr>
          <p:cNvPr id="3" name="Group 3"/>
          <p:cNvGrpSpPr/>
          <p:nvPr/>
        </p:nvGrpSpPr>
        <p:grpSpPr>
          <a:xfrm>
            <a:off x="12853088" y="-21462"/>
            <a:ext cx="5434912" cy="10308462"/>
            <a:chOff x="0" y="0"/>
            <a:chExt cx="1431417" cy="2714986"/>
          </a:xfrm>
        </p:grpSpPr>
        <p:sp>
          <p:nvSpPr>
            <p:cNvPr id="4" name="Freeform 4"/>
            <p:cNvSpPr/>
            <p:nvPr/>
          </p:nvSpPr>
          <p:spPr>
            <a:xfrm>
              <a:off x="0" y="0"/>
              <a:ext cx="1431417" cy="2714986"/>
            </a:xfrm>
            <a:custGeom>
              <a:avLst/>
              <a:gdLst/>
              <a:ahLst/>
              <a:cxnLst/>
              <a:rect l="l" t="t" r="r" b="b"/>
              <a:pathLst>
                <a:path w="1431417" h="2714986">
                  <a:moveTo>
                    <a:pt x="0" y="0"/>
                  </a:moveTo>
                  <a:lnTo>
                    <a:pt x="1431417" y="0"/>
                  </a:lnTo>
                  <a:lnTo>
                    <a:pt x="1431417" y="2714986"/>
                  </a:lnTo>
                  <a:lnTo>
                    <a:pt x="0" y="2714986"/>
                  </a:lnTo>
                  <a:close/>
                </a:path>
              </a:pathLst>
            </a:custGeom>
            <a:solidFill>
              <a:srgbClr val="A12B2A"/>
            </a:solidFill>
          </p:spPr>
        </p:sp>
        <p:sp>
          <p:nvSpPr>
            <p:cNvPr id="5" name="TextBox 5"/>
            <p:cNvSpPr txBox="1"/>
            <p:nvPr/>
          </p:nvSpPr>
          <p:spPr>
            <a:xfrm>
              <a:off x="0" y="-47625"/>
              <a:ext cx="1431417" cy="2762611"/>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sp>
        <p:nvSpPr>
          <p:cNvPr id="19" name="TextBox 6"/>
          <p:cNvSpPr txBox="1"/>
          <p:nvPr/>
        </p:nvSpPr>
        <p:spPr>
          <a:xfrm>
            <a:off x="12889230" y="76200"/>
            <a:ext cx="5321935" cy="10119995"/>
          </a:xfrm>
          <a:prstGeom prst="rect">
            <a:avLst/>
          </a:prstGeom>
        </p:spPr>
        <p:txBody>
          <a:bodyPr vert="eaVert" wrap="square" lIns="0" tIns="0" rIns="0" bIns="0" rtlCol="0" anchor="t">
            <a:spAutoFit/>
          </a:bodyPr>
          <a:lstStyle/>
          <a:p>
            <a:pPr>
              <a:lnSpc>
                <a:spcPts val="8300"/>
              </a:lnSpc>
            </a:pPr>
            <a:r>
              <a:rPr lang="en-US" sz="8300" spc="-448">
                <a:solidFill>
                  <a:srgbClr val="22211E">
                    <a:alpha val="6667"/>
                  </a:srgbClr>
                </a:solidFill>
                <a:latin typeface="汉仪许静行楷简" panose="00020600040101010101" charset="-122"/>
                <a:ea typeface="HYQinChuanFeiYing" panose="00020600040101010101"/>
              </a:rPr>
              <a:t>以天下为己任以真理为依归</a:t>
            </a:r>
          </a:p>
          <a:p>
            <a:pPr>
              <a:lnSpc>
                <a:spcPts val="8300"/>
              </a:lnSpc>
            </a:pPr>
            <a:r>
              <a:rPr lang="en-US" sz="8300" spc="-448">
                <a:solidFill>
                  <a:srgbClr val="22211E">
                    <a:alpha val="6667"/>
                  </a:srgbClr>
                </a:solidFill>
                <a:latin typeface="汉仪许静行楷简" panose="00020600040101010101" charset="-122"/>
                <a:ea typeface="HYQinChuanFeiYing" panose="00020600040101010101"/>
              </a:rPr>
              <a:t>勤学修德明辨笃实</a:t>
            </a:r>
          </a:p>
          <a:p>
            <a:pPr>
              <a:lnSpc>
                <a:spcPts val="8300"/>
              </a:lnSpc>
            </a:pPr>
            <a:r>
              <a:rPr lang="en-US" sz="8300" spc="-448">
                <a:solidFill>
                  <a:srgbClr val="22211E">
                    <a:alpha val="6667"/>
                  </a:srgbClr>
                </a:solidFill>
                <a:latin typeface="汉仪许静行楷简" panose="00020600040101010101" charset="-122"/>
                <a:ea typeface="HYQinChuanFeiYing" panose="00020600040101010101"/>
              </a:rPr>
              <a:t>海纳江河启真厚德开物前民树我邦国</a:t>
            </a:r>
          </a:p>
        </p:txBody>
      </p:sp>
      <p:grpSp>
        <p:nvGrpSpPr>
          <p:cNvPr id="7" name="Group 7"/>
          <p:cNvGrpSpPr/>
          <p:nvPr/>
        </p:nvGrpSpPr>
        <p:grpSpPr>
          <a:xfrm>
            <a:off x="6138134" y="1568787"/>
            <a:ext cx="10236122" cy="7170888"/>
            <a:chOff x="0" y="0"/>
            <a:chExt cx="13648162" cy="9561184"/>
          </a:xfrm>
        </p:grpSpPr>
        <p:sp>
          <p:nvSpPr>
            <p:cNvPr id="8" name="Freeform 8"/>
            <p:cNvSpPr/>
            <p:nvPr/>
          </p:nvSpPr>
          <p:spPr>
            <a:xfrm>
              <a:off x="4226067" y="210903"/>
              <a:ext cx="9422095" cy="9350280"/>
            </a:xfrm>
            <a:custGeom>
              <a:avLst/>
              <a:gdLst/>
              <a:ahLst/>
              <a:cxnLst/>
              <a:rect l="l" t="t" r="r" b="b"/>
              <a:pathLst>
                <a:path w="9422095" h="9350280">
                  <a:moveTo>
                    <a:pt x="0" y="0"/>
                  </a:moveTo>
                  <a:lnTo>
                    <a:pt x="9422095" y="0"/>
                  </a:lnTo>
                  <a:lnTo>
                    <a:pt x="9422095" y="9350281"/>
                  </a:lnTo>
                  <a:lnTo>
                    <a:pt x="0" y="9350281"/>
                  </a:lnTo>
                  <a:lnTo>
                    <a:pt x="0" y="0"/>
                  </a:lnTo>
                  <a:close/>
                </a:path>
              </a:pathLst>
            </a:custGeom>
            <a:blipFill>
              <a:blip r:embed="rId3"/>
              <a:stretch>
                <a:fillRect/>
              </a:stretch>
            </a:blipFill>
          </p:spPr>
        </p:sp>
        <p:sp>
          <p:nvSpPr>
            <p:cNvPr id="9" name="Freeform 9"/>
            <p:cNvSpPr/>
            <p:nvPr/>
          </p:nvSpPr>
          <p:spPr>
            <a:xfrm>
              <a:off x="0" y="0"/>
              <a:ext cx="13583047" cy="9129162"/>
            </a:xfrm>
            <a:custGeom>
              <a:avLst/>
              <a:gdLst/>
              <a:ahLst/>
              <a:cxnLst/>
              <a:rect l="l" t="t" r="r" b="b"/>
              <a:pathLst>
                <a:path w="13583047" h="9129162">
                  <a:moveTo>
                    <a:pt x="0" y="0"/>
                  </a:moveTo>
                  <a:lnTo>
                    <a:pt x="13583047" y="0"/>
                  </a:lnTo>
                  <a:lnTo>
                    <a:pt x="13583047" y="9129162"/>
                  </a:lnTo>
                  <a:lnTo>
                    <a:pt x="0" y="9129162"/>
                  </a:lnTo>
                  <a:lnTo>
                    <a:pt x="0" y="0"/>
                  </a:lnTo>
                  <a:close/>
                </a:path>
              </a:pathLst>
            </a:custGeom>
            <a:blipFill>
              <a:blip r:embed="rId4"/>
              <a:stretch>
                <a:fillRect l="-50507" t="-39922" r="-86809" b="-54608"/>
              </a:stretch>
            </a:blipFill>
          </p:spPr>
        </p:sp>
      </p:grpSp>
      <p:grpSp>
        <p:nvGrpSpPr>
          <p:cNvPr id="10" name="Group 10"/>
          <p:cNvGrpSpPr/>
          <p:nvPr/>
        </p:nvGrpSpPr>
        <p:grpSpPr>
          <a:xfrm>
            <a:off x="1028700" y="2728109"/>
            <a:ext cx="3139252" cy="3139252"/>
            <a:chOff x="0" y="0"/>
            <a:chExt cx="4185669" cy="4185669"/>
          </a:xfrm>
        </p:grpSpPr>
        <p:grpSp>
          <p:nvGrpSpPr>
            <p:cNvPr id="11" name="Group 11"/>
            <p:cNvGrpSpPr/>
            <p:nvPr/>
          </p:nvGrpSpPr>
          <p:grpSpPr>
            <a:xfrm>
              <a:off x="0" y="0"/>
              <a:ext cx="4185669" cy="4185669"/>
              <a:chOff x="0" y="0"/>
              <a:chExt cx="13716000" cy="13716000"/>
            </a:xfrm>
          </p:grpSpPr>
          <p:sp>
            <p:nvSpPr>
              <p:cNvPr id="12" name="Freeform 12"/>
              <p:cNvSpPr/>
              <p:nvPr/>
            </p:nvSpPr>
            <p:spPr>
              <a:xfrm>
                <a:off x="0" y="0"/>
                <a:ext cx="13716000" cy="13716000"/>
              </a:xfrm>
              <a:custGeom>
                <a:avLst/>
                <a:gdLst/>
                <a:ahLst/>
                <a:cxnLst/>
                <a:rect l="l" t="t" r="r" b="b"/>
                <a:pathLst>
                  <a:path w="13716000" h="13716000">
                    <a:moveTo>
                      <a:pt x="13716000" y="6858000"/>
                    </a:moveTo>
                    <a:cubicBezTo>
                      <a:pt x="13716000" y="4966885"/>
                      <a:pt x="12195997" y="3431050"/>
                      <a:pt x="10311096" y="3404904"/>
                    </a:cubicBezTo>
                    <a:cubicBezTo>
                      <a:pt x="10284951" y="1520002"/>
                      <a:pt x="8749115" y="0"/>
                      <a:pt x="6858000" y="0"/>
                    </a:cubicBezTo>
                    <a:cubicBezTo>
                      <a:pt x="4966885" y="0"/>
                      <a:pt x="3431050" y="1520002"/>
                      <a:pt x="3404904" y="3404904"/>
                    </a:cubicBezTo>
                    <a:cubicBezTo>
                      <a:pt x="1520003" y="3431050"/>
                      <a:pt x="0" y="4966885"/>
                      <a:pt x="0" y="6858000"/>
                    </a:cubicBezTo>
                    <a:cubicBezTo>
                      <a:pt x="0" y="8749116"/>
                      <a:pt x="1520003" y="10284951"/>
                      <a:pt x="3404904" y="10311095"/>
                    </a:cubicBezTo>
                    <a:cubicBezTo>
                      <a:pt x="3431050" y="12195998"/>
                      <a:pt x="4966885" y="13716000"/>
                      <a:pt x="6858000" y="13716000"/>
                    </a:cubicBezTo>
                    <a:cubicBezTo>
                      <a:pt x="8749116" y="13716000"/>
                      <a:pt x="10284951" y="12195998"/>
                      <a:pt x="10311095" y="10311095"/>
                    </a:cubicBezTo>
                    <a:cubicBezTo>
                      <a:pt x="12195997" y="10284951"/>
                      <a:pt x="13716000" y="8749114"/>
                      <a:pt x="13716000" y="6858000"/>
                    </a:cubicBezTo>
                    <a:close/>
                  </a:path>
                </a:pathLst>
              </a:custGeom>
              <a:solidFill>
                <a:srgbClr val="DBCDB3">
                  <a:alpha val="21961"/>
                </a:srgbClr>
              </a:solidFill>
              <a:ln w="12700">
                <a:noFill/>
              </a:ln>
            </p:spPr>
          </p:sp>
        </p:grpSp>
        <p:grpSp>
          <p:nvGrpSpPr>
            <p:cNvPr id="13" name="Group 13"/>
            <p:cNvGrpSpPr/>
            <p:nvPr/>
          </p:nvGrpSpPr>
          <p:grpSpPr>
            <a:xfrm>
              <a:off x="345154" y="345154"/>
              <a:ext cx="3495361" cy="3495361"/>
              <a:chOff x="0" y="0"/>
              <a:chExt cx="13716000" cy="13716000"/>
            </a:xfrm>
          </p:grpSpPr>
          <p:sp>
            <p:nvSpPr>
              <p:cNvPr id="14" name="Freeform 14"/>
              <p:cNvSpPr/>
              <p:nvPr/>
            </p:nvSpPr>
            <p:spPr>
              <a:xfrm>
                <a:off x="0" y="0"/>
                <a:ext cx="13716000" cy="13716000"/>
              </a:xfrm>
              <a:custGeom>
                <a:avLst/>
                <a:gdLst/>
                <a:ahLst/>
                <a:cxnLst/>
                <a:rect l="l" t="t" r="r" b="b"/>
                <a:pathLst>
                  <a:path w="13716000" h="13716000">
                    <a:moveTo>
                      <a:pt x="13716000" y="6858000"/>
                    </a:moveTo>
                    <a:cubicBezTo>
                      <a:pt x="13716000" y="4966885"/>
                      <a:pt x="12195997" y="3431050"/>
                      <a:pt x="10311096" y="3404904"/>
                    </a:cubicBezTo>
                    <a:cubicBezTo>
                      <a:pt x="10284951" y="1520002"/>
                      <a:pt x="8749115" y="0"/>
                      <a:pt x="6858000" y="0"/>
                    </a:cubicBezTo>
                    <a:cubicBezTo>
                      <a:pt x="4966885" y="0"/>
                      <a:pt x="3431050" y="1520002"/>
                      <a:pt x="3404904" y="3404904"/>
                    </a:cubicBezTo>
                    <a:cubicBezTo>
                      <a:pt x="1520003" y="3431050"/>
                      <a:pt x="0" y="4966885"/>
                      <a:pt x="0" y="6858000"/>
                    </a:cubicBezTo>
                    <a:cubicBezTo>
                      <a:pt x="0" y="8749116"/>
                      <a:pt x="1520003" y="10284951"/>
                      <a:pt x="3404904" y="10311095"/>
                    </a:cubicBezTo>
                    <a:cubicBezTo>
                      <a:pt x="3431050" y="12195998"/>
                      <a:pt x="4966885" y="13716000"/>
                      <a:pt x="6858000" y="13716000"/>
                    </a:cubicBezTo>
                    <a:cubicBezTo>
                      <a:pt x="8749116" y="13716000"/>
                      <a:pt x="10284951" y="12195998"/>
                      <a:pt x="10311095" y="10311095"/>
                    </a:cubicBezTo>
                    <a:cubicBezTo>
                      <a:pt x="12195997" y="10284951"/>
                      <a:pt x="13716000" y="8749114"/>
                      <a:pt x="13716000" y="6858000"/>
                    </a:cubicBezTo>
                    <a:close/>
                  </a:path>
                </a:pathLst>
              </a:custGeom>
              <a:solidFill>
                <a:srgbClr val="DBCDB3">
                  <a:alpha val="53725"/>
                </a:srgbClr>
              </a:solidFill>
              <a:ln w="12700">
                <a:noFill/>
              </a:ln>
            </p:spPr>
          </p:sp>
        </p:grpSp>
        <p:sp>
          <p:nvSpPr>
            <p:cNvPr id="15" name="TextBox 15"/>
            <p:cNvSpPr txBox="1"/>
            <p:nvPr/>
          </p:nvSpPr>
          <p:spPr>
            <a:xfrm>
              <a:off x="458332" y="1202478"/>
              <a:ext cx="3394548" cy="1844859"/>
            </a:xfrm>
            <a:prstGeom prst="rect">
              <a:avLst/>
            </a:prstGeom>
            <a:ln>
              <a:noFill/>
            </a:ln>
          </p:spPr>
          <p:txBody>
            <a:bodyPr lIns="0" tIns="0" rIns="0" bIns="0" rtlCol="0" anchor="t">
              <a:spAutoFit/>
            </a:bodyPr>
            <a:lstStyle/>
            <a:p>
              <a:pPr algn="ctr">
                <a:lnSpc>
                  <a:spcPts val="10465"/>
                </a:lnSpc>
              </a:pPr>
              <a:r>
                <a:rPr lang="en-US" sz="9515">
                  <a:solidFill>
                    <a:srgbClr val="B95C42"/>
                  </a:solidFill>
                  <a:latin typeface="汉仪许静行楷简" panose="00020600040101010101" charset="-122"/>
                  <a:ea typeface="HYXuJingXingKai" panose="00020600040101010101"/>
                </a:rPr>
                <a:t>肆</a:t>
              </a:r>
            </a:p>
          </p:txBody>
        </p:sp>
      </p:grpSp>
      <p:sp>
        <p:nvSpPr>
          <p:cNvPr id="16" name="Freeform 16"/>
          <p:cNvSpPr/>
          <p:nvPr/>
        </p:nvSpPr>
        <p:spPr>
          <a:xfrm>
            <a:off x="3091666" y="570595"/>
            <a:ext cx="8994471" cy="3214555"/>
          </a:xfrm>
          <a:custGeom>
            <a:avLst/>
            <a:gdLst/>
            <a:ahLst/>
            <a:cxnLst/>
            <a:rect l="l" t="t" r="r" b="b"/>
            <a:pathLst>
              <a:path w="8994471" h="3214555">
                <a:moveTo>
                  <a:pt x="0" y="0"/>
                </a:moveTo>
                <a:lnTo>
                  <a:pt x="8994470" y="0"/>
                </a:lnTo>
                <a:lnTo>
                  <a:pt x="8994470" y="3214554"/>
                </a:lnTo>
                <a:lnTo>
                  <a:pt x="0" y="3214554"/>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7" name="TextBox 17"/>
          <p:cNvSpPr txBox="1"/>
          <p:nvPr/>
        </p:nvSpPr>
        <p:spPr>
          <a:xfrm>
            <a:off x="1283611" y="6886795"/>
            <a:ext cx="8077945" cy="1388111"/>
          </a:xfrm>
          <a:prstGeom prst="rect">
            <a:avLst/>
          </a:prstGeom>
        </p:spPr>
        <p:txBody>
          <a:bodyPr lIns="0" tIns="0" rIns="0" bIns="0" rtlCol="0" anchor="t">
            <a:spAutoFit/>
          </a:bodyPr>
          <a:lstStyle/>
          <a:p>
            <a:pPr algn="ctr">
              <a:lnSpc>
                <a:spcPts val="10400"/>
              </a:lnSpc>
            </a:pPr>
            <a:r>
              <a:rPr lang="en-US" sz="10400">
                <a:solidFill>
                  <a:srgbClr val="22211E"/>
                </a:solidFill>
                <a:latin typeface="汉仪许静行楷简" panose="00020600040101010101" charset="-122"/>
                <a:ea typeface="HYXuJingXingKai" panose="00020600040101010101"/>
              </a:rPr>
              <a:t>请输入标题</a:t>
            </a:r>
          </a:p>
        </p:txBody>
      </p:sp>
      <p:pic>
        <p:nvPicPr>
          <p:cNvPr id="20" name="图片 19"/>
          <p:cNvPicPr>
            <a:picLocks noChangeAspect="1"/>
          </p:cNvPicPr>
          <p:nvPr/>
        </p:nvPicPr>
        <p:blipFill rotWithShape="1">
          <a:blip r:embed="rId7">
            <a:extLst>
              <a:ext uri="{28A0092B-C50C-407E-A947-70E740481C1C}">
                <a14:useLocalDpi xmlns:a14="http://schemas.microsoft.com/office/drawing/2010/main" val="0"/>
              </a:ext>
            </a:extLst>
          </a:blip>
          <a:srcRect t="11484" r="7268" b="58112"/>
          <a:stretch/>
        </p:blipFill>
        <p:spPr>
          <a:xfrm>
            <a:off x="14033899" y="216805"/>
            <a:ext cx="4415785" cy="14478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2184" b="-72184"/>
            </a:stretch>
          </a:blipFill>
        </p:spPr>
      </p:sp>
      <p:pic>
        <p:nvPicPr>
          <p:cNvPr id="19" name="图片 18" descr="99"/>
          <p:cNvPicPr>
            <a:picLocks noChangeAspect="1"/>
          </p:cNvPicPr>
          <p:nvPr/>
        </p:nvPicPr>
        <p:blipFill>
          <a:blip r:embed="rId3"/>
          <a:srcRect l="12" t="76" r="49" b="29"/>
          <a:stretch>
            <a:fillRect/>
          </a:stretch>
        </p:blipFill>
        <p:spPr>
          <a:xfrm>
            <a:off x="2209800" y="4918075"/>
            <a:ext cx="16139795" cy="6209030"/>
          </a:xfrm>
          <a:prstGeom prst="rect">
            <a:avLst/>
          </a:prstGeom>
        </p:spPr>
      </p:pic>
      <p:sp>
        <p:nvSpPr>
          <p:cNvPr id="6" name="Freeform 6"/>
          <p:cNvSpPr/>
          <p:nvPr/>
        </p:nvSpPr>
        <p:spPr>
          <a:xfrm flipH="1">
            <a:off x="2301875" y="21590"/>
            <a:ext cx="16257905" cy="11062970"/>
          </a:xfrm>
          <a:custGeom>
            <a:avLst/>
            <a:gdLst/>
            <a:ahLst/>
            <a:cxnLst/>
            <a:rect l="l" t="t" r="r" b="b"/>
            <a:pathLst>
              <a:path w="15985936" h="10238772">
                <a:moveTo>
                  <a:pt x="0" y="0"/>
                </a:moveTo>
                <a:lnTo>
                  <a:pt x="15985936" y="0"/>
                </a:lnTo>
                <a:lnTo>
                  <a:pt x="15985936" y="10238773"/>
                </a:lnTo>
                <a:lnTo>
                  <a:pt x="0" y="10238773"/>
                </a:lnTo>
                <a:lnTo>
                  <a:pt x="0" y="0"/>
                </a:lnTo>
                <a:close/>
              </a:path>
            </a:pathLst>
          </a:custGeom>
          <a:blipFill>
            <a:blip r:embed="rId4"/>
            <a:stretch>
              <a:fillRect l="-12873" t="-1817" b="-2305"/>
            </a:stretch>
          </a:blipFill>
        </p:spPr>
      </p:sp>
      <p:grpSp>
        <p:nvGrpSpPr>
          <p:cNvPr id="3" name="Group 3"/>
          <p:cNvGrpSpPr/>
          <p:nvPr/>
        </p:nvGrpSpPr>
        <p:grpSpPr>
          <a:xfrm>
            <a:off x="1905" y="0"/>
            <a:ext cx="2300605" cy="10336530"/>
            <a:chOff x="0" y="0"/>
            <a:chExt cx="605886" cy="2702284"/>
          </a:xfrm>
        </p:grpSpPr>
        <p:sp>
          <p:nvSpPr>
            <p:cNvPr id="4" name="Freeform 4"/>
            <p:cNvSpPr/>
            <p:nvPr/>
          </p:nvSpPr>
          <p:spPr>
            <a:xfrm>
              <a:off x="0" y="0"/>
              <a:ext cx="605886" cy="2702284"/>
            </a:xfrm>
            <a:custGeom>
              <a:avLst/>
              <a:gdLst/>
              <a:ahLst/>
              <a:cxnLst/>
              <a:rect l="l" t="t" r="r" b="b"/>
              <a:pathLst>
                <a:path w="605886" h="2702284">
                  <a:moveTo>
                    <a:pt x="0" y="0"/>
                  </a:moveTo>
                  <a:lnTo>
                    <a:pt x="605886" y="0"/>
                  </a:lnTo>
                  <a:lnTo>
                    <a:pt x="605886" y="2702284"/>
                  </a:lnTo>
                  <a:lnTo>
                    <a:pt x="0" y="2702284"/>
                  </a:lnTo>
                  <a:close/>
                </a:path>
              </a:pathLst>
            </a:custGeom>
            <a:solidFill>
              <a:srgbClr val="A12B2A"/>
            </a:solidFill>
          </p:spPr>
        </p:sp>
        <p:sp>
          <p:nvSpPr>
            <p:cNvPr id="5" name="TextBox 5"/>
            <p:cNvSpPr txBox="1"/>
            <p:nvPr/>
          </p:nvSpPr>
          <p:spPr>
            <a:xfrm>
              <a:off x="0" y="-47625"/>
              <a:ext cx="605886" cy="2749909"/>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sp>
        <p:nvSpPr>
          <p:cNvPr id="7" name="TextBox 7"/>
          <p:cNvSpPr txBox="1"/>
          <p:nvPr/>
        </p:nvSpPr>
        <p:spPr>
          <a:xfrm>
            <a:off x="75887" y="1897380"/>
            <a:ext cx="2300472" cy="8515350"/>
          </a:xfrm>
          <a:prstGeom prst="rect">
            <a:avLst/>
          </a:prstGeom>
        </p:spPr>
        <p:txBody>
          <a:bodyPr wrap="square" lIns="0" tIns="0" rIns="0" bIns="0" rtlCol="0" anchor="t">
            <a:spAutoFit/>
          </a:bodyPr>
          <a:lstStyle/>
          <a:p>
            <a:pPr>
              <a:lnSpc>
                <a:spcPts val="8300"/>
              </a:lnSpc>
            </a:pPr>
            <a:r>
              <a:rPr lang="en-US" sz="8300" spc="-448">
                <a:solidFill>
                  <a:srgbClr val="22211E">
                    <a:alpha val="6667"/>
                  </a:srgbClr>
                </a:solidFill>
                <a:latin typeface="汉仪许静行楷简" panose="00020600040101010101" charset="-122"/>
                <a:ea typeface="HYQinChuanFeiYing" panose="00020600040101010101"/>
              </a:rPr>
              <a:t>海纳江河启真厚德开物前民树我邦国</a:t>
            </a:r>
          </a:p>
        </p:txBody>
      </p:sp>
      <p:sp>
        <p:nvSpPr>
          <p:cNvPr id="9" name="Freeform 9"/>
          <p:cNvSpPr/>
          <p:nvPr/>
        </p:nvSpPr>
        <p:spPr>
          <a:xfrm rot="5400000">
            <a:off x="6197611" y="4852265"/>
            <a:ext cx="4114800" cy="183039"/>
          </a:xfrm>
          <a:custGeom>
            <a:avLst/>
            <a:gdLst/>
            <a:ahLst/>
            <a:cxnLst/>
            <a:rect l="l" t="t" r="r" b="b"/>
            <a:pathLst>
              <a:path w="4114800" h="183039">
                <a:moveTo>
                  <a:pt x="0" y="0"/>
                </a:moveTo>
                <a:lnTo>
                  <a:pt x="4114800" y="0"/>
                </a:lnTo>
                <a:lnTo>
                  <a:pt x="4114800" y="183039"/>
                </a:lnTo>
                <a:lnTo>
                  <a:pt x="0" y="183039"/>
                </a:lnTo>
                <a:lnTo>
                  <a:pt x="0" y="0"/>
                </a:lnTo>
                <a:close/>
              </a:path>
            </a:pathLst>
          </a:custGeom>
          <a:blipFill>
            <a:blip r:embed="rId5">
              <a:extLst>
                <a:ext uri="{96DAC541-7B7A-43D3-8B79-37D633B846F1}">
                  <asvg:svgBlip xmlns="" xmlns:asvg="http://schemas.microsoft.com/office/drawing/2016/SVG/main" r:embed="rId6"/>
                </a:ext>
              </a:extLst>
            </a:blip>
            <a:stretch>
              <a:fillRect b="-157503"/>
            </a:stretch>
          </a:blipFill>
        </p:spPr>
      </p:sp>
      <p:sp>
        <p:nvSpPr>
          <p:cNvPr id="10" name="Freeform 10"/>
          <p:cNvSpPr/>
          <p:nvPr/>
        </p:nvSpPr>
        <p:spPr>
          <a:xfrm rot="5400000">
            <a:off x="11603692" y="3809701"/>
            <a:ext cx="4114800" cy="183039"/>
          </a:xfrm>
          <a:custGeom>
            <a:avLst/>
            <a:gdLst/>
            <a:ahLst/>
            <a:cxnLst/>
            <a:rect l="l" t="t" r="r" b="b"/>
            <a:pathLst>
              <a:path w="4114800" h="183039">
                <a:moveTo>
                  <a:pt x="0" y="0"/>
                </a:moveTo>
                <a:lnTo>
                  <a:pt x="4114800" y="0"/>
                </a:lnTo>
                <a:lnTo>
                  <a:pt x="4114800" y="183038"/>
                </a:lnTo>
                <a:lnTo>
                  <a:pt x="0" y="183038"/>
                </a:lnTo>
                <a:lnTo>
                  <a:pt x="0" y="0"/>
                </a:lnTo>
                <a:close/>
              </a:path>
            </a:pathLst>
          </a:custGeom>
          <a:blipFill>
            <a:blip r:embed="rId5">
              <a:extLst>
                <a:ext uri="{96DAC541-7B7A-43D3-8B79-37D633B846F1}">
                  <asvg:svgBlip xmlns="" xmlns:asvg="http://schemas.microsoft.com/office/drawing/2016/SVG/main" r:embed="rId6"/>
                </a:ext>
              </a:extLst>
            </a:blip>
            <a:stretch>
              <a:fillRect b="-157503"/>
            </a:stretch>
          </a:blipFill>
        </p:spPr>
      </p:sp>
      <p:sp>
        <p:nvSpPr>
          <p:cNvPr id="11" name="Freeform 11"/>
          <p:cNvSpPr/>
          <p:nvPr/>
        </p:nvSpPr>
        <p:spPr>
          <a:xfrm rot="5400000">
            <a:off x="794560" y="5867101"/>
            <a:ext cx="4114800" cy="183039"/>
          </a:xfrm>
          <a:custGeom>
            <a:avLst/>
            <a:gdLst/>
            <a:ahLst/>
            <a:cxnLst/>
            <a:rect l="l" t="t" r="r" b="b"/>
            <a:pathLst>
              <a:path w="4114800" h="183039">
                <a:moveTo>
                  <a:pt x="0" y="0"/>
                </a:moveTo>
                <a:lnTo>
                  <a:pt x="4114800" y="0"/>
                </a:lnTo>
                <a:lnTo>
                  <a:pt x="4114800" y="183038"/>
                </a:lnTo>
                <a:lnTo>
                  <a:pt x="0" y="183038"/>
                </a:lnTo>
                <a:lnTo>
                  <a:pt x="0" y="0"/>
                </a:lnTo>
                <a:close/>
              </a:path>
            </a:pathLst>
          </a:custGeom>
          <a:blipFill>
            <a:blip r:embed="rId5">
              <a:extLst>
                <a:ext uri="{96DAC541-7B7A-43D3-8B79-37D633B846F1}">
                  <asvg:svgBlip xmlns="" xmlns:asvg="http://schemas.microsoft.com/office/drawing/2016/SVG/main" r:embed="rId6"/>
                </a:ext>
              </a:extLst>
            </a:blip>
            <a:stretch>
              <a:fillRect b="-157503"/>
            </a:stretch>
          </a:blipFill>
        </p:spPr>
      </p:sp>
      <p:sp>
        <p:nvSpPr>
          <p:cNvPr id="13" name="TextBox 13"/>
          <p:cNvSpPr txBox="1"/>
          <p:nvPr/>
        </p:nvSpPr>
        <p:spPr>
          <a:xfrm>
            <a:off x="8692461" y="3890686"/>
            <a:ext cx="3734112" cy="2153920"/>
          </a:xfrm>
          <a:prstGeom prst="rect">
            <a:avLst/>
          </a:prstGeom>
        </p:spPr>
        <p:txBody>
          <a:bodyPr lIns="0" tIns="0" rIns="0" bIns="0" rtlCol="0" anchor="t">
            <a:spAutoFit/>
          </a:bodyPr>
          <a:lstStyle/>
          <a:p>
            <a:pPr algn="just">
              <a:lnSpc>
                <a:spcPts val="3360"/>
              </a:lnSpc>
              <a:spcBef>
                <a:spcPct val="0"/>
              </a:spcBef>
            </a:pPr>
            <a:r>
              <a:rPr lang="en-US" sz="2100">
                <a:solidFill>
                  <a:srgbClr val="000000"/>
                </a:solidFill>
                <a:latin typeface="汉仪许静行楷简" panose="00020600040101010101" charset="-122"/>
                <a:ea typeface="汉仪许静行楷简" panose="00020600040101010101" charset="-122"/>
                <a:sym typeface="+mn-ea"/>
              </a:rPr>
              <a:t>此处输入你的正文，文字是您理想的提炼，为了最终演示的良好效果，正文尽量简明扼要，内容可酌情增减文字，以便观者可以清楚理解您所传达的信息。</a:t>
            </a:r>
            <a:endParaRPr lang="en-US" sz="2100">
              <a:solidFill>
                <a:srgbClr val="000000"/>
              </a:solidFill>
              <a:latin typeface="汉仪许静行楷简" panose="00020600040101010101" charset="-122"/>
              <a:ea typeface="HYXuJingXingKai" panose="00020600040101010101"/>
            </a:endParaRPr>
          </a:p>
        </p:txBody>
      </p:sp>
      <p:sp>
        <p:nvSpPr>
          <p:cNvPr id="14" name="TextBox 14"/>
          <p:cNvSpPr txBox="1"/>
          <p:nvPr/>
        </p:nvSpPr>
        <p:spPr>
          <a:xfrm>
            <a:off x="8692461" y="3029097"/>
            <a:ext cx="3734112" cy="622935"/>
          </a:xfrm>
          <a:prstGeom prst="rect">
            <a:avLst/>
          </a:prstGeom>
        </p:spPr>
        <p:txBody>
          <a:bodyPr lIns="0" tIns="0" rIns="0" bIns="0" rtlCol="0" anchor="t">
            <a:spAutoFit/>
          </a:bodyPr>
          <a:lstStyle/>
          <a:p>
            <a:pPr>
              <a:lnSpc>
                <a:spcPts val="5040"/>
              </a:lnSpc>
            </a:pPr>
            <a:r>
              <a:rPr lang="en-US" sz="3600">
                <a:solidFill>
                  <a:srgbClr val="B95C42"/>
                </a:solidFill>
                <a:latin typeface="汉仪许静行楷简" panose="00020600040101010101" charset="-122"/>
                <a:ea typeface="HYXuJingXingKai" panose="00020600040101010101"/>
              </a:rPr>
              <a:t>请输入内容</a:t>
            </a:r>
          </a:p>
        </p:txBody>
      </p:sp>
      <p:sp>
        <p:nvSpPr>
          <p:cNvPr id="15" name="TextBox 15"/>
          <p:cNvSpPr txBox="1"/>
          <p:nvPr/>
        </p:nvSpPr>
        <p:spPr>
          <a:xfrm>
            <a:off x="14101574" y="2707941"/>
            <a:ext cx="3734112" cy="2153920"/>
          </a:xfrm>
          <a:prstGeom prst="rect">
            <a:avLst/>
          </a:prstGeom>
        </p:spPr>
        <p:txBody>
          <a:bodyPr lIns="0" tIns="0" rIns="0" bIns="0" rtlCol="0" anchor="t">
            <a:spAutoFit/>
          </a:bodyPr>
          <a:lstStyle/>
          <a:p>
            <a:pPr algn="just">
              <a:lnSpc>
                <a:spcPts val="3360"/>
              </a:lnSpc>
              <a:spcBef>
                <a:spcPct val="0"/>
              </a:spcBef>
            </a:pPr>
            <a:r>
              <a:rPr lang="en-US" sz="2100">
                <a:solidFill>
                  <a:srgbClr val="000000"/>
                </a:solidFill>
                <a:latin typeface="汉仪许静行楷简" panose="00020600040101010101" charset="-122"/>
                <a:ea typeface="汉仪许静行楷简" panose="00020600040101010101" charset="-122"/>
                <a:sym typeface="+mn-ea"/>
              </a:rPr>
              <a:t>此处输入你的正文，文字是您理想的提炼，为了最终演示的良好效果，正文尽量简明扼要，内容可酌情增减文字，以便观者可以清楚理解您所传达的信息。</a:t>
            </a:r>
            <a:endParaRPr lang="en-US" sz="2100">
              <a:solidFill>
                <a:srgbClr val="000000"/>
              </a:solidFill>
              <a:latin typeface="汉仪许静行楷简" panose="00020600040101010101" charset="-122"/>
              <a:ea typeface="HYXuJingXingKai" panose="00020600040101010101"/>
            </a:endParaRPr>
          </a:p>
        </p:txBody>
      </p:sp>
      <p:sp>
        <p:nvSpPr>
          <p:cNvPr id="16" name="TextBox 16"/>
          <p:cNvSpPr txBox="1"/>
          <p:nvPr/>
        </p:nvSpPr>
        <p:spPr>
          <a:xfrm>
            <a:off x="14101574" y="1873733"/>
            <a:ext cx="3734112" cy="622935"/>
          </a:xfrm>
          <a:prstGeom prst="rect">
            <a:avLst/>
          </a:prstGeom>
        </p:spPr>
        <p:txBody>
          <a:bodyPr lIns="0" tIns="0" rIns="0" bIns="0" rtlCol="0" anchor="t">
            <a:spAutoFit/>
          </a:bodyPr>
          <a:lstStyle/>
          <a:p>
            <a:pPr>
              <a:lnSpc>
                <a:spcPts val="5040"/>
              </a:lnSpc>
            </a:pPr>
            <a:r>
              <a:rPr lang="en-US" sz="3600">
                <a:solidFill>
                  <a:srgbClr val="B95C42"/>
                </a:solidFill>
                <a:latin typeface="汉仪许静行楷简" panose="00020600040101010101" charset="-122"/>
                <a:ea typeface="HYXuJingXingKai" panose="00020600040101010101"/>
              </a:rPr>
              <a:t>请输入内容</a:t>
            </a:r>
          </a:p>
        </p:txBody>
      </p:sp>
      <p:sp>
        <p:nvSpPr>
          <p:cNvPr id="17" name="TextBox 17"/>
          <p:cNvSpPr txBox="1"/>
          <p:nvPr/>
        </p:nvSpPr>
        <p:spPr>
          <a:xfrm>
            <a:off x="3286380" y="4146322"/>
            <a:ext cx="3734112" cy="622935"/>
          </a:xfrm>
          <a:prstGeom prst="rect">
            <a:avLst/>
          </a:prstGeom>
        </p:spPr>
        <p:txBody>
          <a:bodyPr lIns="0" tIns="0" rIns="0" bIns="0" rtlCol="0" anchor="t">
            <a:spAutoFit/>
          </a:bodyPr>
          <a:lstStyle/>
          <a:p>
            <a:pPr>
              <a:lnSpc>
                <a:spcPts val="5040"/>
              </a:lnSpc>
            </a:pPr>
            <a:r>
              <a:rPr lang="en-US" sz="3600">
                <a:solidFill>
                  <a:srgbClr val="B95C42"/>
                </a:solidFill>
                <a:latin typeface="汉仪许静行楷简" panose="00020600040101010101" charset="-122"/>
                <a:ea typeface="HYXuJingXingKai" panose="00020600040101010101"/>
              </a:rPr>
              <a:t>请输入内容</a:t>
            </a:r>
          </a:p>
        </p:txBody>
      </p:sp>
      <p:sp>
        <p:nvSpPr>
          <p:cNvPr id="18" name="TextBox 18"/>
          <p:cNvSpPr txBox="1"/>
          <p:nvPr/>
        </p:nvSpPr>
        <p:spPr>
          <a:xfrm>
            <a:off x="3286380" y="4918432"/>
            <a:ext cx="3734112" cy="2153920"/>
          </a:xfrm>
          <a:prstGeom prst="rect">
            <a:avLst/>
          </a:prstGeom>
        </p:spPr>
        <p:txBody>
          <a:bodyPr lIns="0" tIns="0" rIns="0" bIns="0" rtlCol="0" anchor="t">
            <a:spAutoFit/>
          </a:bodyPr>
          <a:lstStyle/>
          <a:p>
            <a:pPr algn="just">
              <a:lnSpc>
                <a:spcPts val="3360"/>
              </a:lnSpc>
              <a:spcBef>
                <a:spcPct val="0"/>
              </a:spcBef>
            </a:pPr>
            <a:r>
              <a:rPr lang="en-US" sz="2100">
                <a:solidFill>
                  <a:srgbClr val="000000"/>
                </a:solidFill>
                <a:latin typeface="汉仪许静行楷简" panose="00020600040101010101" charset="-122"/>
                <a:ea typeface="汉仪许静行楷简" panose="00020600040101010101" charset="-122"/>
                <a:sym typeface="+mn-ea"/>
              </a:rPr>
              <a:t>此处输入你的正文，文字是您理想的提炼，为了最终演示的良好效果，正文尽量简明扼要，内容可酌情增减文字，以便观者可以清楚理解您所传达的信息。</a:t>
            </a:r>
            <a:endParaRPr lang="en-US" sz="2100">
              <a:solidFill>
                <a:srgbClr val="000000"/>
              </a:solidFill>
              <a:latin typeface="汉仪许静行楷简" panose="00020600040101010101" charset="-122"/>
              <a:ea typeface="HYXuJingXingKai" panose="00020600040101010101"/>
            </a:endParaRPr>
          </a:p>
        </p:txBody>
      </p:sp>
      <p:pic>
        <p:nvPicPr>
          <p:cNvPr id="27" name="object 7"/>
          <p:cNvPicPr/>
          <p:nvPr/>
        </p:nvPicPr>
        <p:blipFill>
          <a:blip r:embed="rId7" cstate="print"/>
          <a:stretch>
            <a:fillRect/>
          </a:stretch>
        </p:blipFill>
        <p:spPr>
          <a:xfrm>
            <a:off x="1592" y="28575"/>
            <a:ext cx="8162924" cy="3900908"/>
          </a:xfrm>
          <a:prstGeom prst="rect">
            <a:avLst/>
          </a:prstGeom>
        </p:spPr>
      </p:pic>
      <p:pic>
        <p:nvPicPr>
          <p:cNvPr id="26" name="object 16"/>
          <p:cNvPicPr/>
          <p:nvPr/>
        </p:nvPicPr>
        <p:blipFill>
          <a:blip r:embed="rId8" cstate="print"/>
          <a:stretch>
            <a:fillRect/>
          </a:stretch>
        </p:blipFill>
        <p:spPr>
          <a:xfrm>
            <a:off x="3286125" y="1650365"/>
            <a:ext cx="1685925" cy="1543050"/>
          </a:xfrm>
          <a:prstGeom prst="rect">
            <a:avLst/>
          </a:prstGeom>
        </p:spPr>
      </p:pic>
      <p:pic>
        <p:nvPicPr>
          <p:cNvPr id="24" name="图片 23"/>
          <p:cNvPicPr>
            <a:picLocks noChangeAspect="1"/>
          </p:cNvPicPr>
          <p:nvPr/>
        </p:nvPicPr>
        <p:blipFill rotWithShape="1">
          <a:blip r:embed="rId9">
            <a:extLst>
              <a:ext uri="{28A0092B-C50C-407E-A947-70E740481C1C}">
                <a14:useLocalDpi xmlns:a14="http://schemas.microsoft.com/office/drawing/2010/main" val="0"/>
              </a:ext>
            </a:extLst>
          </a:blip>
          <a:srcRect t="33998" b="30798"/>
          <a:stretch/>
        </p:blipFill>
        <p:spPr>
          <a:xfrm>
            <a:off x="14399025" y="285081"/>
            <a:ext cx="3557435" cy="1252373"/>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2184" b="-72184"/>
            </a:stretch>
          </a:blipFill>
        </p:spPr>
      </p:sp>
      <p:sp>
        <p:nvSpPr>
          <p:cNvPr id="35" name="Freeform 3"/>
          <p:cNvSpPr/>
          <p:nvPr/>
        </p:nvSpPr>
        <p:spPr>
          <a:xfrm>
            <a:off x="0" y="-444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21" b="-16896"/>
            </a:stretch>
          </a:blipFill>
        </p:spPr>
      </p:sp>
      <p:grpSp>
        <p:nvGrpSpPr>
          <p:cNvPr id="4" name="Group 4"/>
          <p:cNvGrpSpPr/>
          <p:nvPr/>
        </p:nvGrpSpPr>
        <p:grpSpPr>
          <a:xfrm rot="5407792">
            <a:off x="6089028" y="-2488712"/>
            <a:ext cx="6470965" cy="16194197"/>
            <a:chOff x="0" y="0"/>
            <a:chExt cx="1196694" cy="2994840"/>
          </a:xfrm>
        </p:grpSpPr>
        <p:sp>
          <p:nvSpPr>
            <p:cNvPr id="5" name="Freeform 5"/>
            <p:cNvSpPr/>
            <p:nvPr/>
          </p:nvSpPr>
          <p:spPr>
            <a:xfrm>
              <a:off x="0" y="0"/>
              <a:ext cx="1196694" cy="2994840"/>
            </a:xfrm>
            <a:custGeom>
              <a:avLst/>
              <a:gdLst/>
              <a:ahLst/>
              <a:cxnLst/>
              <a:rect l="l" t="t" r="r" b="b"/>
              <a:pathLst>
                <a:path w="1196694" h="2994840">
                  <a:moveTo>
                    <a:pt x="0" y="0"/>
                  </a:moveTo>
                  <a:lnTo>
                    <a:pt x="1196694" y="0"/>
                  </a:lnTo>
                  <a:lnTo>
                    <a:pt x="1196694" y="2994840"/>
                  </a:lnTo>
                  <a:lnTo>
                    <a:pt x="0" y="2994840"/>
                  </a:lnTo>
                  <a:close/>
                </a:path>
              </a:pathLst>
            </a:custGeom>
            <a:solidFill>
              <a:srgbClr val="000000">
                <a:alpha val="80000"/>
              </a:srgbClr>
            </a:solidFill>
          </p:spPr>
        </p:sp>
        <p:sp>
          <p:nvSpPr>
            <p:cNvPr id="6" name="TextBox 6"/>
            <p:cNvSpPr txBox="1"/>
            <p:nvPr/>
          </p:nvSpPr>
          <p:spPr>
            <a:xfrm>
              <a:off x="0" y="-47625"/>
              <a:ext cx="1196694" cy="3042465"/>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7" name="Group 7"/>
          <p:cNvGrpSpPr/>
          <p:nvPr/>
        </p:nvGrpSpPr>
        <p:grpSpPr>
          <a:xfrm>
            <a:off x="1996310" y="4893170"/>
            <a:ext cx="4232344" cy="690771"/>
            <a:chOff x="0" y="0"/>
            <a:chExt cx="1019007" cy="166315"/>
          </a:xfrm>
        </p:grpSpPr>
        <p:sp>
          <p:nvSpPr>
            <p:cNvPr id="8" name="Freeform 8"/>
            <p:cNvSpPr/>
            <p:nvPr/>
          </p:nvSpPr>
          <p:spPr>
            <a:xfrm>
              <a:off x="0" y="0"/>
              <a:ext cx="1019007" cy="166315"/>
            </a:xfrm>
            <a:custGeom>
              <a:avLst/>
              <a:gdLst/>
              <a:ahLst/>
              <a:cxnLst/>
              <a:rect l="l" t="t" r="r" b="b"/>
              <a:pathLst>
                <a:path w="1019007" h="166315">
                  <a:moveTo>
                    <a:pt x="0" y="0"/>
                  </a:moveTo>
                  <a:lnTo>
                    <a:pt x="1019007" y="0"/>
                  </a:lnTo>
                  <a:lnTo>
                    <a:pt x="1019007" y="166315"/>
                  </a:lnTo>
                  <a:lnTo>
                    <a:pt x="0" y="166315"/>
                  </a:lnTo>
                  <a:close/>
                </a:path>
              </a:pathLst>
            </a:custGeom>
            <a:solidFill>
              <a:srgbClr val="79232A"/>
            </a:solidFill>
          </p:spPr>
        </p:sp>
        <p:sp>
          <p:nvSpPr>
            <p:cNvPr id="9" name="TextBox 9"/>
            <p:cNvSpPr txBox="1"/>
            <p:nvPr/>
          </p:nvSpPr>
          <p:spPr>
            <a:xfrm>
              <a:off x="0" y="-47625"/>
              <a:ext cx="1019007" cy="213940"/>
            </a:xfrm>
            <a:prstGeom prst="rect">
              <a:avLst/>
            </a:prstGeom>
          </p:spPr>
          <p:txBody>
            <a:bodyPr lIns="50800" tIns="50800" rIns="50800" bIns="50800" rtlCol="0" anchor="ctr"/>
            <a:lstStyle/>
            <a:p>
              <a:pPr algn="ctr">
                <a:lnSpc>
                  <a:spcPts val="2660"/>
                </a:lnSpc>
              </a:pPr>
              <a:endParaRPr>
                <a:latin typeface="汉仪许静行楷简" panose="00020600040101010101" charset="-122"/>
              </a:endParaRPr>
            </a:p>
          </p:txBody>
        </p:sp>
      </p:grpSp>
      <p:grpSp>
        <p:nvGrpSpPr>
          <p:cNvPr id="10" name="Group 10"/>
          <p:cNvGrpSpPr/>
          <p:nvPr/>
        </p:nvGrpSpPr>
        <p:grpSpPr>
          <a:xfrm>
            <a:off x="3293428" y="2583057"/>
            <a:ext cx="1638106" cy="163810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3636"/>
            </a:solidFill>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latin typeface="汉仪许静行楷简" panose="00020600040101010101" charset="-122"/>
              </a:endParaRPr>
            </a:p>
          </p:txBody>
        </p:sp>
      </p:grpSp>
      <p:grpSp>
        <p:nvGrpSpPr>
          <p:cNvPr id="13" name="Group 13"/>
          <p:cNvGrpSpPr/>
          <p:nvPr/>
        </p:nvGrpSpPr>
        <p:grpSpPr>
          <a:xfrm>
            <a:off x="7142128" y="4893170"/>
            <a:ext cx="4232344" cy="690771"/>
            <a:chOff x="0" y="0"/>
            <a:chExt cx="1019007" cy="166315"/>
          </a:xfrm>
        </p:grpSpPr>
        <p:sp>
          <p:nvSpPr>
            <p:cNvPr id="14" name="Freeform 14"/>
            <p:cNvSpPr/>
            <p:nvPr/>
          </p:nvSpPr>
          <p:spPr>
            <a:xfrm>
              <a:off x="0" y="0"/>
              <a:ext cx="1019007" cy="166315"/>
            </a:xfrm>
            <a:custGeom>
              <a:avLst/>
              <a:gdLst/>
              <a:ahLst/>
              <a:cxnLst/>
              <a:rect l="l" t="t" r="r" b="b"/>
              <a:pathLst>
                <a:path w="1019007" h="166315">
                  <a:moveTo>
                    <a:pt x="0" y="0"/>
                  </a:moveTo>
                  <a:lnTo>
                    <a:pt x="1019007" y="0"/>
                  </a:lnTo>
                  <a:lnTo>
                    <a:pt x="1019007" y="166315"/>
                  </a:lnTo>
                  <a:lnTo>
                    <a:pt x="0" y="166315"/>
                  </a:lnTo>
                  <a:close/>
                </a:path>
              </a:pathLst>
            </a:custGeom>
            <a:solidFill>
              <a:srgbClr val="79232A"/>
            </a:solidFill>
          </p:spPr>
        </p:sp>
        <p:sp>
          <p:nvSpPr>
            <p:cNvPr id="15" name="TextBox 15"/>
            <p:cNvSpPr txBox="1"/>
            <p:nvPr/>
          </p:nvSpPr>
          <p:spPr>
            <a:xfrm>
              <a:off x="0" y="-47625"/>
              <a:ext cx="1019007" cy="213940"/>
            </a:xfrm>
            <a:prstGeom prst="rect">
              <a:avLst/>
            </a:prstGeom>
          </p:spPr>
          <p:txBody>
            <a:bodyPr lIns="50800" tIns="50800" rIns="50800" bIns="50800" rtlCol="0" anchor="ctr"/>
            <a:lstStyle/>
            <a:p>
              <a:pPr algn="ctr">
                <a:lnSpc>
                  <a:spcPts val="2660"/>
                </a:lnSpc>
              </a:pPr>
              <a:endParaRPr>
                <a:latin typeface="汉仪许静行楷简" panose="00020600040101010101" charset="-122"/>
              </a:endParaRPr>
            </a:p>
          </p:txBody>
        </p:sp>
      </p:grpSp>
      <p:grpSp>
        <p:nvGrpSpPr>
          <p:cNvPr id="16" name="Group 16"/>
          <p:cNvGrpSpPr/>
          <p:nvPr/>
        </p:nvGrpSpPr>
        <p:grpSpPr>
          <a:xfrm>
            <a:off x="8439247" y="2583057"/>
            <a:ext cx="1638106" cy="1638106"/>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3636"/>
            </a:solidFill>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latin typeface="汉仪许静行楷简" panose="00020600040101010101" charset="-122"/>
              </a:endParaRPr>
            </a:p>
          </p:txBody>
        </p:sp>
      </p:grpSp>
      <p:grpSp>
        <p:nvGrpSpPr>
          <p:cNvPr id="19" name="Group 19"/>
          <p:cNvGrpSpPr/>
          <p:nvPr/>
        </p:nvGrpSpPr>
        <p:grpSpPr>
          <a:xfrm>
            <a:off x="12384122" y="4893170"/>
            <a:ext cx="4232344" cy="690771"/>
            <a:chOff x="0" y="0"/>
            <a:chExt cx="1019007" cy="166315"/>
          </a:xfrm>
        </p:grpSpPr>
        <p:sp>
          <p:nvSpPr>
            <p:cNvPr id="20" name="Freeform 20"/>
            <p:cNvSpPr/>
            <p:nvPr/>
          </p:nvSpPr>
          <p:spPr>
            <a:xfrm>
              <a:off x="0" y="0"/>
              <a:ext cx="1019007" cy="166315"/>
            </a:xfrm>
            <a:custGeom>
              <a:avLst/>
              <a:gdLst/>
              <a:ahLst/>
              <a:cxnLst/>
              <a:rect l="l" t="t" r="r" b="b"/>
              <a:pathLst>
                <a:path w="1019007" h="166315">
                  <a:moveTo>
                    <a:pt x="0" y="0"/>
                  </a:moveTo>
                  <a:lnTo>
                    <a:pt x="1019007" y="0"/>
                  </a:lnTo>
                  <a:lnTo>
                    <a:pt x="1019007" y="166315"/>
                  </a:lnTo>
                  <a:lnTo>
                    <a:pt x="0" y="166315"/>
                  </a:lnTo>
                  <a:close/>
                </a:path>
              </a:pathLst>
            </a:custGeom>
            <a:solidFill>
              <a:srgbClr val="79232A"/>
            </a:solidFill>
          </p:spPr>
        </p:sp>
        <p:sp>
          <p:nvSpPr>
            <p:cNvPr id="21" name="TextBox 21"/>
            <p:cNvSpPr txBox="1"/>
            <p:nvPr/>
          </p:nvSpPr>
          <p:spPr>
            <a:xfrm>
              <a:off x="0" y="-47625"/>
              <a:ext cx="1019007" cy="213940"/>
            </a:xfrm>
            <a:prstGeom prst="rect">
              <a:avLst/>
            </a:prstGeom>
          </p:spPr>
          <p:txBody>
            <a:bodyPr lIns="50800" tIns="50800" rIns="50800" bIns="50800" rtlCol="0" anchor="ctr"/>
            <a:lstStyle/>
            <a:p>
              <a:pPr algn="ctr">
                <a:lnSpc>
                  <a:spcPts val="2660"/>
                </a:lnSpc>
              </a:pPr>
              <a:endParaRPr>
                <a:latin typeface="汉仪许静行楷简" panose="00020600040101010101" charset="-122"/>
              </a:endParaRPr>
            </a:p>
          </p:txBody>
        </p:sp>
      </p:grpSp>
      <p:grpSp>
        <p:nvGrpSpPr>
          <p:cNvPr id="22" name="Group 22"/>
          <p:cNvGrpSpPr/>
          <p:nvPr/>
        </p:nvGrpSpPr>
        <p:grpSpPr>
          <a:xfrm>
            <a:off x="13681241" y="2583057"/>
            <a:ext cx="1638106" cy="1638106"/>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3636"/>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2660"/>
                </a:lnSpc>
              </a:pPr>
              <a:endParaRPr>
                <a:latin typeface="汉仪许静行楷简" panose="00020600040101010101" charset="-122"/>
              </a:endParaRPr>
            </a:p>
          </p:txBody>
        </p:sp>
      </p:grpSp>
      <p:sp>
        <p:nvSpPr>
          <p:cNvPr id="25" name="TextBox 25"/>
          <p:cNvSpPr txBox="1"/>
          <p:nvPr/>
        </p:nvSpPr>
        <p:spPr>
          <a:xfrm>
            <a:off x="2144256" y="4880978"/>
            <a:ext cx="3936451" cy="667385"/>
          </a:xfrm>
          <a:prstGeom prst="rect">
            <a:avLst/>
          </a:prstGeom>
        </p:spPr>
        <p:txBody>
          <a:bodyPr lIns="0" tIns="0" rIns="0" bIns="0" rtlCol="0" anchor="t">
            <a:spAutoFit/>
          </a:bodyPr>
          <a:lstStyle/>
          <a:p>
            <a:pPr algn="ctr">
              <a:lnSpc>
                <a:spcPts val="5205"/>
              </a:lnSpc>
            </a:pPr>
            <a:r>
              <a:rPr lang="zh-CN" altLang="en-US" sz="3720">
                <a:solidFill>
                  <a:srgbClr val="FFFFFF"/>
                </a:solidFill>
                <a:latin typeface="汉仪许静行楷简" panose="00020600040101010101" charset="-122"/>
                <a:ea typeface="HYXuJingXingKai" panose="00020600040101010101"/>
              </a:rPr>
              <a:t>请输入内容</a:t>
            </a:r>
          </a:p>
        </p:txBody>
      </p:sp>
      <p:sp>
        <p:nvSpPr>
          <p:cNvPr id="26" name="TextBox 26"/>
          <p:cNvSpPr txBox="1"/>
          <p:nvPr/>
        </p:nvSpPr>
        <p:spPr>
          <a:xfrm>
            <a:off x="2094092" y="5926523"/>
            <a:ext cx="4036779" cy="2585085"/>
          </a:xfrm>
          <a:prstGeom prst="rect">
            <a:avLst/>
          </a:prstGeom>
        </p:spPr>
        <p:txBody>
          <a:bodyPr lIns="0" tIns="0" rIns="0" bIns="0" rtlCol="0" anchor="t">
            <a:spAutoFit/>
          </a:bodyPr>
          <a:lstStyle/>
          <a:p>
            <a:pPr algn="just">
              <a:lnSpc>
                <a:spcPts val="3360"/>
              </a:lnSpc>
              <a:spcBef>
                <a:spcPct val="0"/>
              </a:spcBef>
            </a:pPr>
            <a:r>
              <a:rPr lang="en-US" sz="2300">
                <a:solidFill>
                  <a:schemeClr val="bg1"/>
                </a:solidFill>
                <a:latin typeface="汉仪许静行楷简" panose="00020600040101010101" charset="-122"/>
                <a:ea typeface="汉仪许静行楷简" panose="00020600040101010101" charset="-122"/>
                <a:sym typeface="+mn-ea"/>
              </a:rPr>
              <a:t>此处输入你的正文，文字是您理想的提炼，为了最终演示的良好效果，正文尽量简明扼要，内容可酌情增减文字，以便观者可以清楚理解您所传达的信息。</a:t>
            </a:r>
          </a:p>
        </p:txBody>
      </p:sp>
      <p:sp>
        <p:nvSpPr>
          <p:cNvPr id="27" name="TextBox 27"/>
          <p:cNvSpPr txBox="1"/>
          <p:nvPr/>
        </p:nvSpPr>
        <p:spPr>
          <a:xfrm>
            <a:off x="3755889" y="2863630"/>
            <a:ext cx="713184" cy="962660"/>
          </a:xfrm>
          <a:prstGeom prst="rect">
            <a:avLst/>
          </a:prstGeom>
        </p:spPr>
        <p:txBody>
          <a:bodyPr lIns="0" tIns="0" rIns="0" bIns="0" rtlCol="0" anchor="t">
            <a:spAutoFit/>
          </a:bodyPr>
          <a:lstStyle/>
          <a:p>
            <a:pPr algn="ctr">
              <a:lnSpc>
                <a:spcPts val="7840"/>
              </a:lnSpc>
            </a:pPr>
            <a:r>
              <a:rPr lang="en-US" sz="5600">
                <a:solidFill>
                  <a:srgbClr val="FFFFFF"/>
                </a:solidFill>
                <a:latin typeface="HYXuJingXingKai" panose="00020600040101010101"/>
              </a:rPr>
              <a:t>01</a:t>
            </a:r>
          </a:p>
        </p:txBody>
      </p:sp>
      <p:sp>
        <p:nvSpPr>
          <p:cNvPr id="28" name="TextBox 28"/>
          <p:cNvSpPr txBox="1"/>
          <p:nvPr/>
        </p:nvSpPr>
        <p:spPr>
          <a:xfrm>
            <a:off x="7290075" y="4880978"/>
            <a:ext cx="3936451" cy="667385"/>
          </a:xfrm>
          <a:prstGeom prst="rect">
            <a:avLst/>
          </a:prstGeom>
        </p:spPr>
        <p:txBody>
          <a:bodyPr lIns="0" tIns="0" rIns="0" bIns="0" rtlCol="0" anchor="t">
            <a:spAutoFit/>
          </a:bodyPr>
          <a:lstStyle/>
          <a:p>
            <a:pPr algn="ctr">
              <a:lnSpc>
                <a:spcPts val="5205"/>
              </a:lnSpc>
            </a:pPr>
            <a:r>
              <a:rPr lang="zh-CN" altLang="en-US" sz="3720">
                <a:solidFill>
                  <a:srgbClr val="FFFFFF"/>
                </a:solidFill>
                <a:latin typeface="汉仪许静行楷简" panose="00020600040101010101" charset="-122"/>
                <a:ea typeface="HYXuJingXingKai" panose="00020600040101010101"/>
                <a:sym typeface="+mn-ea"/>
              </a:rPr>
              <a:t>请输入内容</a:t>
            </a:r>
            <a:endParaRPr lang="en-US" sz="3720">
              <a:solidFill>
                <a:srgbClr val="FFFFFF"/>
              </a:solidFill>
              <a:latin typeface="汉仪许静行楷简" panose="00020600040101010101" charset="-122"/>
              <a:ea typeface="HYXuJingXingKai" panose="00020600040101010101"/>
            </a:endParaRPr>
          </a:p>
        </p:txBody>
      </p:sp>
      <p:sp>
        <p:nvSpPr>
          <p:cNvPr id="29" name="TextBox 29"/>
          <p:cNvSpPr txBox="1"/>
          <p:nvPr/>
        </p:nvSpPr>
        <p:spPr>
          <a:xfrm>
            <a:off x="7239910" y="5926523"/>
            <a:ext cx="4036779" cy="2585085"/>
          </a:xfrm>
          <a:prstGeom prst="rect">
            <a:avLst/>
          </a:prstGeom>
        </p:spPr>
        <p:txBody>
          <a:bodyPr lIns="0" tIns="0" rIns="0" bIns="0" rtlCol="0" anchor="t">
            <a:spAutoFit/>
          </a:bodyPr>
          <a:lstStyle/>
          <a:p>
            <a:pPr algn="just">
              <a:lnSpc>
                <a:spcPts val="3360"/>
              </a:lnSpc>
              <a:spcBef>
                <a:spcPct val="0"/>
              </a:spcBef>
            </a:pPr>
            <a:r>
              <a:rPr lang="en-US" sz="2300">
                <a:solidFill>
                  <a:schemeClr val="bg1"/>
                </a:solidFill>
                <a:latin typeface="汉仪许静行楷简" panose="00020600040101010101" charset="-122"/>
                <a:ea typeface="汉仪许静行楷简" panose="00020600040101010101" charset="-122"/>
                <a:sym typeface="+mn-ea"/>
              </a:rPr>
              <a:t>此处输入你的正文，文字是您理想的提炼，为了最终演示的良好效果，正文尽量简明扼要，内容可酌情增减文字，以便观者可以清楚理解您所传达的信息。</a:t>
            </a:r>
            <a:endParaRPr lang="en-US" sz="2300">
              <a:solidFill>
                <a:srgbClr val="D9D9D9"/>
              </a:solidFill>
              <a:latin typeface="汉仪许静行楷简" panose="00020600040101010101" charset="-122"/>
              <a:ea typeface="HYXuJingXingKai" panose="00020600040101010101"/>
            </a:endParaRPr>
          </a:p>
        </p:txBody>
      </p:sp>
      <p:sp>
        <p:nvSpPr>
          <p:cNvPr id="30" name="TextBox 30"/>
          <p:cNvSpPr txBox="1"/>
          <p:nvPr/>
        </p:nvSpPr>
        <p:spPr>
          <a:xfrm>
            <a:off x="8901708" y="2863630"/>
            <a:ext cx="713184" cy="962660"/>
          </a:xfrm>
          <a:prstGeom prst="rect">
            <a:avLst/>
          </a:prstGeom>
        </p:spPr>
        <p:txBody>
          <a:bodyPr lIns="0" tIns="0" rIns="0" bIns="0" rtlCol="0" anchor="t">
            <a:spAutoFit/>
          </a:bodyPr>
          <a:lstStyle/>
          <a:p>
            <a:pPr algn="ctr">
              <a:lnSpc>
                <a:spcPts val="7840"/>
              </a:lnSpc>
            </a:pPr>
            <a:r>
              <a:rPr lang="en-US" sz="5600">
                <a:solidFill>
                  <a:srgbClr val="FFFFFF"/>
                </a:solidFill>
                <a:latin typeface="HYXuJingXingKai" panose="00020600040101010101"/>
              </a:rPr>
              <a:t>02</a:t>
            </a:r>
          </a:p>
        </p:txBody>
      </p:sp>
      <p:sp>
        <p:nvSpPr>
          <p:cNvPr id="31" name="TextBox 31"/>
          <p:cNvSpPr txBox="1"/>
          <p:nvPr/>
        </p:nvSpPr>
        <p:spPr>
          <a:xfrm>
            <a:off x="12532068" y="4880978"/>
            <a:ext cx="3936451" cy="667385"/>
          </a:xfrm>
          <a:prstGeom prst="rect">
            <a:avLst/>
          </a:prstGeom>
        </p:spPr>
        <p:txBody>
          <a:bodyPr lIns="0" tIns="0" rIns="0" bIns="0" rtlCol="0" anchor="t">
            <a:spAutoFit/>
          </a:bodyPr>
          <a:lstStyle/>
          <a:p>
            <a:pPr algn="ctr">
              <a:lnSpc>
                <a:spcPts val="5205"/>
              </a:lnSpc>
            </a:pPr>
            <a:r>
              <a:rPr lang="zh-CN" altLang="en-US" sz="3720">
                <a:solidFill>
                  <a:srgbClr val="FFFFFF"/>
                </a:solidFill>
                <a:latin typeface="汉仪许静行楷简" panose="00020600040101010101" charset="-122"/>
                <a:ea typeface="HYXuJingXingKai" panose="00020600040101010101"/>
                <a:sym typeface="+mn-ea"/>
              </a:rPr>
              <a:t>请输入内容</a:t>
            </a:r>
            <a:endParaRPr lang="en-US" sz="3720">
              <a:solidFill>
                <a:srgbClr val="FFFFFF"/>
              </a:solidFill>
              <a:latin typeface="汉仪许静行楷简" panose="00020600040101010101" charset="-122"/>
              <a:ea typeface="HYXuJingXingKai" panose="00020600040101010101"/>
            </a:endParaRPr>
          </a:p>
        </p:txBody>
      </p:sp>
      <p:sp>
        <p:nvSpPr>
          <p:cNvPr id="32" name="TextBox 32"/>
          <p:cNvSpPr txBox="1"/>
          <p:nvPr/>
        </p:nvSpPr>
        <p:spPr>
          <a:xfrm>
            <a:off x="12481904" y="5926523"/>
            <a:ext cx="4036779" cy="2585085"/>
          </a:xfrm>
          <a:prstGeom prst="rect">
            <a:avLst/>
          </a:prstGeom>
        </p:spPr>
        <p:txBody>
          <a:bodyPr lIns="0" tIns="0" rIns="0" bIns="0" rtlCol="0" anchor="t">
            <a:spAutoFit/>
          </a:bodyPr>
          <a:lstStyle/>
          <a:p>
            <a:pPr algn="just">
              <a:lnSpc>
                <a:spcPts val="3360"/>
              </a:lnSpc>
              <a:spcBef>
                <a:spcPct val="0"/>
              </a:spcBef>
            </a:pPr>
            <a:r>
              <a:rPr lang="en-US" sz="2300">
                <a:solidFill>
                  <a:schemeClr val="bg1"/>
                </a:solidFill>
                <a:latin typeface="汉仪许静行楷简" panose="00020600040101010101" charset="-122"/>
                <a:ea typeface="汉仪许静行楷简" panose="00020600040101010101" charset="-122"/>
                <a:sym typeface="+mn-ea"/>
              </a:rPr>
              <a:t>此处输入你的正文，文字是您理想的提炼，为了最终演示的良好效果，正文尽量简明扼要，内容可酌情增减文字，以便观者可以清楚理解您所传达的信息。</a:t>
            </a:r>
            <a:endParaRPr lang="en-US" sz="2300">
              <a:solidFill>
                <a:srgbClr val="D9D9D9"/>
              </a:solidFill>
              <a:latin typeface="汉仪许静行楷简" panose="00020600040101010101" charset="-122"/>
              <a:ea typeface="HYXuJingXingKai" panose="00020600040101010101"/>
            </a:endParaRPr>
          </a:p>
        </p:txBody>
      </p:sp>
      <p:sp>
        <p:nvSpPr>
          <p:cNvPr id="33" name="TextBox 33"/>
          <p:cNvSpPr txBox="1"/>
          <p:nvPr/>
        </p:nvSpPr>
        <p:spPr>
          <a:xfrm>
            <a:off x="14143702" y="2863630"/>
            <a:ext cx="713184" cy="962660"/>
          </a:xfrm>
          <a:prstGeom prst="rect">
            <a:avLst/>
          </a:prstGeom>
        </p:spPr>
        <p:txBody>
          <a:bodyPr lIns="0" tIns="0" rIns="0" bIns="0" rtlCol="0" anchor="t">
            <a:spAutoFit/>
          </a:bodyPr>
          <a:lstStyle/>
          <a:p>
            <a:pPr algn="ctr">
              <a:lnSpc>
                <a:spcPts val="7840"/>
              </a:lnSpc>
            </a:pPr>
            <a:r>
              <a:rPr lang="en-US" sz="5600">
                <a:solidFill>
                  <a:srgbClr val="FFFFFF"/>
                </a:solidFill>
                <a:latin typeface="HYXuJingXingKai" panose="00020600040101010101"/>
              </a:rPr>
              <a:t>03</a:t>
            </a:r>
          </a:p>
        </p:txBody>
      </p:sp>
      <p:pic>
        <p:nvPicPr>
          <p:cNvPr id="36" name="图片 35"/>
          <p:cNvPicPr>
            <a:picLocks noChangeAspect="1"/>
          </p:cNvPicPr>
          <p:nvPr/>
        </p:nvPicPr>
        <p:blipFill rotWithShape="1">
          <a:blip r:embed="rId4">
            <a:extLst>
              <a:ext uri="{28A0092B-C50C-407E-A947-70E740481C1C}">
                <a14:useLocalDpi xmlns:a14="http://schemas.microsoft.com/office/drawing/2010/main" val="0"/>
              </a:ext>
            </a:extLst>
          </a:blip>
          <a:srcRect t="11484" r="7268" b="58112"/>
          <a:stretch/>
        </p:blipFill>
        <p:spPr>
          <a:xfrm>
            <a:off x="14033899" y="216805"/>
            <a:ext cx="4415785" cy="14478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2184" b="-72184"/>
            </a:stretch>
          </a:blipFill>
        </p:spPr>
      </p:sp>
      <p:grpSp>
        <p:nvGrpSpPr>
          <p:cNvPr id="3" name="Group 3"/>
          <p:cNvGrpSpPr/>
          <p:nvPr/>
        </p:nvGrpSpPr>
        <p:grpSpPr>
          <a:xfrm>
            <a:off x="11416510" y="2096253"/>
            <a:ext cx="6206063" cy="7218631"/>
            <a:chOff x="0" y="0"/>
            <a:chExt cx="918804" cy="1015711"/>
          </a:xfrm>
        </p:grpSpPr>
        <p:sp>
          <p:nvSpPr>
            <p:cNvPr id="4" name="Freeform 4"/>
            <p:cNvSpPr/>
            <p:nvPr/>
          </p:nvSpPr>
          <p:spPr>
            <a:xfrm>
              <a:off x="0" y="0"/>
              <a:ext cx="916652" cy="1015711"/>
            </a:xfrm>
            <a:custGeom>
              <a:avLst/>
              <a:gdLst/>
              <a:ahLst/>
              <a:cxnLst/>
              <a:rect l="l" t="t" r="r" b="b"/>
              <a:pathLst>
                <a:path w="916652" h="1015711">
                  <a:moveTo>
                    <a:pt x="434657" y="1015711"/>
                  </a:moveTo>
                  <a:lnTo>
                    <a:pt x="481995" y="1015711"/>
                  </a:lnTo>
                  <a:cubicBezTo>
                    <a:pt x="591735" y="1010750"/>
                    <a:pt x="684261" y="973545"/>
                    <a:pt x="731600" y="918977"/>
                  </a:cubicBezTo>
                  <a:lnTo>
                    <a:pt x="916652" y="918977"/>
                  </a:lnTo>
                  <a:lnTo>
                    <a:pt x="916652" y="96734"/>
                  </a:lnTo>
                  <a:lnTo>
                    <a:pt x="731600" y="96734"/>
                  </a:lnTo>
                  <a:cubicBezTo>
                    <a:pt x="682110" y="39686"/>
                    <a:pt x="578825" y="0"/>
                    <a:pt x="458326" y="0"/>
                  </a:cubicBezTo>
                  <a:cubicBezTo>
                    <a:pt x="339979" y="0"/>
                    <a:pt x="236694" y="39686"/>
                    <a:pt x="187204" y="96734"/>
                  </a:cubicBezTo>
                  <a:lnTo>
                    <a:pt x="0" y="96734"/>
                  </a:lnTo>
                  <a:lnTo>
                    <a:pt x="0" y="918977"/>
                  </a:lnTo>
                  <a:lnTo>
                    <a:pt x="187204" y="918977"/>
                  </a:lnTo>
                  <a:cubicBezTo>
                    <a:pt x="234542" y="972305"/>
                    <a:pt x="327068" y="1010750"/>
                    <a:pt x="434657" y="1015711"/>
                  </a:cubicBezTo>
                  <a:close/>
                </a:path>
              </a:pathLst>
            </a:custGeom>
            <a:solidFill>
              <a:srgbClr val="A12B2A"/>
            </a:solidFill>
            <a:ln w="12700">
              <a:noFill/>
            </a:ln>
          </p:spPr>
        </p:sp>
      </p:grpSp>
      <p:grpSp>
        <p:nvGrpSpPr>
          <p:cNvPr id="7" name="Group 7"/>
          <p:cNvGrpSpPr/>
          <p:nvPr/>
        </p:nvGrpSpPr>
        <p:grpSpPr>
          <a:xfrm>
            <a:off x="1352550" y="2499905"/>
            <a:ext cx="1027525" cy="1027525"/>
            <a:chOff x="0" y="0"/>
            <a:chExt cx="812800" cy="812800"/>
          </a:xfrm>
        </p:grpSpPr>
        <p:sp>
          <p:nvSpPr>
            <p:cNvPr id="8" name="Freeform 8"/>
            <p:cNvSpPr/>
            <p:nvPr/>
          </p:nvSpPr>
          <p:spPr>
            <a:xfrm>
              <a:off x="0" y="0"/>
              <a:ext cx="812800" cy="812800"/>
            </a:xfrm>
            <a:custGeom>
              <a:avLst/>
              <a:gdLst/>
              <a:ahLst/>
              <a:cxnLst/>
              <a:rect l="l" t="t" r="r" b="b"/>
              <a:pathLst>
                <a:path w="812800" h="81280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000000">
                <a:alpha val="0"/>
              </a:srgbClr>
            </a:solidFill>
            <a:ln w="19050" cap="sq">
              <a:solidFill>
                <a:srgbClr val="A12B2A"/>
              </a:solidFill>
              <a:prstDash val="solid"/>
              <a:miter/>
            </a:ln>
          </p:spPr>
        </p:sp>
        <p:sp>
          <p:nvSpPr>
            <p:cNvPr id="9" name="TextBox 9"/>
            <p:cNvSpPr txBox="1"/>
            <p:nvPr/>
          </p:nvSpPr>
          <p:spPr>
            <a:xfrm>
              <a:off x="38100" y="-19050"/>
              <a:ext cx="736600" cy="793750"/>
            </a:xfrm>
            <a:prstGeom prst="rect">
              <a:avLst/>
            </a:prstGeom>
          </p:spPr>
          <p:txBody>
            <a:bodyPr lIns="34146" tIns="34146" rIns="34146" bIns="34146" rtlCol="0" anchor="ctr"/>
            <a:lstStyle/>
            <a:p>
              <a:pPr algn="ctr">
                <a:lnSpc>
                  <a:spcPts val="3500"/>
                </a:lnSpc>
              </a:pPr>
              <a:endParaRPr>
                <a:latin typeface="汉仪许静行楷简" panose="00020600040101010101" charset="-122"/>
              </a:endParaRPr>
            </a:p>
          </p:txBody>
        </p:sp>
      </p:grpSp>
      <p:grpSp>
        <p:nvGrpSpPr>
          <p:cNvPr id="10" name="Group 10"/>
          <p:cNvGrpSpPr/>
          <p:nvPr/>
        </p:nvGrpSpPr>
        <p:grpSpPr>
          <a:xfrm>
            <a:off x="1393633" y="2540988"/>
            <a:ext cx="945359" cy="945359"/>
            <a:chOff x="0" y="0"/>
            <a:chExt cx="812800" cy="812800"/>
          </a:xfrm>
        </p:grpSpPr>
        <p:sp>
          <p:nvSpPr>
            <p:cNvPr id="11" name="Freeform 11"/>
            <p:cNvSpPr/>
            <p:nvPr/>
          </p:nvSpPr>
          <p:spPr>
            <a:xfrm>
              <a:off x="0" y="0"/>
              <a:ext cx="812800" cy="812800"/>
            </a:xfrm>
            <a:custGeom>
              <a:avLst/>
              <a:gdLst/>
              <a:ahLst/>
              <a:cxnLst/>
              <a:rect l="l" t="t" r="r" b="b"/>
              <a:pathLst>
                <a:path w="812800" h="81280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A12B2A"/>
            </a:solidFill>
          </p:spPr>
        </p:sp>
        <p:sp>
          <p:nvSpPr>
            <p:cNvPr id="12" name="TextBox 12"/>
            <p:cNvSpPr txBox="1"/>
            <p:nvPr/>
          </p:nvSpPr>
          <p:spPr>
            <a:xfrm>
              <a:off x="38100" y="-19050"/>
              <a:ext cx="736600" cy="793750"/>
            </a:xfrm>
            <a:prstGeom prst="rect">
              <a:avLst/>
            </a:prstGeom>
          </p:spPr>
          <p:txBody>
            <a:bodyPr lIns="34146" tIns="34146" rIns="34146" bIns="34146" rtlCol="0" anchor="ctr"/>
            <a:lstStyle/>
            <a:p>
              <a:pPr algn="ctr">
                <a:lnSpc>
                  <a:spcPts val="3500"/>
                </a:lnSpc>
              </a:pPr>
              <a:endParaRPr>
                <a:latin typeface="汉仪许静行楷简" panose="00020600040101010101" charset="-122"/>
              </a:endParaRPr>
            </a:p>
          </p:txBody>
        </p:sp>
      </p:grpSp>
      <p:grpSp>
        <p:nvGrpSpPr>
          <p:cNvPr id="13" name="Group 13"/>
          <p:cNvGrpSpPr/>
          <p:nvPr/>
        </p:nvGrpSpPr>
        <p:grpSpPr>
          <a:xfrm>
            <a:off x="1352550" y="4247882"/>
            <a:ext cx="1027525" cy="1027525"/>
            <a:chOff x="0" y="0"/>
            <a:chExt cx="812800" cy="812800"/>
          </a:xfrm>
        </p:grpSpPr>
        <p:sp>
          <p:nvSpPr>
            <p:cNvPr id="14" name="Freeform 14"/>
            <p:cNvSpPr/>
            <p:nvPr/>
          </p:nvSpPr>
          <p:spPr>
            <a:xfrm>
              <a:off x="0" y="0"/>
              <a:ext cx="812800" cy="812800"/>
            </a:xfrm>
            <a:custGeom>
              <a:avLst/>
              <a:gdLst/>
              <a:ahLst/>
              <a:cxnLst/>
              <a:rect l="l" t="t" r="r" b="b"/>
              <a:pathLst>
                <a:path w="812800" h="81280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000000">
                <a:alpha val="0"/>
              </a:srgbClr>
            </a:solidFill>
            <a:ln w="19050" cap="sq">
              <a:solidFill>
                <a:srgbClr val="A12B2A"/>
              </a:solidFill>
              <a:prstDash val="solid"/>
              <a:miter/>
            </a:ln>
          </p:spPr>
        </p:sp>
        <p:sp>
          <p:nvSpPr>
            <p:cNvPr id="15" name="TextBox 15"/>
            <p:cNvSpPr txBox="1"/>
            <p:nvPr/>
          </p:nvSpPr>
          <p:spPr>
            <a:xfrm>
              <a:off x="38100" y="-19050"/>
              <a:ext cx="736600" cy="793750"/>
            </a:xfrm>
            <a:prstGeom prst="rect">
              <a:avLst/>
            </a:prstGeom>
          </p:spPr>
          <p:txBody>
            <a:bodyPr lIns="34146" tIns="34146" rIns="34146" bIns="34146" rtlCol="0" anchor="ctr"/>
            <a:lstStyle/>
            <a:p>
              <a:pPr algn="ctr">
                <a:lnSpc>
                  <a:spcPts val="3500"/>
                </a:lnSpc>
              </a:pPr>
              <a:endParaRPr>
                <a:latin typeface="汉仪许静行楷简" panose="00020600040101010101" charset="-122"/>
              </a:endParaRPr>
            </a:p>
          </p:txBody>
        </p:sp>
      </p:grpSp>
      <p:grpSp>
        <p:nvGrpSpPr>
          <p:cNvPr id="16" name="Group 16"/>
          <p:cNvGrpSpPr/>
          <p:nvPr/>
        </p:nvGrpSpPr>
        <p:grpSpPr>
          <a:xfrm>
            <a:off x="1393633" y="4288965"/>
            <a:ext cx="945359" cy="945359"/>
            <a:chOff x="0" y="0"/>
            <a:chExt cx="812800" cy="812800"/>
          </a:xfrm>
        </p:grpSpPr>
        <p:sp>
          <p:nvSpPr>
            <p:cNvPr id="17" name="Freeform 17"/>
            <p:cNvSpPr/>
            <p:nvPr/>
          </p:nvSpPr>
          <p:spPr>
            <a:xfrm>
              <a:off x="0" y="0"/>
              <a:ext cx="812800" cy="812800"/>
            </a:xfrm>
            <a:custGeom>
              <a:avLst/>
              <a:gdLst/>
              <a:ahLst/>
              <a:cxnLst/>
              <a:rect l="l" t="t" r="r" b="b"/>
              <a:pathLst>
                <a:path w="812800" h="81280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A12B2A"/>
            </a:solidFill>
          </p:spPr>
        </p:sp>
        <p:sp>
          <p:nvSpPr>
            <p:cNvPr id="18" name="TextBox 18"/>
            <p:cNvSpPr txBox="1"/>
            <p:nvPr/>
          </p:nvSpPr>
          <p:spPr>
            <a:xfrm>
              <a:off x="38100" y="-19050"/>
              <a:ext cx="736600" cy="793750"/>
            </a:xfrm>
            <a:prstGeom prst="rect">
              <a:avLst/>
            </a:prstGeom>
          </p:spPr>
          <p:txBody>
            <a:bodyPr lIns="34146" tIns="34146" rIns="34146" bIns="34146" rtlCol="0" anchor="ctr"/>
            <a:lstStyle/>
            <a:p>
              <a:pPr algn="ctr">
                <a:lnSpc>
                  <a:spcPts val="3500"/>
                </a:lnSpc>
              </a:pPr>
              <a:endParaRPr>
                <a:latin typeface="汉仪许静行楷简" panose="00020600040101010101" charset="-122"/>
              </a:endParaRPr>
            </a:p>
          </p:txBody>
        </p:sp>
      </p:grpSp>
      <p:grpSp>
        <p:nvGrpSpPr>
          <p:cNvPr id="19" name="Group 19"/>
          <p:cNvGrpSpPr/>
          <p:nvPr/>
        </p:nvGrpSpPr>
        <p:grpSpPr>
          <a:xfrm>
            <a:off x="1352550" y="5995860"/>
            <a:ext cx="1027525" cy="1027525"/>
            <a:chOff x="0" y="0"/>
            <a:chExt cx="812800" cy="812800"/>
          </a:xfrm>
        </p:grpSpPr>
        <p:sp>
          <p:nvSpPr>
            <p:cNvPr id="20" name="Freeform 20"/>
            <p:cNvSpPr/>
            <p:nvPr/>
          </p:nvSpPr>
          <p:spPr>
            <a:xfrm>
              <a:off x="0" y="0"/>
              <a:ext cx="812800" cy="812800"/>
            </a:xfrm>
            <a:custGeom>
              <a:avLst/>
              <a:gdLst/>
              <a:ahLst/>
              <a:cxnLst/>
              <a:rect l="l" t="t" r="r" b="b"/>
              <a:pathLst>
                <a:path w="812800" h="81280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000000">
                <a:alpha val="0"/>
              </a:srgbClr>
            </a:solidFill>
            <a:ln w="19050" cap="sq">
              <a:solidFill>
                <a:srgbClr val="A12B2A"/>
              </a:solidFill>
              <a:prstDash val="solid"/>
              <a:miter/>
            </a:ln>
          </p:spPr>
        </p:sp>
        <p:sp>
          <p:nvSpPr>
            <p:cNvPr id="21" name="TextBox 21"/>
            <p:cNvSpPr txBox="1"/>
            <p:nvPr/>
          </p:nvSpPr>
          <p:spPr>
            <a:xfrm>
              <a:off x="38100" y="-19050"/>
              <a:ext cx="736600" cy="793750"/>
            </a:xfrm>
            <a:prstGeom prst="rect">
              <a:avLst/>
            </a:prstGeom>
          </p:spPr>
          <p:txBody>
            <a:bodyPr lIns="34146" tIns="34146" rIns="34146" bIns="34146" rtlCol="0" anchor="ctr"/>
            <a:lstStyle/>
            <a:p>
              <a:pPr algn="ctr">
                <a:lnSpc>
                  <a:spcPts val="3500"/>
                </a:lnSpc>
              </a:pPr>
              <a:endParaRPr>
                <a:latin typeface="汉仪许静行楷简" panose="00020600040101010101" charset="-122"/>
              </a:endParaRPr>
            </a:p>
          </p:txBody>
        </p:sp>
      </p:grpSp>
      <p:grpSp>
        <p:nvGrpSpPr>
          <p:cNvPr id="22" name="Group 22"/>
          <p:cNvGrpSpPr/>
          <p:nvPr/>
        </p:nvGrpSpPr>
        <p:grpSpPr>
          <a:xfrm>
            <a:off x="1393633" y="6036942"/>
            <a:ext cx="945359" cy="945359"/>
            <a:chOff x="0" y="0"/>
            <a:chExt cx="812800" cy="812800"/>
          </a:xfrm>
        </p:grpSpPr>
        <p:sp>
          <p:nvSpPr>
            <p:cNvPr id="23" name="Freeform 23"/>
            <p:cNvSpPr/>
            <p:nvPr/>
          </p:nvSpPr>
          <p:spPr>
            <a:xfrm>
              <a:off x="0" y="0"/>
              <a:ext cx="812800" cy="812800"/>
            </a:xfrm>
            <a:custGeom>
              <a:avLst/>
              <a:gdLst/>
              <a:ahLst/>
              <a:cxnLst/>
              <a:rect l="l" t="t" r="r" b="b"/>
              <a:pathLst>
                <a:path w="812800" h="81280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A12B2A"/>
            </a:solidFill>
          </p:spPr>
        </p:sp>
        <p:sp>
          <p:nvSpPr>
            <p:cNvPr id="24" name="TextBox 24"/>
            <p:cNvSpPr txBox="1"/>
            <p:nvPr/>
          </p:nvSpPr>
          <p:spPr>
            <a:xfrm>
              <a:off x="38100" y="-19050"/>
              <a:ext cx="736600" cy="793750"/>
            </a:xfrm>
            <a:prstGeom prst="rect">
              <a:avLst/>
            </a:prstGeom>
          </p:spPr>
          <p:txBody>
            <a:bodyPr lIns="34146" tIns="34146" rIns="34146" bIns="34146" rtlCol="0" anchor="ctr"/>
            <a:lstStyle/>
            <a:p>
              <a:pPr algn="ctr">
                <a:lnSpc>
                  <a:spcPts val="3500"/>
                </a:lnSpc>
              </a:pPr>
              <a:endParaRPr>
                <a:latin typeface="汉仪许静行楷简" panose="00020600040101010101" charset="-122"/>
              </a:endParaRPr>
            </a:p>
          </p:txBody>
        </p:sp>
      </p:grpSp>
      <p:grpSp>
        <p:nvGrpSpPr>
          <p:cNvPr id="25" name="Group 25"/>
          <p:cNvGrpSpPr/>
          <p:nvPr/>
        </p:nvGrpSpPr>
        <p:grpSpPr>
          <a:xfrm>
            <a:off x="1352550" y="7743837"/>
            <a:ext cx="1027525" cy="1027525"/>
            <a:chOff x="0" y="0"/>
            <a:chExt cx="812800" cy="812800"/>
          </a:xfrm>
        </p:grpSpPr>
        <p:sp>
          <p:nvSpPr>
            <p:cNvPr id="26" name="Freeform 26"/>
            <p:cNvSpPr/>
            <p:nvPr/>
          </p:nvSpPr>
          <p:spPr>
            <a:xfrm>
              <a:off x="0" y="0"/>
              <a:ext cx="812800" cy="812800"/>
            </a:xfrm>
            <a:custGeom>
              <a:avLst/>
              <a:gdLst/>
              <a:ahLst/>
              <a:cxnLst/>
              <a:rect l="l" t="t" r="r" b="b"/>
              <a:pathLst>
                <a:path w="812800" h="81280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000000">
                <a:alpha val="0"/>
              </a:srgbClr>
            </a:solidFill>
            <a:ln w="19050" cap="sq">
              <a:solidFill>
                <a:srgbClr val="A12B2A"/>
              </a:solidFill>
              <a:prstDash val="solid"/>
              <a:miter/>
            </a:ln>
          </p:spPr>
        </p:sp>
        <p:sp>
          <p:nvSpPr>
            <p:cNvPr id="27" name="TextBox 27"/>
            <p:cNvSpPr txBox="1"/>
            <p:nvPr/>
          </p:nvSpPr>
          <p:spPr>
            <a:xfrm>
              <a:off x="38100" y="-19050"/>
              <a:ext cx="736600" cy="793750"/>
            </a:xfrm>
            <a:prstGeom prst="rect">
              <a:avLst/>
            </a:prstGeom>
          </p:spPr>
          <p:txBody>
            <a:bodyPr lIns="34146" tIns="34146" rIns="34146" bIns="34146" rtlCol="0" anchor="ctr"/>
            <a:lstStyle/>
            <a:p>
              <a:pPr algn="ctr">
                <a:lnSpc>
                  <a:spcPts val="3500"/>
                </a:lnSpc>
              </a:pPr>
              <a:endParaRPr>
                <a:latin typeface="汉仪许静行楷简" panose="00020600040101010101" charset="-122"/>
              </a:endParaRPr>
            </a:p>
          </p:txBody>
        </p:sp>
      </p:grpSp>
      <p:grpSp>
        <p:nvGrpSpPr>
          <p:cNvPr id="28" name="Group 28"/>
          <p:cNvGrpSpPr/>
          <p:nvPr/>
        </p:nvGrpSpPr>
        <p:grpSpPr>
          <a:xfrm>
            <a:off x="1393633" y="7784919"/>
            <a:ext cx="945359" cy="945359"/>
            <a:chOff x="0" y="0"/>
            <a:chExt cx="812800" cy="812800"/>
          </a:xfrm>
        </p:grpSpPr>
        <p:sp>
          <p:nvSpPr>
            <p:cNvPr id="29" name="Freeform 29"/>
            <p:cNvSpPr/>
            <p:nvPr/>
          </p:nvSpPr>
          <p:spPr>
            <a:xfrm>
              <a:off x="0" y="0"/>
              <a:ext cx="812800" cy="812800"/>
            </a:xfrm>
            <a:custGeom>
              <a:avLst/>
              <a:gdLst/>
              <a:ahLst/>
              <a:cxnLst/>
              <a:rect l="l" t="t" r="r" b="b"/>
              <a:pathLst>
                <a:path w="812800" h="812800">
                  <a:moveTo>
                    <a:pt x="733382" y="0"/>
                  </a:moveTo>
                  <a:lnTo>
                    <a:pt x="79418" y="0"/>
                  </a:lnTo>
                  <a:cubicBezTo>
                    <a:pt x="79418" y="43699"/>
                    <a:pt x="44079" y="79418"/>
                    <a:pt x="0" y="79418"/>
                  </a:cubicBezTo>
                  <a:lnTo>
                    <a:pt x="0" y="733382"/>
                  </a:lnTo>
                  <a:cubicBezTo>
                    <a:pt x="43699" y="733382"/>
                    <a:pt x="79418" y="768721"/>
                    <a:pt x="79418" y="812800"/>
                  </a:cubicBezTo>
                  <a:lnTo>
                    <a:pt x="733382" y="812800"/>
                  </a:lnTo>
                  <a:cubicBezTo>
                    <a:pt x="733382" y="769101"/>
                    <a:pt x="768721" y="733382"/>
                    <a:pt x="812800" y="733382"/>
                  </a:cubicBezTo>
                  <a:lnTo>
                    <a:pt x="812800" y="79418"/>
                  </a:lnTo>
                  <a:cubicBezTo>
                    <a:pt x="769101" y="79418"/>
                    <a:pt x="733382" y="44079"/>
                    <a:pt x="733382" y="0"/>
                  </a:cubicBezTo>
                  <a:close/>
                </a:path>
              </a:pathLst>
            </a:custGeom>
            <a:solidFill>
              <a:srgbClr val="A12B2A"/>
            </a:solidFill>
          </p:spPr>
        </p:sp>
        <p:sp>
          <p:nvSpPr>
            <p:cNvPr id="30" name="TextBox 30"/>
            <p:cNvSpPr txBox="1"/>
            <p:nvPr/>
          </p:nvSpPr>
          <p:spPr>
            <a:xfrm>
              <a:off x="38100" y="-19050"/>
              <a:ext cx="736600" cy="793750"/>
            </a:xfrm>
            <a:prstGeom prst="rect">
              <a:avLst/>
            </a:prstGeom>
          </p:spPr>
          <p:txBody>
            <a:bodyPr lIns="34146" tIns="34146" rIns="34146" bIns="34146" rtlCol="0" anchor="ctr"/>
            <a:lstStyle/>
            <a:p>
              <a:pPr algn="ctr">
                <a:lnSpc>
                  <a:spcPts val="3500"/>
                </a:lnSpc>
              </a:pPr>
              <a:endParaRPr>
                <a:latin typeface="汉仪许静行楷简" panose="00020600040101010101" charset="-122"/>
              </a:endParaRPr>
            </a:p>
          </p:txBody>
        </p:sp>
      </p:grpSp>
      <p:sp>
        <p:nvSpPr>
          <p:cNvPr id="31" name="TextBox 31"/>
          <p:cNvSpPr txBox="1"/>
          <p:nvPr/>
        </p:nvSpPr>
        <p:spPr>
          <a:xfrm>
            <a:off x="2434421" y="767444"/>
            <a:ext cx="15197451" cy="909955"/>
          </a:xfrm>
          <a:prstGeom prst="rect">
            <a:avLst/>
          </a:prstGeom>
        </p:spPr>
        <p:txBody>
          <a:bodyPr lIns="0" tIns="0" rIns="0" bIns="0" rtlCol="0" anchor="t">
            <a:spAutoFit/>
          </a:bodyPr>
          <a:lstStyle/>
          <a:p>
            <a:pPr>
              <a:lnSpc>
                <a:spcPts val="7040"/>
              </a:lnSpc>
            </a:pPr>
            <a:r>
              <a:rPr lang="en-US" sz="6400">
                <a:solidFill>
                  <a:srgbClr val="332A1D"/>
                </a:solidFill>
                <a:latin typeface="汉仪许静行楷简" panose="00020600040101010101" charset="-122"/>
                <a:ea typeface="HYXuJingXingKai" panose="00020600040101010101"/>
              </a:rPr>
              <a:t>请输入标题</a:t>
            </a:r>
          </a:p>
        </p:txBody>
      </p:sp>
      <p:sp>
        <p:nvSpPr>
          <p:cNvPr id="32" name="Freeform 32"/>
          <p:cNvSpPr/>
          <p:nvPr/>
        </p:nvSpPr>
        <p:spPr>
          <a:xfrm>
            <a:off x="965490" y="828758"/>
            <a:ext cx="1323143" cy="940634"/>
          </a:xfrm>
          <a:custGeom>
            <a:avLst/>
            <a:gdLst/>
            <a:ahLst/>
            <a:cxnLst/>
            <a:rect l="l" t="t" r="r" b="b"/>
            <a:pathLst>
              <a:path w="1323143" h="940634">
                <a:moveTo>
                  <a:pt x="0" y="0"/>
                </a:moveTo>
                <a:lnTo>
                  <a:pt x="1323143" y="0"/>
                </a:lnTo>
                <a:lnTo>
                  <a:pt x="1323143" y="940634"/>
                </a:lnTo>
                <a:lnTo>
                  <a:pt x="0" y="94063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34" name="TextBox 34"/>
          <p:cNvSpPr txBox="1"/>
          <p:nvPr/>
        </p:nvSpPr>
        <p:spPr>
          <a:xfrm>
            <a:off x="1352550" y="2485312"/>
            <a:ext cx="1027525" cy="900987"/>
          </a:xfrm>
          <a:prstGeom prst="rect">
            <a:avLst/>
          </a:prstGeom>
        </p:spPr>
        <p:txBody>
          <a:bodyPr lIns="0" tIns="0" rIns="0" bIns="0" rtlCol="0" anchor="t">
            <a:spAutoFit/>
          </a:bodyPr>
          <a:lstStyle/>
          <a:p>
            <a:pPr algn="ctr">
              <a:lnSpc>
                <a:spcPts val="7360"/>
              </a:lnSpc>
            </a:pPr>
            <a:r>
              <a:rPr lang="en-US" sz="5255" spc="157">
                <a:solidFill>
                  <a:srgbClr val="F2F4F1"/>
                </a:solidFill>
                <a:latin typeface="汉仪许静行楷简" panose="00020600040101010101" charset="-122"/>
                <a:ea typeface="HYXuJingXingKai" panose="00020600040101010101"/>
              </a:rPr>
              <a:t>壹</a:t>
            </a:r>
          </a:p>
        </p:txBody>
      </p:sp>
      <p:sp>
        <p:nvSpPr>
          <p:cNvPr id="35" name="TextBox 35"/>
          <p:cNvSpPr txBox="1"/>
          <p:nvPr/>
        </p:nvSpPr>
        <p:spPr>
          <a:xfrm>
            <a:off x="2719712" y="2171917"/>
            <a:ext cx="8756692" cy="683895"/>
          </a:xfrm>
          <a:prstGeom prst="rect">
            <a:avLst/>
          </a:prstGeom>
        </p:spPr>
        <p:txBody>
          <a:bodyPr lIns="0" tIns="0" rIns="0" bIns="0" rtlCol="0" anchor="t">
            <a:spAutoFit/>
          </a:bodyPr>
          <a:lstStyle/>
          <a:p>
            <a:pPr>
              <a:lnSpc>
                <a:spcPts val="5760"/>
              </a:lnSpc>
            </a:pPr>
            <a:r>
              <a:rPr lang="en-US" sz="3600">
                <a:solidFill>
                  <a:srgbClr val="B95C42"/>
                </a:solidFill>
                <a:latin typeface="汉仪许静行楷简" panose="00020600040101010101" charset="-122"/>
                <a:ea typeface="HYXuJingXingKai" panose="00020600040101010101"/>
              </a:rPr>
              <a:t>请输入内容</a:t>
            </a:r>
          </a:p>
        </p:txBody>
      </p:sp>
      <p:sp>
        <p:nvSpPr>
          <p:cNvPr id="36" name="TextBox 36"/>
          <p:cNvSpPr txBox="1"/>
          <p:nvPr/>
        </p:nvSpPr>
        <p:spPr>
          <a:xfrm>
            <a:off x="2719712" y="2892198"/>
            <a:ext cx="9885117" cy="807720"/>
          </a:xfrm>
          <a:prstGeom prst="rect">
            <a:avLst/>
          </a:prstGeom>
        </p:spPr>
        <p:txBody>
          <a:bodyPr lIns="0" tIns="0" rIns="0" bIns="0" rtlCol="0" anchor="t">
            <a:spAutoFit/>
          </a:bodyPr>
          <a:lstStyle/>
          <a:p>
            <a:pPr>
              <a:lnSpc>
                <a:spcPts val="3360"/>
              </a:lnSpc>
            </a:pPr>
            <a:r>
              <a:rPr lang="en-US" sz="2100" dirty="0" err="1">
                <a:solidFill>
                  <a:srgbClr val="000000"/>
                </a:solidFill>
                <a:latin typeface="汉仪许静行楷简" panose="00020600040101010101" charset="-122"/>
                <a:ea typeface="HYXuJingXingKai" panose="00020600040101010101"/>
              </a:rPr>
              <a:t>在此处添加文本在此处添加文本在此处添加文本在此处添加文本</a:t>
            </a:r>
            <a:endParaRPr lang="en-US" sz="2100" dirty="0">
              <a:solidFill>
                <a:srgbClr val="000000"/>
              </a:solidFill>
              <a:latin typeface="汉仪许静行楷简" panose="00020600040101010101" charset="-122"/>
              <a:ea typeface="HYXuJingXingKai" panose="00020600040101010101"/>
            </a:endParaRPr>
          </a:p>
          <a:p>
            <a:pPr>
              <a:lnSpc>
                <a:spcPts val="3360"/>
              </a:lnSpc>
            </a:pPr>
            <a:r>
              <a:rPr lang="en-US" sz="2100" dirty="0" err="1">
                <a:solidFill>
                  <a:srgbClr val="000000"/>
                </a:solidFill>
                <a:latin typeface="汉仪许静行楷简" panose="00020600040101010101" charset="-122"/>
                <a:ea typeface="HYXuJingXingKai" panose="00020600040101010101"/>
              </a:rPr>
              <a:t>在此处添加文本在此处添加文本在此处添加文本在此处添加文本</a:t>
            </a:r>
            <a:endParaRPr lang="en-US" sz="2100" dirty="0">
              <a:solidFill>
                <a:srgbClr val="000000"/>
              </a:solidFill>
              <a:latin typeface="汉仪许静行楷简" panose="00020600040101010101" charset="-122"/>
              <a:ea typeface="HYXuJingXingKai" panose="00020600040101010101"/>
            </a:endParaRPr>
          </a:p>
        </p:txBody>
      </p:sp>
      <p:sp>
        <p:nvSpPr>
          <p:cNvPr id="37" name="TextBox 37"/>
          <p:cNvSpPr txBox="1"/>
          <p:nvPr/>
        </p:nvSpPr>
        <p:spPr>
          <a:xfrm>
            <a:off x="1352550" y="4233290"/>
            <a:ext cx="1027525" cy="900987"/>
          </a:xfrm>
          <a:prstGeom prst="rect">
            <a:avLst/>
          </a:prstGeom>
        </p:spPr>
        <p:txBody>
          <a:bodyPr lIns="0" tIns="0" rIns="0" bIns="0" rtlCol="0" anchor="t">
            <a:spAutoFit/>
          </a:bodyPr>
          <a:lstStyle/>
          <a:p>
            <a:pPr algn="ctr">
              <a:lnSpc>
                <a:spcPts val="7360"/>
              </a:lnSpc>
            </a:pPr>
            <a:r>
              <a:rPr lang="en-US" sz="5255" spc="157">
                <a:solidFill>
                  <a:srgbClr val="F2F4F1"/>
                </a:solidFill>
                <a:latin typeface="汉仪许静行楷简" panose="00020600040101010101" charset="-122"/>
                <a:ea typeface="HYXuJingXingKai" panose="00020600040101010101"/>
              </a:rPr>
              <a:t>贰</a:t>
            </a:r>
          </a:p>
        </p:txBody>
      </p:sp>
      <p:sp>
        <p:nvSpPr>
          <p:cNvPr id="38" name="TextBox 38"/>
          <p:cNvSpPr txBox="1"/>
          <p:nvPr/>
        </p:nvSpPr>
        <p:spPr>
          <a:xfrm>
            <a:off x="2719712" y="3894420"/>
            <a:ext cx="8756692" cy="683895"/>
          </a:xfrm>
          <a:prstGeom prst="rect">
            <a:avLst/>
          </a:prstGeom>
        </p:spPr>
        <p:txBody>
          <a:bodyPr lIns="0" tIns="0" rIns="0" bIns="0" rtlCol="0" anchor="t">
            <a:spAutoFit/>
          </a:bodyPr>
          <a:lstStyle/>
          <a:p>
            <a:pPr>
              <a:lnSpc>
                <a:spcPts val="5760"/>
              </a:lnSpc>
            </a:pPr>
            <a:r>
              <a:rPr lang="en-US" sz="3600">
                <a:solidFill>
                  <a:srgbClr val="B95C42"/>
                </a:solidFill>
                <a:latin typeface="汉仪许静行楷简" panose="00020600040101010101" charset="-122"/>
                <a:ea typeface="HYXuJingXingKai" panose="00020600040101010101"/>
              </a:rPr>
              <a:t>请输入内容</a:t>
            </a:r>
          </a:p>
        </p:txBody>
      </p:sp>
      <p:sp>
        <p:nvSpPr>
          <p:cNvPr id="39" name="TextBox 39"/>
          <p:cNvSpPr txBox="1"/>
          <p:nvPr/>
        </p:nvSpPr>
        <p:spPr>
          <a:xfrm>
            <a:off x="2719712" y="4614701"/>
            <a:ext cx="9472300" cy="807720"/>
          </a:xfrm>
          <a:prstGeom prst="rect">
            <a:avLst/>
          </a:prstGeom>
        </p:spPr>
        <p:txBody>
          <a:bodyPr lIns="0" tIns="0" rIns="0" bIns="0" rtlCol="0" anchor="t">
            <a:spAutoFit/>
          </a:bodyPr>
          <a:lstStyle/>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在此处添加文本在此处添加文本在此处添加文本在此处添加文本</a:t>
            </a:r>
          </a:p>
        </p:txBody>
      </p:sp>
      <p:sp>
        <p:nvSpPr>
          <p:cNvPr id="40" name="TextBox 40"/>
          <p:cNvSpPr txBox="1"/>
          <p:nvPr/>
        </p:nvSpPr>
        <p:spPr>
          <a:xfrm>
            <a:off x="1352550" y="5981267"/>
            <a:ext cx="1027525" cy="900987"/>
          </a:xfrm>
          <a:prstGeom prst="rect">
            <a:avLst/>
          </a:prstGeom>
        </p:spPr>
        <p:txBody>
          <a:bodyPr lIns="0" tIns="0" rIns="0" bIns="0" rtlCol="0" anchor="t">
            <a:spAutoFit/>
          </a:bodyPr>
          <a:lstStyle/>
          <a:p>
            <a:pPr algn="ctr">
              <a:lnSpc>
                <a:spcPts val="7360"/>
              </a:lnSpc>
            </a:pPr>
            <a:r>
              <a:rPr lang="en-US" sz="5255" spc="157">
                <a:solidFill>
                  <a:srgbClr val="F2F4F1"/>
                </a:solidFill>
                <a:latin typeface="汉仪许静行楷简" panose="00020600040101010101" charset="-122"/>
                <a:ea typeface="HYXuJingXingKai" panose="00020600040101010101"/>
              </a:rPr>
              <a:t>叁</a:t>
            </a:r>
          </a:p>
        </p:txBody>
      </p:sp>
      <p:sp>
        <p:nvSpPr>
          <p:cNvPr id="41" name="TextBox 41"/>
          <p:cNvSpPr txBox="1"/>
          <p:nvPr/>
        </p:nvSpPr>
        <p:spPr>
          <a:xfrm>
            <a:off x="2719712" y="5642397"/>
            <a:ext cx="8756692" cy="683895"/>
          </a:xfrm>
          <a:prstGeom prst="rect">
            <a:avLst/>
          </a:prstGeom>
        </p:spPr>
        <p:txBody>
          <a:bodyPr lIns="0" tIns="0" rIns="0" bIns="0" rtlCol="0" anchor="t">
            <a:spAutoFit/>
          </a:bodyPr>
          <a:lstStyle/>
          <a:p>
            <a:pPr>
              <a:lnSpc>
                <a:spcPts val="5760"/>
              </a:lnSpc>
            </a:pPr>
            <a:r>
              <a:rPr lang="en-US" sz="3600">
                <a:solidFill>
                  <a:srgbClr val="B95C42"/>
                </a:solidFill>
                <a:latin typeface="汉仪许静行楷简" panose="00020600040101010101" charset="-122"/>
                <a:ea typeface="HYXuJingXingKai" panose="00020600040101010101"/>
              </a:rPr>
              <a:t>请输入内容</a:t>
            </a:r>
          </a:p>
        </p:txBody>
      </p:sp>
      <p:sp>
        <p:nvSpPr>
          <p:cNvPr id="42" name="TextBox 42"/>
          <p:cNvSpPr txBox="1"/>
          <p:nvPr/>
        </p:nvSpPr>
        <p:spPr>
          <a:xfrm>
            <a:off x="2719712" y="6362678"/>
            <a:ext cx="9472300" cy="807720"/>
          </a:xfrm>
          <a:prstGeom prst="rect">
            <a:avLst/>
          </a:prstGeom>
        </p:spPr>
        <p:txBody>
          <a:bodyPr lIns="0" tIns="0" rIns="0" bIns="0" rtlCol="0" anchor="t">
            <a:spAutoFit/>
          </a:bodyPr>
          <a:lstStyle/>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在此处添加文本在此处添加文本在此处添加文本在此处添加文本</a:t>
            </a:r>
          </a:p>
        </p:txBody>
      </p:sp>
      <p:sp>
        <p:nvSpPr>
          <p:cNvPr id="43" name="TextBox 43"/>
          <p:cNvSpPr txBox="1"/>
          <p:nvPr/>
        </p:nvSpPr>
        <p:spPr>
          <a:xfrm>
            <a:off x="1352550" y="7729244"/>
            <a:ext cx="1027525" cy="900987"/>
          </a:xfrm>
          <a:prstGeom prst="rect">
            <a:avLst/>
          </a:prstGeom>
        </p:spPr>
        <p:txBody>
          <a:bodyPr lIns="0" tIns="0" rIns="0" bIns="0" rtlCol="0" anchor="t">
            <a:spAutoFit/>
          </a:bodyPr>
          <a:lstStyle/>
          <a:p>
            <a:pPr algn="ctr">
              <a:lnSpc>
                <a:spcPts val="7360"/>
              </a:lnSpc>
            </a:pPr>
            <a:r>
              <a:rPr lang="en-US" sz="5255" spc="157">
                <a:solidFill>
                  <a:srgbClr val="F2F4F1"/>
                </a:solidFill>
                <a:latin typeface="汉仪许静行楷简" panose="00020600040101010101" charset="-122"/>
                <a:ea typeface="HYXuJingXingKai" panose="00020600040101010101"/>
              </a:rPr>
              <a:t>肆</a:t>
            </a:r>
          </a:p>
        </p:txBody>
      </p:sp>
      <p:sp>
        <p:nvSpPr>
          <p:cNvPr id="44" name="TextBox 44"/>
          <p:cNvSpPr txBox="1"/>
          <p:nvPr/>
        </p:nvSpPr>
        <p:spPr>
          <a:xfrm>
            <a:off x="2719712" y="7390374"/>
            <a:ext cx="8466601" cy="683895"/>
          </a:xfrm>
          <a:prstGeom prst="rect">
            <a:avLst/>
          </a:prstGeom>
        </p:spPr>
        <p:txBody>
          <a:bodyPr lIns="0" tIns="0" rIns="0" bIns="0" rtlCol="0" anchor="t">
            <a:spAutoFit/>
          </a:bodyPr>
          <a:lstStyle/>
          <a:p>
            <a:pPr>
              <a:lnSpc>
                <a:spcPts val="5760"/>
              </a:lnSpc>
            </a:pPr>
            <a:r>
              <a:rPr lang="en-US" sz="3600">
                <a:solidFill>
                  <a:srgbClr val="B95C42"/>
                </a:solidFill>
                <a:latin typeface="汉仪许静行楷简" panose="00020600040101010101" charset="-122"/>
                <a:ea typeface="HYXuJingXingKai" panose="00020600040101010101"/>
              </a:rPr>
              <a:t>请输入内容</a:t>
            </a:r>
          </a:p>
        </p:txBody>
      </p:sp>
      <p:sp>
        <p:nvSpPr>
          <p:cNvPr id="45" name="TextBox 45"/>
          <p:cNvSpPr txBox="1"/>
          <p:nvPr/>
        </p:nvSpPr>
        <p:spPr>
          <a:xfrm>
            <a:off x="2719712" y="8110655"/>
            <a:ext cx="9472300" cy="807720"/>
          </a:xfrm>
          <a:prstGeom prst="rect">
            <a:avLst/>
          </a:prstGeom>
        </p:spPr>
        <p:txBody>
          <a:bodyPr lIns="0" tIns="0" rIns="0" bIns="0" rtlCol="0" anchor="t">
            <a:spAutoFit/>
          </a:bodyPr>
          <a:lstStyle/>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在此处添加文本在此处添加文本在此处添加文本在此处添加文本</a:t>
            </a:r>
          </a:p>
          <a:p>
            <a:pPr>
              <a:lnSpc>
                <a:spcPts val="3360"/>
              </a:lnSpc>
            </a:pPr>
            <a:r>
              <a:rPr lang="en-US" sz="2100">
                <a:solidFill>
                  <a:srgbClr val="000000"/>
                </a:solidFill>
                <a:latin typeface="汉仪许静行楷简" panose="00020600040101010101" charset="-122"/>
                <a:ea typeface="HYXuJingXingKai" panose="00020600040101010101"/>
              </a:rPr>
              <a:t>在此处添加文本在此处添加文本在此处添加文本在此处添加文本</a:t>
            </a:r>
          </a:p>
        </p:txBody>
      </p:sp>
      <p:grpSp>
        <p:nvGrpSpPr>
          <p:cNvPr id="46" name="Group 5"/>
          <p:cNvGrpSpPr/>
          <p:nvPr/>
        </p:nvGrpSpPr>
        <p:grpSpPr>
          <a:xfrm>
            <a:off x="11186313" y="2338188"/>
            <a:ext cx="6206063" cy="7136103"/>
            <a:chOff x="0" y="0"/>
            <a:chExt cx="951774" cy="1040130"/>
          </a:xfrm>
        </p:grpSpPr>
        <p:sp>
          <p:nvSpPr>
            <p:cNvPr id="47" name="Freeform 6"/>
            <p:cNvSpPr/>
            <p:nvPr/>
          </p:nvSpPr>
          <p:spPr>
            <a:xfrm>
              <a:off x="0" y="0"/>
              <a:ext cx="949545" cy="1040130"/>
            </a:xfrm>
            <a:custGeom>
              <a:avLst/>
              <a:gdLst/>
              <a:ahLst/>
              <a:cxnLst/>
              <a:rect l="l" t="t" r="r" b="b"/>
              <a:pathLst>
                <a:path w="949545" h="1040130">
                  <a:moveTo>
                    <a:pt x="450254" y="1040130"/>
                  </a:moveTo>
                  <a:lnTo>
                    <a:pt x="499291" y="1040130"/>
                  </a:lnTo>
                  <a:cubicBezTo>
                    <a:pt x="612969" y="1035050"/>
                    <a:pt x="708815" y="996950"/>
                    <a:pt x="757853" y="941070"/>
                  </a:cubicBezTo>
                  <a:lnTo>
                    <a:pt x="949545" y="941070"/>
                  </a:lnTo>
                  <a:lnTo>
                    <a:pt x="949545" y="99060"/>
                  </a:lnTo>
                  <a:lnTo>
                    <a:pt x="757853" y="99060"/>
                  </a:lnTo>
                  <a:cubicBezTo>
                    <a:pt x="706586" y="40640"/>
                    <a:pt x="599595" y="0"/>
                    <a:pt x="474773" y="0"/>
                  </a:cubicBezTo>
                  <a:cubicBezTo>
                    <a:pt x="352179" y="0"/>
                    <a:pt x="245188" y="40640"/>
                    <a:pt x="193921" y="99060"/>
                  </a:cubicBezTo>
                  <a:lnTo>
                    <a:pt x="0" y="99060"/>
                  </a:lnTo>
                  <a:lnTo>
                    <a:pt x="0" y="941070"/>
                  </a:lnTo>
                  <a:lnTo>
                    <a:pt x="193921" y="941070"/>
                  </a:lnTo>
                  <a:cubicBezTo>
                    <a:pt x="242959" y="995680"/>
                    <a:pt x="338805" y="1035050"/>
                    <a:pt x="450254" y="1040130"/>
                  </a:cubicBezTo>
                  <a:close/>
                </a:path>
              </a:pathLst>
            </a:custGeom>
            <a:blipFill>
              <a:blip r:embed="rId5"/>
              <a:stretch>
                <a:fillRect l="-27733" r="-27733"/>
              </a:stretch>
            </a:blipFill>
          </p:spPr>
        </p:sp>
      </p:grpSp>
      <p:pic>
        <p:nvPicPr>
          <p:cNvPr id="53" name="图片 52"/>
          <p:cNvPicPr>
            <a:picLocks noChangeAspect="1"/>
          </p:cNvPicPr>
          <p:nvPr/>
        </p:nvPicPr>
        <p:blipFill rotWithShape="1">
          <a:blip r:embed="rId6">
            <a:extLst>
              <a:ext uri="{28A0092B-C50C-407E-A947-70E740481C1C}">
                <a14:useLocalDpi xmlns:a14="http://schemas.microsoft.com/office/drawing/2010/main" val="0"/>
              </a:ext>
            </a:extLst>
          </a:blip>
          <a:srcRect t="33998" b="30798"/>
          <a:stretch/>
        </p:blipFill>
        <p:spPr>
          <a:xfrm>
            <a:off x="14399025" y="285081"/>
            <a:ext cx="3557435" cy="1252373"/>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72184" b="-72184"/>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A12B2A"/>
            </a:solidFill>
          </p:spPr>
        </p:sp>
        <p:sp>
          <p:nvSpPr>
            <p:cNvPr id="5" name="TextBox 5"/>
            <p:cNvSpPr txBox="1"/>
            <p:nvPr/>
          </p:nvSpPr>
          <p:spPr>
            <a:xfrm>
              <a:off x="0" y="-47625"/>
              <a:ext cx="4816593" cy="2756958"/>
            </a:xfrm>
            <a:prstGeom prst="rect">
              <a:avLst/>
            </a:prstGeom>
          </p:spPr>
          <p:txBody>
            <a:bodyPr lIns="50800" tIns="50800" rIns="50800" bIns="50800" rtlCol="0" anchor="ctr"/>
            <a:lstStyle/>
            <a:p>
              <a:pPr algn="ctr">
                <a:lnSpc>
                  <a:spcPts val="2660"/>
                </a:lnSpc>
                <a:spcBef>
                  <a:spcPct val="0"/>
                </a:spcBef>
              </a:pPr>
              <a:endParaRPr>
                <a:latin typeface="汉仪许静行楷简" panose="00020600040101010101" charset="-122"/>
              </a:endParaRPr>
            </a:p>
          </p:txBody>
        </p:sp>
      </p:grpSp>
      <p:grpSp>
        <p:nvGrpSpPr>
          <p:cNvPr id="6" name="Group 6"/>
          <p:cNvGrpSpPr/>
          <p:nvPr/>
        </p:nvGrpSpPr>
        <p:grpSpPr>
          <a:xfrm>
            <a:off x="-334323" y="0"/>
            <a:ext cx="18956646" cy="7759456"/>
            <a:chOff x="0" y="0"/>
            <a:chExt cx="25275528" cy="10345941"/>
          </a:xfrm>
        </p:grpSpPr>
        <p:sp>
          <p:nvSpPr>
            <p:cNvPr id="7" name="Freeform 7"/>
            <p:cNvSpPr/>
            <p:nvPr/>
          </p:nvSpPr>
          <p:spPr>
            <a:xfrm>
              <a:off x="0" y="0"/>
              <a:ext cx="6318882" cy="10345941"/>
            </a:xfrm>
            <a:custGeom>
              <a:avLst/>
              <a:gdLst/>
              <a:ahLst/>
              <a:cxnLst/>
              <a:rect l="l" t="t" r="r" b="b"/>
              <a:pathLst>
                <a:path w="6318882" h="10345941">
                  <a:moveTo>
                    <a:pt x="0" y="0"/>
                  </a:moveTo>
                  <a:lnTo>
                    <a:pt x="6318882" y="0"/>
                  </a:lnTo>
                  <a:lnTo>
                    <a:pt x="6318882" y="10345941"/>
                  </a:lnTo>
                  <a:lnTo>
                    <a:pt x="0" y="10345941"/>
                  </a:lnTo>
                  <a:lnTo>
                    <a:pt x="0" y="0"/>
                  </a:lnTo>
                  <a:close/>
                </a:path>
              </a:pathLst>
            </a:custGeom>
            <a:blipFill>
              <a:blip r:embed="rId4">
                <a:alphaModFix amt="10999"/>
                <a:extLst>
                  <a:ext uri="{96DAC541-7B7A-43D3-8B79-37D633B846F1}">
                    <asvg:svgBlip xmlns="" xmlns:asvg="http://schemas.microsoft.com/office/drawing/2016/SVG/main" r:embed="rId5"/>
                  </a:ext>
                </a:extLst>
              </a:blip>
              <a:stretch>
                <a:fillRect l="-39444" t="-5830" r="-40762" b="-4232"/>
              </a:stretch>
            </a:blipFill>
          </p:spPr>
        </p:sp>
        <p:sp>
          <p:nvSpPr>
            <p:cNvPr id="8" name="Freeform 8"/>
            <p:cNvSpPr/>
            <p:nvPr/>
          </p:nvSpPr>
          <p:spPr>
            <a:xfrm flipH="1">
              <a:off x="6318882" y="0"/>
              <a:ext cx="6318882" cy="10345941"/>
            </a:xfrm>
            <a:custGeom>
              <a:avLst/>
              <a:gdLst/>
              <a:ahLst/>
              <a:cxnLst/>
              <a:rect l="l" t="t" r="r" b="b"/>
              <a:pathLst>
                <a:path w="6318882" h="10345941">
                  <a:moveTo>
                    <a:pt x="6318882" y="0"/>
                  </a:moveTo>
                  <a:lnTo>
                    <a:pt x="0" y="0"/>
                  </a:lnTo>
                  <a:lnTo>
                    <a:pt x="0" y="10345941"/>
                  </a:lnTo>
                  <a:lnTo>
                    <a:pt x="6318882" y="10345941"/>
                  </a:lnTo>
                  <a:lnTo>
                    <a:pt x="6318882" y="0"/>
                  </a:lnTo>
                  <a:close/>
                </a:path>
              </a:pathLst>
            </a:custGeom>
            <a:blipFill>
              <a:blip r:embed="rId4">
                <a:alphaModFix amt="10999"/>
                <a:extLst>
                  <a:ext uri="{96DAC541-7B7A-43D3-8B79-37D633B846F1}">
                    <asvg:svgBlip xmlns="" xmlns:asvg="http://schemas.microsoft.com/office/drawing/2016/SVG/main" r:embed="rId5"/>
                  </a:ext>
                </a:extLst>
              </a:blip>
              <a:stretch>
                <a:fillRect l="-39444" t="-5830" r="-40762" b="-4232"/>
              </a:stretch>
            </a:blipFill>
          </p:spPr>
        </p:sp>
        <p:sp>
          <p:nvSpPr>
            <p:cNvPr id="9" name="Freeform 9"/>
            <p:cNvSpPr/>
            <p:nvPr/>
          </p:nvSpPr>
          <p:spPr>
            <a:xfrm>
              <a:off x="12637764" y="0"/>
              <a:ext cx="6318882" cy="10345941"/>
            </a:xfrm>
            <a:custGeom>
              <a:avLst/>
              <a:gdLst/>
              <a:ahLst/>
              <a:cxnLst/>
              <a:rect l="l" t="t" r="r" b="b"/>
              <a:pathLst>
                <a:path w="6318882" h="10345941">
                  <a:moveTo>
                    <a:pt x="0" y="0"/>
                  </a:moveTo>
                  <a:lnTo>
                    <a:pt x="6318882" y="0"/>
                  </a:lnTo>
                  <a:lnTo>
                    <a:pt x="6318882" y="10345941"/>
                  </a:lnTo>
                  <a:lnTo>
                    <a:pt x="0" y="10345941"/>
                  </a:lnTo>
                  <a:lnTo>
                    <a:pt x="0" y="0"/>
                  </a:lnTo>
                  <a:close/>
                </a:path>
              </a:pathLst>
            </a:custGeom>
            <a:blipFill>
              <a:blip r:embed="rId4">
                <a:alphaModFix amt="10999"/>
                <a:extLst>
                  <a:ext uri="{96DAC541-7B7A-43D3-8B79-37D633B846F1}">
                    <asvg:svgBlip xmlns="" xmlns:asvg="http://schemas.microsoft.com/office/drawing/2016/SVG/main" r:embed="rId5"/>
                  </a:ext>
                </a:extLst>
              </a:blip>
              <a:stretch>
                <a:fillRect l="-39444" t="-5830" r="-40762" b="-4232"/>
              </a:stretch>
            </a:blipFill>
          </p:spPr>
        </p:sp>
        <p:sp>
          <p:nvSpPr>
            <p:cNvPr id="10" name="Freeform 10"/>
            <p:cNvSpPr/>
            <p:nvPr/>
          </p:nvSpPr>
          <p:spPr>
            <a:xfrm flipH="1">
              <a:off x="18956646" y="0"/>
              <a:ext cx="6318882" cy="10345941"/>
            </a:xfrm>
            <a:custGeom>
              <a:avLst/>
              <a:gdLst/>
              <a:ahLst/>
              <a:cxnLst/>
              <a:rect l="l" t="t" r="r" b="b"/>
              <a:pathLst>
                <a:path w="6318882" h="10345941">
                  <a:moveTo>
                    <a:pt x="6318882" y="0"/>
                  </a:moveTo>
                  <a:lnTo>
                    <a:pt x="0" y="0"/>
                  </a:lnTo>
                  <a:lnTo>
                    <a:pt x="0" y="10345941"/>
                  </a:lnTo>
                  <a:lnTo>
                    <a:pt x="6318882" y="10345941"/>
                  </a:lnTo>
                  <a:lnTo>
                    <a:pt x="6318882" y="0"/>
                  </a:lnTo>
                  <a:close/>
                </a:path>
              </a:pathLst>
            </a:custGeom>
            <a:blipFill>
              <a:blip r:embed="rId4">
                <a:alphaModFix amt="10999"/>
                <a:extLst>
                  <a:ext uri="{96DAC541-7B7A-43D3-8B79-37D633B846F1}">
                    <asvg:svgBlip xmlns="" xmlns:asvg="http://schemas.microsoft.com/office/drawing/2016/SVG/main" r:embed="rId5"/>
                  </a:ext>
                </a:extLst>
              </a:blip>
              <a:stretch>
                <a:fillRect l="-39444" t="-5830" r="-40762" b="-4232"/>
              </a:stretch>
            </a:blipFill>
          </p:spPr>
        </p:sp>
      </p:grpSp>
      <p:sp>
        <p:nvSpPr>
          <p:cNvPr id="11" name="TextBox 11"/>
          <p:cNvSpPr txBox="1"/>
          <p:nvPr/>
        </p:nvSpPr>
        <p:spPr>
          <a:xfrm>
            <a:off x="-498493" y="8648711"/>
            <a:ext cx="23599991" cy="1809006"/>
          </a:xfrm>
          <a:prstGeom prst="rect">
            <a:avLst/>
          </a:prstGeom>
        </p:spPr>
        <p:txBody>
          <a:bodyPr lIns="0" tIns="0" rIns="0" bIns="0" rtlCol="0" anchor="t">
            <a:spAutoFit/>
          </a:bodyPr>
          <a:lstStyle/>
          <a:p>
            <a:pPr>
              <a:lnSpc>
                <a:spcPts val="7010"/>
              </a:lnSpc>
            </a:pPr>
            <a:r>
              <a:rPr lang="en-US" sz="7010" spc="-378">
                <a:solidFill>
                  <a:srgbClr val="22211E">
                    <a:alpha val="6667"/>
                  </a:srgbClr>
                </a:solidFill>
                <a:latin typeface="汉仪许静行楷简" panose="00020600040101010101" charset="-122"/>
                <a:ea typeface="HYQinChuanFeiYing" panose="00020600040101010101"/>
              </a:rPr>
              <a:t>增强狠抓落实本领，坚持说实话、谋实事、出实招、求实效，把雷厉风行和久久为功有机结合起</a:t>
            </a:r>
          </a:p>
        </p:txBody>
      </p:sp>
      <p:sp>
        <p:nvSpPr>
          <p:cNvPr id="12" name="Freeform 12"/>
          <p:cNvSpPr/>
          <p:nvPr/>
        </p:nvSpPr>
        <p:spPr>
          <a:xfrm rot="-1055330" flipH="1">
            <a:off x="16523804" y="7463086"/>
            <a:ext cx="2569372" cy="1544683"/>
          </a:xfrm>
          <a:custGeom>
            <a:avLst/>
            <a:gdLst/>
            <a:ahLst/>
            <a:cxnLst/>
            <a:rect l="l" t="t" r="r" b="b"/>
            <a:pathLst>
              <a:path w="2569372" h="1544683">
                <a:moveTo>
                  <a:pt x="2569372" y="0"/>
                </a:moveTo>
                <a:lnTo>
                  <a:pt x="0" y="0"/>
                </a:lnTo>
                <a:lnTo>
                  <a:pt x="0" y="1544682"/>
                </a:lnTo>
                <a:lnTo>
                  <a:pt x="2569372" y="1544682"/>
                </a:lnTo>
                <a:lnTo>
                  <a:pt x="2569372" y="0"/>
                </a:lnTo>
                <a:close/>
              </a:path>
            </a:pathLst>
          </a:custGeom>
          <a:blipFill>
            <a:blip r:embed="rId6"/>
            <a:stretch>
              <a:fillRect l="-73148" t="-64280" r="-19533" b="-3782"/>
            </a:stretch>
          </a:blipFill>
          <a:ln cap="sq">
            <a:noFill/>
            <a:prstDash val="solid"/>
            <a:miter/>
          </a:ln>
        </p:spPr>
      </p:sp>
      <p:sp>
        <p:nvSpPr>
          <p:cNvPr id="13" name="Freeform 13"/>
          <p:cNvSpPr/>
          <p:nvPr/>
        </p:nvSpPr>
        <p:spPr>
          <a:xfrm rot="-381513" flipH="1">
            <a:off x="15435955" y="8475594"/>
            <a:ext cx="2386120" cy="1313078"/>
          </a:xfrm>
          <a:custGeom>
            <a:avLst/>
            <a:gdLst/>
            <a:ahLst/>
            <a:cxnLst/>
            <a:rect l="l" t="t" r="r" b="b"/>
            <a:pathLst>
              <a:path w="2386120" h="1313078">
                <a:moveTo>
                  <a:pt x="2386120" y="0"/>
                </a:moveTo>
                <a:lnTo>
                  <a:pt x="0" y="0"/>
                </a:lnTo>
                <a:lnTo>
                  <a:pt x="0" y="1313078"/>
                </a:lnTo>
                <a:lnTo>
                  <a:pt x="2386120" y="1313078"/>
                </a:lnTo>
                <a:lnTo>
                  <a:pt x="2386120" y="0"/>
                </a:lnTo>
                <a:close/>
              </a:path>
            </a:pathLst>
          </a:custGeom>
          <a:blipFill>
            <a:blip r:embed="rId6"/>
            <a:stretch>
              <a:fillRect l="-73148" t="-70224" r="-19533" b="-13380"/>
            </a:stretch>
          </a:blipFill>
          <a:ln cap="sq">
            <a:noFill/>
            <a:prstDash val="solid"/>
            <a:miter/>
          </a:ln>
        </p:spPr>
      </p:sp>
      <p:sp>
        <p:nvSpPr>
          <p:cNvPr id="14" name="Freeform 14"/>
          <p:cNvSpPr/>
          <p:nvPr/>
        </p:nvSpPr>
        <p:spPr>
          <a:xfrm>
            <a:off x="0" y="7735809"/>
            <a:ext cx="1795417" cy="1812877"/>
          </a:xfrm>
          <a:custGeom>
            <a:avLst/>
            <a:gdLst/>
            <a:ahLst/>
            <a:cxnLst/>
            <a:rect l="l" t="t" r="r" b="b"/>
            <a:pathLst>
              <a:path w="1795417" h="1812877">
                <a:moveTo>
                  <a:pt x="0" y="0"/>
                </a:moveTo>
                <a:lnTo>
                  <a:pt x="1795417" y="0"/>
                </a:lnTo>
                <a:lnTo>
                  <a:pt x="1795417" y="1812877"/>
                </a:lnTo>
                <a:lnTo>
                  <a:pt x="0" y="1812877"/>
                </a:lnTo>
                <a:lnTo>
                  <a:pt x="0" y="0"/>
                </a:lnTo>
                <a:close/>
              </a:path>
            </a:pathLst>
          </a:custGeom>
          <a:blipFill>
            <a:blip r:embed="rId7"/>
            <a:stretch>
              <a:fillRect l="-100000" t="-322" r="-244" b="-322"/>
            </a:stretch>
          </a:blipFill>
          <a:ln cap="sq">
            <a:noFill/>
            <a:prstDash val="solid"/>
            <a:miter/>
          </a:ln>
        </p:spPr>
      </p:sp>
      <p:sp>
        <p:nvSpPr>
          <p:cNvPr id="15" name="Freeform 15"/>
          <p:cNvSpPr/>
          <p:nvPr/>
        </p:nvSpPr>
        <p:spPr>
          <a:xfrm>
            <a:off x="0" y="5774150"/>
            <a:ext cx="5024359" cy="2041146"/>
          </a:xfrm>
          <a:custGeom>
            <a:avLst/>
            <a:gdLst/>
            <a:ahLst/>
            <a:cxnLst/>
            <a:rect l="l" t="t" r="r" b="b"/>
            <a:pathLst>
              <a:path w="5024359" h="2041146">
                <a:moveTo>
                  <a:pt x="0" y="0"/>
                </a:moveTo>
                <a:lnTo>
                  <a:pt x="5024359" y="0"/>
                </a:lnTo>
                <a:lnTo>
                  <a:pt x="5024359" y="2041145"/>
                </a:lnTo>
                <a:lnTo>
                  <a:pt x="0" y="2041145"/>
                </a:lnTo>
                <a:lnTo>
                  <a:pt x="0" y="0"/>
                </a:lnTo>
                <a:close/>
              </a:path>
            </a:pathLst>
          </a:custGeom>
          <a:blipFill>
            <a:blip r:embed="rId8"/>
            <a:stretch>
              <a:fillRect/>
            </a:stretch>
          </a:blipFill>
          <a:ln cap="sq">
            <a:noFill/>
            <a:prstDash val="solid"/>
            <a:miter/>
          </a:ln>
        </p:spPr>
      </p:sp>
      <p:sp>
        <p:nvSpPr>
          <p:cNvPr id="16" name="Freeform 16"/>
          <p:cNvSpPr/>
          <p:nvPr/>
        </p:nvSpPr>
        <p:spPr>
          <a:xfrm>
            <a:off x="13561998" y="6253897"/>
            <a:ext cx="3843443" cy="1561399"/>
          </a:xfrm>
          <a:custGeom>
            <a:avLst/>
            <a:gdLst/>
            <a:ahLst/>
            <a:cxnLst/>
            <a:rect l="l" t="t" r="r" b="b"/>
            <a:pathLst>
              <a:path w="3843443" h="1561399">
                <a:moveTo>
                  <a:pt x="0" y="0"/>
                </a:moveTo>
                <a:lnTo>
                  <a:pt x="3843444" y="0"/>
                </a:lnTo>
                <a:lnTo>
                  <a:pt x="3843444" y="1561398"/>
                </a:lnTo>
                <a:lnTo>
                  <a:pt x="0" y="1561398"/>
                </a:lnTo>
                <a:lnTo>
                  <a:pt x="0" y="0"/>
                </a:lnTo>
                <a:close/>
              </a:path>
            </a:pathLst>
          </a:custGeom>
          <a:blipFill>
            <a:blip r:embed="rId8"/>
            <a:stretch>
              <a:fillRect/>
            </a:stretch>
          </a:blipFill>
          <a:ln cap="sq">
            <a:noFill/>
            <a:prstDash val="solid"/>
            <a:miter/>
          </a:ln>
        </p:spPr>
      </p:sp>
      <p:sp>
        <p:nvSpPr>
          <p:cNvPr id="17" name="Freeform 17"/>
          <p:cNvSpPr/>
          <p:nvPr/>
        </p:nvSpPr>
        <p:spPr>
          <a:xfrm>
            <a:off x="4105273" y="5720138"/>
            <a:ext cx="3423615" cy="1390843"/>
          </a:xfrm>
          <a:custGeom>
            <a:avLst/>
            <a:gdLst/>
            <a:ahLst/>
            <a:cxnLst/>
            <a:rect l="l" t="t" r="r" b="b"/>
            <a:pathLst>
              <a:path w="3423615" h="1390843">
                <a:moveTo>
                  <a:pt x="0" y="0"/>
                </a:moveTo>
                <a:lnTo>
                  <a:pt x="3423614" y="0"/>
                </a:lnTo>
                <a:lnTo>
                  <a:pt x="3423614" y="1390843"/>
                </a:lnTo>
                <a:lnTo>
                  <a:pt x="0" y="1390843"/>
                </a:lnTo>
                <a:lnTo>
                  <a:pt x="0" y="0"/>
                </a:lnTo>
                <a:close/>
              </a:path>
            </a:pathLst>
          </a:custGeom>
          <a:blipFill>
            <a:blip r:embed="rId8"/>
            <a:stretch>
              <a:fillRect/>
            </a:stretch>
          </a:blipFill>
          <a:ln cap="sq">
            <a:noFill/>
            <a:prstDash val="solid"/>
            <a:miter/>
          </a:ln>
        </p:spPr>
      </p:sp>
      <p:sp>
        <p:nvSpPr>
          <p:cNvPr id="18" name="Freeform 18"/>
          <p:cNvSpPr/>
          <p:nvPr/>
        </p:nvSpPr>
        <p:spPr>
          <a:xfrm>
            <a:off x="236512" y="6253897"/>
            <a:ext cx="17571978" cy="4033103"/>
          </a:xfrm>
          <a:custGeom>
            <a:avLst/>
            <a:gdLst/>
            <a:ahLst/>
            <a:cxnLst/>
            <a:rect l="l" t="t" r="r" b="b"/>
            <a:pathLst>
              <a:path w="17571978" h="4033103">
                <a:moveTo>
                  <a:pt x="0" y="0"/>
                </a:moveTo>
                <a:lnTo>
                  <a:pt x="17571978" y="0"/>
                </a:lnTo>
                <a:lnTo>
                  <a:pt x="17571978" y="4033103"/>
                </a:lnTo>
                <a:lnTo>
                  <a:pt x="0" y="4033103"/>
                </a:lnTo>
                <a:lnTo>
                  <a:pt x="0" y="0"/>
                </a:lnTo>
                <a:close/>
              </a:path>
            </a:pathLst>
          </a:custGeom>
          <a:blipFill>
            <a:blip r:embed="rId9"/>
            <a:stretch>
              <a:fillRect l="-1547" t="-93430" r="-2527" b="-56384"/>
            </a:stretch>
          </a:blipFill>
          <a:ln cap="sq">
            <a:noFill/>
            <a:prstDash val="solid"/>
            <a:miter/>
          </a:ln>
        </p:spPr>
      </p:sp>
      <p:sp>
        <p:nvSpPr>
          <p:cNvPr id="19" name="Freeform 19"/>
          <p:cNvSpPr/>
          <p:nvPr/>
        </p:nvSpPr>
        <p:spPr>
          <a:xfrm>
            <a:off x="0" y="8347501"/>
            <a:ext cx="3590834" cy="1939499"/>
          </a:xfrm>
          <a:custGeom>
            <a:avLst/>
            <a:gdLst/>
            <a:ahLst/>
            <a:cxnLst/>
            <a:rect l="l" t="t" r="r" b="b"/>
            <a:pathLst>
              <a:path w="3590834" h="1939499">
                <a:moveTo>
                  <a:pt x="0" y="0"/>
                </a:moveTo>
                <a:lnTo>
                  <a:pt x="3590834" y="0"/>
                </a:lnTo>
                <a:lnTo>
                  <a:pt x="3590834" y="1939499"/>
                </a:lnTo>
                <a:lnTo>
                  <a:pt x="0" y="1939499"/>
                </a:lnTo>
                <a:lnTo>
                  <a:pt x="0" y="0"/>
                </a:lnTo>
                <a:close/>
              </a:path>
            </a:pathLst>
          </a:custGeom>
          <a:blipFill>
            <a:blip r:embed="rId10"/>
            <a:stretch>
              <a:fillRect l="-31667" r="-160" b="-23865"/>
            </a:stretch>
          </a:blipFill>
          <a:ln cap="sq">
            <a:noFill/>
            <a:prstDash val="solid"/>
            <a:miter/>
          </a:ln>
        </p:spPr>
      </p:sp>
      <p:sp>
        <p:nvSpPr>
          <p:cNvPr id="20" name="Freeform 20"/>
          <p:cNvSpPr/>
          <p:nvPr/>
        </p:nvSpPr>
        <p:spPr>
          <a:xfrm>
            <a:off x="0" y="9833777"/>
            <a:ext cx="7320253" cy="453223"/>
          </a:xfrm>
          <a:custGeom>
            <a:avLst/>
            <a:gdLst/>
            <a:ahLst/>
            <a:cxnLst/>
            <a:rect l="l" t="t" r="r" b="b"/>
            <a:pathLst>
              <a:path w="7320253" h="453223">
                <a:moveTo>
                  <a:pt x="0" y="0"/>
                </a:moveTo>
                <a:lnTo>
                  <a:pt x="7320253" y="0"/>
                </a:lnTo>
                <a:lnTo>
                  <a:pt x="7320253" y="453223"/>
                </a:lnTo>
                <a:lnTo>
                  <a:pt x="0" y="453223"/>
                </a:lnTo>
                <a:lnTo>
                  <a:pt x="0" y="0"/>
                </a:lnTo>
                <a:close/>
              </a:path>
            </a:pathLst>
          </a:custGeom>
          <a:blipFill>
            <a:blip r:embed="rId11"/>
            <a:stretch>
              <a:fillRect b="-746947"/>
            </a:stretch>
          </a:blipFill>
          <a:ln cap="sq">
            <a:noFill/>
            <a:prstDash val="solid"/>
            <a:miter/>
          </a:ln>
        </p:spPr>
      </p:sp>
      <p:grpSp>
        <p:nvGrpSpPr>
          <p:cNvPr id="23" name="Group 23"/>
          <p:cNvGrpSpPr/>
          <p:nvPr/>
        </p:nvGrpSpPr>
        <p:grpSpPr>
          <a:xfrm>
            <a:off x="6218396" y="1484253"/>
            <a:ext cx="10920115" cy="4500760"/>
            <a:chOff x="0" y="0"/>
            <a:chExt cx="14560154" cy="6001013"/>
          </a:xfrm>
        </p:grpSpPr>
        <p:sp>
          <p:nvSpPr>
            <p:cNvPr id="24" name="Freeform 24"/>
            <p:cNvSpPr/>
            <p:nvPr/>
          </p:nvSpPr>
          <p:spPr>
            <a:xfrm>
              <a:off x="1090648" y="5291659"/>
              <a:ext cx="610101" cy="610101"/>
            </a:xfrm>
            <a:custGeom>
              <a:avLst/>
              <a:gdLst/>
              <a:ahLst/>
              <a:cxnLst/>
              <a:rect l="l" t="t" r="r" b="b"/>
              <a:pathLst>
                <a:path w="610101" h="610101">
                  <a:moveTo>
                    <a:pt x="0" y="0"/>
                  </a:moveTo>
                  <a:lnTo>
                    <a:pt x="610101" y="0"/>
                  </a:lnTo>
                  <a:lnTo>
                    <a:pt x="610101" y="610101"/>
                  </a:lnTo>
                  <a:lnTo>
                    <a:pt x="0" y="610101"/>
                  </a:lnTo>
                  <a:lnTo>
                    <a:pt x="0" y="0"/>
                  </a:lnTo>
                  <a:close/>
                </a:path>
              </a:pathLst>
            </a:custGeom>
            <a:blipFill>
              <a:blip r:embed="rId12">
                <a:extLst>
                  <a:ext uri="{96DAC541-7B7A-43D3-8B79-37D633B846F1}">
                    <asvg:svgBlip xmlns="" xmlns:asvg="http://schemas.microsoft.com/office/drawing/2016/SVG/main" r:embed="rId13"/>
                  </a:ext>
                </a:extLst>
              </a:blip>
              <a:stretch>
                <a:fillRect/>
              </a:stretch>
            </a:blipFill>
          </p:spPr>
        </p:sp>
        <p:sp>
          <p:nvSpPr>
            <p:cNvPr id="25" name="Freeform 25"/>
            <p:cNvSpPr/>
            <p:nvPr/>
          </p:nvSpPr>
          <p:spPr>
            <a:xfrm>
              <a:off x="927347" y="4218093"/>
              <a:ext cx="911303" cy="552477"/>
            </a:xfrm>
            <a:custGeom>
              <a:avLst/>
              <a:gdLst/>
              <a:ahLst/>
              <a:cxnLst/>
              <a:rect l="l" t="t" r="r" b="b"/>
              <a:pathLst>
                <a:path w="911303" h="552477">
                  <a:moveTo>
                    <a:pt x="0" y="0"/>
                  </a:moveTo>
                  <a:lnTo>
                    <a:pt x="911303" y="0"/>
                  </a:lnTo>
                  <a:lnTo>
                    <a:pt x="911303" y="552478"/>
                  </a:lnTo>
                  <a:lnTo>
                    <a:pt x="0" y="552478"/>
                  </a:lnTo>
                  <a:lnTo>
                    <a:pt x="0" y="0"/>
                  </a:lnTo>
                  <a:close/>
                </a:path>
              </a:pathLst>
            </a:custGeom>
            <a:blipFill>
              <a:blip r:embed="rId14">
                <a:extLst>
                  <a:ext uri="{96DAC541-7B7A-43D3-8B79-37D633B846F1}">
                    <asvg:svgBlip xmlns="" xmlns:asvg="http://schemas.microsoft.com/office/drawing/2016/SVG/main" r:embed="rId15"/>
                  </a:ext>
                </a:extLst>
              </a:blip>
              <a:stretch>
                <a:fillRect/>
              </a:stretch>
            </a:blipFill>
          </p:spPr>
        </p:sp>
        <p:sp>
          <p:nvSpPr>
            <p:cNvPr id="26" name="TextBox 26"/>
            <p:cNvSpPr txBox="1"/>
            <p:nvPr/>
          </p:nvSpPr>
          <p:spPr>
            <a:xfrm>
              <a:off x="1925799" y="3873885"/>
              <a:ext cx="3437928" cy="1062990"/>
            </a:xfrm>
            <a:prstGeom prst="rect">
              <a:avLst/>
            </a:prstGeom>
          </p:spPr>
          <p:txBody>
            <a:bodyPr lIns="0" tIns="0" rIns="0" bIns="0" rtlCol="0" anchor="t">
              <a:spAutoFit/>
            </a:bodyPr>
            <a:lstStyle/>
            <a:p>
              <a:pPr algn="ctr">
                <a:lnSpc>
                  <a:spcPts val="6720"/>
                </a:lnSpc>
              </a:pPr>
              <a:r>
                <a:rPr lang="en-US" sz="4800">
                  <a:solidFill>
                    <a:srgbClr val="FCF7EE"/>
                  </a:solidFill>
                  <a:latin typeface="汉仪许静行楷简" panose="00020600040101010101" charset="-122"/>
                  <a:ea typeface="HYXuJingXingKai" panose="00020600040101010101"/>
                </a:rPr>
                <a:t>汇报人：</a:t>
              </a:r>
            </a:p>
          </p:txBody>
        </p:sp>
        <p:sp>
          <p:nvSpPr>
            <p:cNvPr id="27" name="TextBox 27"/>
            <p:cNvSpPr txBox="1"/>
            <p:nvPr/>
          </p:nvSpPr>
          <p:spPr>
            <a:xfrm>
              <a:off x="1925799" y="4938023"/>
              <a:ext cx="4159621" cy="1062990"/>
            </a:xfrm>
            <a:prstGeom prst="rect">
              <a:avLst/>
            </a:prstGeom>
          </p:spPr>
          <p:txBody>
            <a:bodyPr lIns="0" tIns="0" rIns="0" bIns="0" rtlCol="0" anchor="t">
              <a:spAutoFit/>
            </a:bodyPr>
            <a:lstStyle/>
            <a:p>
              <a:pPr algn="ctr">
                <a:lnSpc>
                  <a:spcPts val="6720"/>
                </a:lnSpc>
              </a:pPr>
              <a:r>
                <a:rPr lang="en-US" sz="4800">
                  <a:solidFill>
                    <a:srgbClr val="FCF7EE"/>
                  </a:solidFill>
                  <a:latin typeface="汉仪许静行楷简" panose="00020600040101010101" charset="-122"/>
                  <a:ea typeface="HYXuJingXingKai" panose="00020600040101010101"/>
                </a:rPr>
                <a:t>汇报时间：</a:t>
              </a:r>
            </a:p>
          </p:txBody>
        </p:sp>
        <p:sp>
          <p:nvSpPr>
            <p:cNvPr id="28" name="TextBox 28"/>
            <p:cNvSpPr txBox="1"/>
            <p:nvPr/>
          </p:nvSpPr>
          <p:spPr>
            <a:xfrm>
              <a:off x="0" y="400050"/>
              <a:ext cx="14560154" cy="3050111"/>
            </a:xfrm>
            <a:prstGeom prst="rect">
              <a:avLst/>
            </a:prstGeom>
          </p:spPr>
          <p:txBody>
            <a:bodyPr lIns="0" tIns="0" rIns="0" bIns="0" rtlCol="0" anchor="t">
              <a:spAutoFit/>
            </a:bodyPr>
            <a:lstStyle/>
            <a:p>
              <a:pPr algn="ctr">
                <a:lnSpc>
                  <a:spcPts val="16150"/>
                </a:lnSpc>
              </a:pPr>
              <a:r>
                <a:rPr lang="en-US" sz="17000">
                  <a:solidFill>
                    <a:srgbClr val="FCF7EE"/>
                  </a:solidFill>
                  <a:latin typeface="汉仪许静行楷简" panose="00020600040101010101" charset="-122"/>
                  <a:ea typeface="HYXuJingXingKai" panose="00020600040101010101"/>
                </a:rPr>
                <a:t>感谢观看！</a:t>
              </a:r>
            </a:p>
          </p:txBody>
        </p:sp>
      </p:grpSp>
      <p:sp>
        <p:nvSpPr>
          <p:cNvPr id="29" name="Freeform 29"/>
          <p:cNvSpPr/>
          <p:nvPr/>
        </p:nvSpPr>
        <p:spPr>
          <a:xfrm>
            <a:off x="15425745" y="5239716"/>
            <a:ext cx="2382745" cy="667332"/>
          </a:xfrm>
          <a:custGeom>
            <a:avLst/>
            <a:gdLst/>
            <a:ahLst/>
            <a:cxnLst/>
            <a:rect l="l" t="t" r="r" b="b"/>
            <a:pathLst>
              <a:path w="2382745" h="667332">
                <a:moveTo>
                  <a:pt x="0" y="0"/>
                </a:moveTo>
                <a:lnTo>
                  <a:pt x="2382745" y="0"/>
                </a:lnTo>
                <a:lnTo>
                  <a:pt x="2382745" y="667332"/>
                </a:lnTo>
                <a:lnTo>
                  <a:pt x="0" y="667332"/>
                </a:lnTo>
                <a:lnTo>
                  <a:pt x="0" y="0"/>
                </a:lnTo>
                <a:close/>
              </a:path>
            </a:pathLst>
          </a:custGeom>
          <a:blipFill>
            <a:blip r:embed="rId16"/>
            <a:stretch>
              <a:fillRect/>
            </a:stretch>
          </a:blipFill>
        </p:spPr>
      </p:sp>
      <p:sp>
        <p:nvSpPr>
          <p:cNvPr id="30" name="Freeform 30"/>
          <p:cNvSpPr/>
          <p:nvPr/>
        </p:nvSpPr>
        <p:spPr>
          <a:xfrm>
            <a:off x="5270865" y="1028700"/>
            <a:ext cx="2382745" cy="667332"/>
          </a:xfrm>
          <a:custGeom>
            <a:avLst/>
            <a:gdLst/>
            <a:ahLst/>
            <a:cxnLst/>
            <a:rect l="l" t="t" r="r" b="b"/>
            <a:pathLst>
              <a:path w="2382745" h="667332">
                <a:moveTo>
                  <a:pt x="0" y="0"/>
                </a:moveTo>
                <a:lnTo>
                  <a:pt x="2382745" y="0"/>
                </a:lnTo>
                <a:lnTo>
                  <a:pt x="2382745" y="667332"/>
                </a:lnTo>
                <a:lnTo>
                  <a:pt x="0" y="667332"/>
                </a:lnTo>
                <a:lnTo>
                  <a:pt x="0" y="0"/>
                </a:lnTo>
                <a:close/>
              </a:path>
            </a:pathLst>
          </a:custGeom>
          <a:blipFill>
            <a:blip r:embed="rId16"/>
            <a:stretch>
              <a:fillRect/>
            </a:stretch>
          </a:blipFill>
        </p:spPr>
      </p:sp>
      <p:sp>
        <p:nvSpPr>
          <p:cNvPr id="31" name="Freeform 31"/>
          <p:cNvSpPr/>
          <p:nvPr/>
        </p:nvSpPr>
        <p:spPr>
          <a:xfrm>
            <a:off x="670201" y="2457203"/>
            <a:ext cx="4981725" cy="3449845"/>
          </a:xfrm>
          <a:custGeom>
            <a:avLst/>
            <a:gdLst/>
            <a:ahLst/>
            <a:cxnLst/>
            <a:rect l="l" t="t" r="r" b="b"/>
            <a:pathLst>
              <a:path w="4981725" h="3449845">
                <a:moveTo>
                  <a:pt x="0" y="0"/>
                </a:moveTo>
                <a:lnTo>
                  <a:pt x="4981725" y="0"/>
                </a:lnTo>
                <a:lnTo>
                  <a:pt x="4981725" y="3449845"/>
                </a:lnTo>
                <a:lnTo>
                  <a:pt x="0" y="3449845"/>
                </a:lnTo>
                <a:lnTo>
                  <a:pt x="0" y="0"/>
                </a:lnTo>
                <a:close/>
              </a:path>
            </a:pathLst>
          </a:custGeom>
          <a:blipFill>
            <a:blip r:embed="rId17">
              <a:extLst>
                <a:ext uri="{96DAC541-7B7A-43D3-8B79-37D633B846F1}">
                  <asvg:svgBlip xmlns="" xmlns:asvg="http://schemas.microsoft.com/office/drawing/2016/SVG/main" r:embed="rId18"/>
                </a:ext>
              </a:extLst>
            </a:blip>
            <a:stretch>
              <a:fillRect/>
            </a:stretch>
          </a:blipFill>
        </p:spPr>
      </p:sp>
      <p:sp>
        <p:nvSpPr>
          <p:cNvPr id="35" name="Freeform 21"/>
          <p:cNvSpPr/>
          <p:nvPr/>
        </p:nvSpPr>
        <p:spPr>
          <a:xfrm flipH="1">
            <a:off x="12100560" y="9833777"/>
            <a:ext cx="7320253" cy="453223"/>
          </a:xfrm>
          <a:custGeom>
            <a:avLst/>
            <a:gdLst/>
            <a:ahLst/>
            <a:cxnLst/>
            <a:rect l="l" t="t" r="r" b="b"/>
            <a:pathLst>
              <a:path w="7320253" h="453223">
                <a:moveTo>
                  <a:pt x="0" y="0"/>
                </a:moveTo>
                <a:lnTo>
                  <a:pt x="7320253" y="0"/>
                </a:lnTo>
                <a:lnTo>
                  <a:pt x="7320253" y="453223"/>
                </a:lnTo>
                <a:lnTo>
                  <a:pt x="0" y="453223"/>
                </a:lnTo>
                <a:lnTo>
                  <a:pt x="0" y="0"/>
                </a:lnTo>
                <a:close/>
              </a:path>
            </a:pathLst>
          </a:custGeom>
          <a:blipFill>
            <a:blip r:embed="rId19"/>
            <a:stretch>
              <a:fillRect b="-746947"/>
            </a:stretch>
          </a:blipFill>
          <a:ln cap="sq">
            <a:noFill/>
            <a:prstDash val="solid"/>
            <a:miter/>
          </a:ln>
        </p:spPr>
      </p:sp>
      <p:sp>
        <p:nvSpPr>
          <p:cNvPr id="36" name="Freeform 23"/>
          <p:cNvSpPr/>
          <p:nvPr/>
        </p:nvSpPr>
        <p:spPr>
          <a:xfrm rot="20912819" flipH="1">
            <a:off x="15189835" y="8457565"/>
            <a:ext cx="4008755" cy="2120265"/>
          </a:xfrm>
          <a:custGeom>
            <a:avLst/>
            <a:gdLst/>
            <a:ahLst/>
            <a:cxnLst/>
            <a:rect l="l" t="t" r="r" b="b"/>
            <a:pathLst>
              <a:path w="4815957" h="2525368">
                <a:moveTo>
                  <a:pt x="4815957" y="0"/>
                </a:moveTo>
                <a:lnTo>
                  <a:pt x="0" y="0"/>
                </a:lnTo>
                <a:lnTo>
                  <a:pt x="0" y="2525368"/>
                </a:lnTo>
                <a:lnTo>
                  <a:pt x="4815957" y="2525368"/>
                </a:lnTo>
                <a:lnTo>
                  <a:pt x="4815957" y="0"/>
                </a:lnTo>
                <a:close/>
              </a:path>
            </a:pathLst>
          </a:custGeom>
          <a:blipFill>
            <a:blip r:embed="rId19"/>
            <a:stretch>
              <a:fillRect/>
            </a:stretch>
          </a:blipFill>
        </p:spPr>
      </p:sp>
      <p:pic>
        <p:nvPicPr>
          <p:cNvPr id="33" name="图片 32"/>
          <p:cNvPicPr>
            <a:picLocks noChangeAspect="1"/>
          </p:cNvPicPr>
          <p:nvPr/>
        </p:nvPicPr>
        <p:blipFill rotWithShape="1">
          <a:blip r:embed="rId20">
            <a:extLst>
              <a:ext uri="{28A0092B-C50C-407E-A947-70E740481C1C}">
                <a14:useLocalDpi xmlns:a14="http://schemas.microsoft.com/office/drawing/2010/main" val="0"/>
              </a:ext>
            </a:extLst>
          </a:blip>
          <a:srcRect t="11484" r="7268" b="58112"/>
          <a:stretch/>
        </p:blipFill>
        <p:spPr>
          <a:xfrm>
            <a:off x="14033899" y="216805"/>
            <a:ext cx="4415785" cy="14478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424</Words>
  <Application>Microsoft Office PowerPoint</Application>
  <PresentationFormat>自定义</PresentationFormat>
  <Paragraphs>156</Paragraphs>
  <Slides>16</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16</vt:i4>
      </vt:variant>
    </vt:vector>
  </HeadingPairs>
  <TitlesOfParts>
    <vt:vector size="24" baseType="lpstr">
      <vt:lpstr>HYXuJingXingKai</vt:lpstr>
      <vt:lpstr>汉仪许静行楷简</vt:lpstr>
      <vt:lpstr>Calibri</vt:lpstr>
      <vt:lpstr>HYQinChuanFeiYing</vt:lpstr>
      <vt:lpstr>Arial</vt:lpstr>
      <vt:lpstr>Microsoft Sans Serif</vt:lpstr>
      <vt:lpstr>宋体</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橘红色中国风简约年终总结通用课件演示文稿</dc:title>
  <dc:creator>Lenovo</dc:creator>
  <cp:lastModifiedBy>Lenovo</cp:lastModifiedBy>
  <cp:revision>10</cp:revision>
  <dcterms:created xsi:type="dcterms:W3CDTF">2006-08-16T00:00:00Z</dcterms:created>
  <dcterms:modified xsi:type="dcterms:W3CDTF">2024-03-01T15:00:11Z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2052-11.8.2.8506</vt:lpwstr>
  </property>
  <property fmtid="{D5CDD505-2E9C-101B-9397-08002B2CF9AE}" pid="3" name="NXPowerLiteLastOptimized">
    <vt:lpwstr>7758852</vt:lpwstr>
  </property>
  <property fmtid="{D5CDD505-2E9C-101B-9397-08002B2CF9AE}" pid="4" name="NXPowerLiteSettings">
    <vt:lpwstr>F7000400038000</vt:lpwstr>
  </property>
  <property fmtid="{D5CDD505-2E9C-101B-9397-08002B2CF9AE}" pid="5" name="NXPowerLiteVersion">
    <vt:lpwstr>S10.2.0</vt:lpwstr>
  </property>
</Properties>
</file>