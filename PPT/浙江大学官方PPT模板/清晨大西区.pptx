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65" r:id="rId5"/>
    <p:sldId id="264" r:id="rId6"/>
    <p:sldId id="260" r:id="rId7"/>
    <p:sldId id="262" r:id="rId8"/>
    <p:sldId id="269" r:id="rId9"/>
    <p:sldId id="259" r:id="rId10"/>
    <p:sldId id="266" r:id="rId11"/>
    <p:sldId id="267" r:id="rId12"/>
    <p:sldId id="261" r:id="rId13"/>
    <p:sldId id="268" r:id="rId14"/>
    <p:sldId id="270" r:id="rId15"/>
    <p:sldId id="263" r:id="rId16"/>
    <p:sldId id="271" r:id="rId17"/>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4B45"/>
    <a:srgbClr val="F1B60F"/>
    <a:srgbClr val="EC8464"/>
    <a:srgbClr val="727131"/>
    <a:srgbClr val="C4654D"/>
    <a:srgbClr val="E7653D"/>
    <a:srgbClr val="904820"/>
    <a:srgbClr val="BD4C2D"/>
    <a:srgbClr val="D045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95" autoAdjust="0"/>
    <p:restoredTop sz="94660"/>
  </p:normalViewPr>
  <p:slideViewPr>
    <p:cSldViewPr snapToGrid="0">
      <p:cViewPr>
        <p:scale>
          <a:sx n="75" d="100"/>
          <a:sy n="75" d="100"/>
        </p:scale>
        <p:origin x="1920"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258320-C568-4939-93B9-711577EFBB4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4F664-03FC-4431-AB50-2C3A7D099921}" type="datetimeFigureOut">
              <a:rPr lang="zh-CN" altLang="en-US" smtClean="0"/>
              <a:t>2023/5/9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258320-C568-4939-93B9-711577EFBB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4FA4ED6-8615-4836-A5D9-6C50ECF4062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文本框 8"/>
          <p:cNvSpPr txBox="1"/>
          <p:nvPr/>
        </p:nvSpPr>
        <p:spPr>
          <a:xfrm>
            <a:off x="902339" y="3429000"/>
            <a:ext cx="5506636" cy="1323439"/>
          </a:xfrm>
          <a:prstGeom prst="rect">
            <a:avLst/>
          </a:prstGeom>
          <a:noFill/>
        </p:spPr>
        <p:txBody>
          <a:bodyPr wrap="none" rtlCol="0">
            <a:spAutoFit/>
          </a:bodyPr>
          <a:lstStyle/>
          <a:p>
            <a:r>
              <a:rPr lang="zh-CN" altLang="en-US" sz="8000" b="1" spc="3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大西区清晨</a:t>
            </a:r>
          </a:p>
        </p:txBody>
      </p:sp>
      <p:cxnSp>
        <p:nvCxnSpPr>
          <p:cNvPr id="10" name="直接连接符 9"/>
          <p:cNvCxnSpPr/>
          <p:nvPr/>
        </p:nvCxnSpPr>
        <p:spPr>
          <a:xfrm>
            <a:off x="979823" y="5045434"/>
            <a:ext cx="5351669" cy="0"/>
          </a:xfrm>
          <a:prstGeom prst="line">
            <a:avLst/>
          </a:prstGeom>
          <a:ln w="28575">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979823" y="5309571"/>
            <a:ext cx="4416594" cy="581057"/>
          </a:xfrm>
          <a:prstGeom prst="rect">
            <a:avLst/>
          </a:prstGeom>
          <a:noFill/>
        </p:spPr>
        <p:txBody>
          <a:bodyPr wrap="none" rtlCol="0">
            <a:spAutoFit/>
          </a:bodyPr>
          <a:lstStyle/>
          <a:p>
            <a:pPr>
              <a:lnSpc>
                <a:spcPct val="150000"/>
              </a:lnSpc>
            </a:pP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汇报人：</a:t>
            </a:r>
            <a:r>
              <a:rPr lang="en-US" altLang="zh-CN"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                </a:t>
            </a: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汇报时间：</a:t>
            </a:r>
          </a:p>
        </p:txBody>
      </p:sp>
      <p:pic>
        <p:nvPicPr>
          <p:cNvPr id="12" name="图形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202" y="280515"/>
            <a:ext cx="1992352" cy="5525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Group 5"/>
          <p:cNvGrpSpPr/>
          <p:nvPr/>
        </p:nvGrpSpPr>
        <p:grpSpPr>
          <a:xfrm rot="-10800000">
            <a:off x="590550" y="4688503"/>
            <a:ext cx="2884685" cy="1655147"/>
            <a:chOff x="0" y="0"/>
            <a:chExt cx="3846246" cy="2206863"/>
          </a:xfrm>
        </p:grpSpPr>
        <p:grpSp>
          <p:nvGrpSpPr>
            <p:cNvPr id="7" name="Group 6"/>
            <p:cNvGrpSpPr/>
            <p:nvPr/>
          </p:nvGrpSpPr>
          <p:grpSpPr>
            <a:xfrm>
              <a:off x="0" y="0"/>
              <a:ext cx="2206863" cy="2206863"/>
              <a:chOff x="0" y="0"/>
              <a:chExt cx="6350000" cy="6350000"/>
            </a:xfrm>
          </p:grpSpPr>
          <p:sp>
            <p:nvSpPr>
              <p:cNvPr id="10"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1B60F"/>
              </a:solidFill>
            </p:spPr>
          </p:sp>
        </p:grpSp>
        <p:grpSp>
          <p:nvGrpSpPr>
            <p:cNvPr id="8" name="Group 8"/>
            <p:cNvGrpSpPr/>
            <p:nvPr/>
          </p:nvGrpSpPr>
          <p:grpSpPr>
            <a:xfrm>
              <a:off x="1639384" y="0"/>
              <a:ext cx="2206863" cy="2206863"/>
              <a:chOff x="0" y="0"/>
              <a:chExt cx="6350000" cy="6350000"/>
            </a:xfrm>
          </p:grpSpPr>
          <p:sp>
            <p:nvSpPr>
              <p:cNvPr id="9"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grpSp>
        <p:nvGrpSpPr>
          <p:cNvPr id="11" name="Group 9"/>
          <p:cNvGrpSpPr/>
          <p:nvPr/>
        </p:nvGrpSpPr>
        <p:grpSpPr>
          <a:xfrm rot="5400000">
            <a:off x="1959320" y="3345663"/>
            <a:ext cx="4017375" cy="166674"/>
            <a:chOff x="0" y="0"/>
            <a:chExt cx="13774954" cy="571500"/>
          </a:xfrm>
        </p:grpSpPr>
        <p:sp>
          <p:nvSpPr>
            <p:cNvPr id="12"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
        <p:nvSpPr>
          <p:cNvPr id="15" name="文本框 14"/>
          <p:cNvSpPr txBox="1"/>
          <p:nvPr/>
        </p:nvSpPr>
        <p:spPr>
          <a:xfrm>
            <a:off x="1490933" y="1260724"/>
            <a:ext cx="2313454" cy="1323439"/>
          </a:xfrm>
          <a:prstGeom prst="rect">
            <a:avLst/>
          </a:prstGeom>
          <a:noFill/>
        </p:spPr>
        <p:txBody>
          <a:bodyPr wrap="square" rtlCol="0">
            <a:spAutoFit/>
          </a:bodyPr>
          <a:lstStyle/>
          <a:p>
            <a:r>
              <a:rPr lang="zh-CN" altLang="en-US" sz="8000" spc="300" dirty="0">
                <a:solidFill>
                  <a:srgbClr val="714B45"/>
                </a:solidFill>
                <a:latin typeface="微软雅黑" panose="020B0503020204020204" pitchFamily="34" charset="-122"/>
                <a:ea typeface="微软雅黑" panose="020B0503020204020204" pitchFamily="34" charset="-122"/>
                <a:sym typeface="Arial Narrow" panose="020B0606020202030204" pitchFamily="34" charset="0"/>
              </a:rPr>
              <a:t>目录</a:t>
            </a:r>
          </a:p>
        </p:txBody>
      </p:sp>
      <p:sp>
        <p:nvSpPr>
          <p:cNvPr id="19" name="文本框 18"/>
          <p:cNvSpPr txBox="1"/>
          <p:nvPr/>
        </p:nvSpPr>
        <p:spPr>
          <a:xfrm>
            <a:off x="4461882" y="3315767"/>
            <a:ext cx="460297" cy="261610"/>
          </a:xfrm>
          <a:prstGeom prst="rect">
            <a:avLst/>
          </a:prstGeom>
          <a:noFill/>
        </p:spPr>
        <p:txBody>
          <a:bodyPr wrap="square" rtlCol="0">
            <a:spAutoFit/>
          </a:bodyPr>
          <a:lstStyle/>
          <a:p>
            <a:r>
              <a:rPr lang="en-US" altLang="zh-CN" sz="1100" dirty="0">
                <a:solidFill>
                  <a:schemeClr val="bg1"/>
                </a:solidFill>
              </a:rPr>
              <a:t> 01</a:t>
            </a:r>
          </a:p>
        </p:txBody>
      </p:sp>
      <p:grpSp>
        <p:nvGrpSpPr>
          <p:cNvPr id="20" name="Group 10"/>
          <p:cNvGrpSpPr/>
          <p:nvPr/>
        </p:nvGrpSpPr>
        <p:grpSpPr>
          <a:xfrm>
            <a:off x="4461882" y="1606891"/>
            <a:ext cx="5057152" cy="781319"/>
            <a:chOff x="0" y="0"/>
            <a:chExt cx="9395103" cy="1451523"/>
          </a:xfrm>
        </p:grpSpPr>
        <p:grpSp>
          <p:nvGrpSpPr>
            <p:cNvPr id="21" name="Group 11"/>
            <p:cNvGrpSpPr/>
            <p:nvPr/>
          </p:nvGrpSpPr>
          <p:grpSpPr>
            <a:xfrm>
              <a:off x="0" y="0"/>
              <a:ext cx="1451523" cy="1451523"/>
              <a:chOff x="0" y="0"/>
              <a:chExt cx="812800" cy="812800"/>
            </a:xfrm>
          </p:grpSpPr>
          <p:sp>
            <p:nvSpPr>
              <p:cNvPr id="24"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04820"/>
              </a:solidFill>
            </p:spPr>
          </p:sp>
          <p:sp>
            <p:nvSpPr>
              <p:cNvPr id="25" name="TextBox 13"/>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sz="1100">
                  <a:latin typeface="微软雅黑" panose="020B0503020204020204" pitchFamily="34" charset="-122"/>
                  <a:ea typeface="微软雅黑" panose="020B0503020204020204" pitchFamily="34" charset="-122"/>
                </a:endParaRPr>
              </a:p>
            </p:txBody>
          </p:sp>
        </p:grpSp>
        <p:sp>
          <p:nvSpPr>
            <p:cNvPr id="22" name="TextBox 14"/>
            <p:cNvSpPr txBox="1"/>
            <p:nvPr/>
          </p:nvSpPr>
          <p:spPr>
            <a:xfrm>
              <a:off x="326803" y="175999"/>
              <a:ext cx="797917" cy="1159410"/>
            </a:xfrm>
            <a:prstGeom prst="rect">
              <a:avLst/>
            </a:prstGeom>
          </p:spPr>
          <p:txBody>
            <a:bodyPr lIns="0" tIns="0" rIns="0" bIns="0" rtlCol="0" anchor="t">
              <a:spAutoFit/>
            </a:bodyPr>
            <a:lstStyle/>
            <a:p>
              <a:pPr algn="ctr">
                <a:lnSpc>
                  <a:spcPts val="5600"/>
                </a:lnSpc>
              </a:pPr>
              <a:r>
                <a:rPr lang="en-US" sz="2400" dirty="0">
                  <a:solidFill>
                    <a:srgbClr val="FFFFFF"/>
                  </a:solidFill>
                  <a:latin typeface="微软雅黑" panose="020B0503020204020204" pitchFamily="34" charset="-122"/>
                  <a:ea typeface="微软雅黑" panose="020B0503020204020204" pitchFamily="34" charset="-122"/>
                </a:rPr>
                <a:t>01</a:t>
              </a:r>
            </a:p>
          </p:txBody>
        </p:sp>
        <p:sp>
          <p:nvSpPr>
            <p:cNvPr id="23" name="TextBox 15"/>
            <p:cNvSpPr txBox="1"/>
            <p:nvPr/>
          </p:nvSpPr>
          <p:spPr>
            <a:xfrm>
              <a:off x="1917114" y="206391"/>
              <a:ext cx="7477989" cy="1074833"/>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grpSp>
        <p:nvGrpSpPr>
          <p:cNvPr id="26" name="Group 10"/>
          <p:cNvGrpSpPr/>
          <p:nvPr/>
        </p:nvGrpSpPr>
        <p:grpSpPr>
          <a:xfrm>
            <a:off x="4497419" y="2695350"/>
            <a:ext cx="5055410" cy="781319"/>
            <a:chOff x="0" y="0"/>
            <a:chExt cx="9391866" cy="1451523"/>
          </a:xfrm>
        </p:grpSpPr>
        <p:grpSp>
          <p:nvGrpSpPr>
            <p:cNvPr id="27" name="Group 11"/>
            <p:cNvGrpSpPr/>
            <p:nvPr/>
          </p:nvGrpSpPr>
          <p:grpSpPr>
            <a:xfrm>
              <a:off x="0" y="0"/>
              <a:ext cx="1451523" cy="1451523"/>
              <a:chOff x="0" y="0"/>
              <a:chExt cx="812800" cy="812800"/>
            </a:xfrm>
          </p:grpSpPr>
          <p:sp>
            <p:nvSpPr>
              <p:cNvPr id="30"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04820"/>
              </a:solidFill>
            </p:spPr>
          </p:sp>
          <p:sp>
            <p:nvSpPr>
              <p:cNvPr id="31" name="TextBox 13"/>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sz="1100">
                  <a:latin typeface="微软雅黑" panose="020B0503020204020204" pitchFamily="34" charset="-122"/>
                  <a:ea typeface="微软雅黑" panose="020B0503020204020204" pitchFamily="34" charset="-122"/>
                </a:endParaRPr>
              </a:p>
            </p:txBody>
          </p:sp>
        </p:grpSp>
        <p:sp>
          <p:nvSpPr>
            <p:cNvPr id="28" name="TextBox 14"/>
            <p:cNvSpPr txBox="1"/>
            <p:nvPr/>
          </p:nvSpPr>
          <p:spPr>
            <a:xfrm>
              <a:off x="326803" y="175999"/>
              <a:ext cx="797917" cy="1159410"/>
            </a:xfrm>
            <a:prstGeom prst="rect">
              <a:avLst/>
            </a:prstGeom>
          </p:spPr>
          <p:txBody>
            <a:bodyPr lIns="0" tIns="0" rIns="0" bIns="0" rtlCol="0" anchor="t">
              <a:spAutoFit/>
            </a:bodyPr>
            <a:lstStyle/>
            <a:p>
              <a:pPr algn="ctr">
                <a:lnSpc>
                  <a:spcPts val="5600"/>
                </a:lnSpc>
              </a:pPr>
              <a:r>
                <a:rPr lang="en-US" sz="2400" dirty="0">
                  <a:solidFill>
                    <a:srgbClr val="FFFFFF"/>
                  </a:solidFill>
                  <a:latin typeface="微软雅黑" panose="020B0503020204020204" pitchFamily="34" charset="-122"/>
                  <a:ea typeface="微软雅黑" panose="020B0503020204020204" pitchFamily="34" charset="-122"/>
                </a:rPr>
                <a:t>0</a:t>
              </a:r>
              <a:r>
                <a:rPr lang="en-US" altLang="zh-CN" sz="2400" dirty="0">
                  <a:solidFill>
                    <a:srgbClr val="FFFFFF"/>
                  </a:solidFill>
                  <a:latin typeface="微软雅黑" panose="020B0503020204020204" pitchFamily="34" charset="-122"/>
                  <a:ea typeface="微软雅黑" panose="020B0503020204020204" pitchFamily="34" charset="-122"/>
                </a:rPr>
                <a:t>2</a:t>
              </a:r>
              <a:endParaRPr lang="en-US" sz="2400" dirty="0">
                <a:solidFill>
                  <a:srgbClr val="FFFFFF"/>
                </a:solidFill>
                <a:latin typeface="微软雅黑" panose="020B0503020204020204" pitchFamily="34" charset="-122"/>
                <a:ea typeface="微软雅黑" panose="020B0503020204020204" pitchFamily="34" charset="-122"/>
              </a:endParaRPr>
            </a:p>
          </p:txBody>
        </p:sp>
        <p:sp>
          <p:nvSpPr>
            <p:cNvPr id="29" name="TextBox 15"/>
            <p:cNvSpPr txBox="1"/>
            <p:nvPr/>
          </p:nvSpPr>
          <p:spPr>
            <a:xfrm>
              <a:off x="1913875" y="199166"/>
              <a:ext cx="7477991" cy="1074833"/>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grpSp>
        <p:nvGrpSpPr>
          <p:cNvPr id="32" name="Group 10"/>
          <p:cNvGrpSpPr/>
          <p:nvPr/>
        </p:nvGrpSpPr>
        <p:grpSpPr>
          <a:xfrm>
            <a:off x="4494991" y="3807134"/>
            <a:ext cx="5058895" cy="781319"/>
            <a:chOff x="0" y="0"/>
            <a:chExt cx="9398341" cy="1451523"/>
          </a:xfrm>
        </p:grpSpPr>
        <p:grpSp>
          <p:nvGrpSpPr>
            <p:cNvPr id="33" name="Group 11"/>
            <p:cNvGrpSpPr/>
            <p:nvPr/>
          </p:nvGrpSpPr>
          <p:grpSpPr>
            <a:xfrm>
              <a:off x="0" y="0"/>
              <a:ext cx="1451523" cy="1451523"/>
              <a:chOff x="0" y="0"/>
              <a:chExt cx="812800" cy="812800"/>
            </a:xfrm>
          </p:grpSpPr>
          <p:sp>
            <p:nvSpPr>
              <p:cNvPr id="36"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04820"/>
              </a:solidFill>
            </p:spPr>
          </p:sp>
          <p:sp>
            <p:nvSpPr>
              <p:cNvPr id="37" name="TextBox 13"/>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sz="1100">
                  <a:latin typeface="微软雅黑" panose="020B0503020204020204" pitchFamily="34" charset="-122"/>
                  <a:ea typeface="微软雅黑" panose="020B0503020204020204" pitchFamily="34" charset="-122"/>
                </a:endParaRPr>
              </a:p>
            </p:txBody>
          </p:sp>
        </p:grpSp>
        <p:sp>
          <p:nvSpPr>
            <p:cNvPr id="34" name="TextBox 14"/>
            <p:cNvSpPr txBox="1"/>
            <p:nvPr/>
          </p:nvSpPr>
          <p:spPr>
            <a:xfrm>
              <a:off x="326803" y="175999"/>
              <a:ext cx="797917" cy="1159410"/>
            </a:xfrm>
            <a:prstGeom prst="rect">
              <a:avLst/>
            </a:prstGeom>
          </p:spPr>
          <p:txBody>
            <a:bodyPr lIns="0" tIns="0" rIns="0" bIns="0" rtlCol="0" anchor="t">
              <a:spAutoFit/>
            </a:bodyPr>
            <a:lstStyle/>
            <a:p>
              <a:pPr algn="ctr">
                <a:lnSpc>
                  <a:spcPts val="5600"/>
                </a:lnSpc>
              </a:pPr>
              <a:r>
                <a:rPr lang="en-US" sz="2400" dirty="0">
                  <a:solidFill>
                    <a:srgbClr val="FFFFFF"/>
                  </a:solidFill>
                  <a:latin typeface="微软雅黑" panose="020B0503020204020204" pitchFamily="34" charset="-122"/>
                  <a:ea typeface="微软雅黑" panose="020B0503020204020204" pitchFamily="34" charset="-122"/>
                </a:rPr>
                <a:t>03</a:t>
              </a:r>
            </a:p>
          </p:txBody>
        </p:sp>
        <p:sp>
          <p:nvSpPr>
            <p:cNvPr id="35" name="TextBox 15"/>
            <p:cNvSpPr txBox="1"/>
            <p:nvPr/>
          </p:nvSpPr>
          <p:spPr>
            <a:xfrm>
              <a:off x="1920352" y="298293"/>
              <a:ext cx="7477989" cy="1074833"/>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grpSp>
        <p:nvGrpSpPr>
          <p:cNvPr id="38" name="Group 10"/>
          <p:cNvGrpSpPr/>
          <p:nvPr/>
        </p:nvGrpSpPr>
        <p:grpSpPr>
          <a:xfrm>
            <a:off x="4514899" y="4918918"/>
            <a:ext cx="5055410" cy="787801"/>
            <a:chOff x="3238" y="-148124"/>
            <a:chExt cx="9391865" cy="1463567"/>
          </a:xfrm>
        </p:grpSpPr>
        <p:grpSp>
          <p:nvGrpSpPr>
            <p:cNvPr id="39" name="Group 11"/>
            <p:cNvGrpSpPr/>
            <p:nvPr/>
          </p:nvGrpSpPr>
          <p:grpSpPr>
            <a:xfrm>
              <a:off x="3238" y="-148124"/>
              <a:ext cx="1445046" cy="1463567"/>
              <a:chOff x="1813" y="-82944"/>
              <a:chExt cx="809173" cy="819544"/>
            </a:xfrm>
          </p:grpSpPr>
          <p:sp>
            <p:nvSpPr>
              <p:cNvPr id="42" name="Freeform 12"/>
              <p:cNvSpPr/>
              <p:nvPr/>
            </p:nvSpPr>
            <p:spPr>
              <a:xfrm>
                <a:off x="1813" y="-82944"/>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04820"/>
              </a:solidFill>
            </p:spPr>
          </p:sp>
          <p:sp>
            <p:nvSpPr>
              <p:cNvPr id="43" name="TextBox 13"/>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sz="1100">
                  <a:latin typeface="微软雅黑" panose="020B0503020204020204" pitchFamily="34" charset="-122"/>
                  <a:ea typeface="微软雅黑" panose="020B0503020204020204" pitchFamily="34" charset="-122"/>
                </a:endParaRPr>
              </a:p>
            </p:txBody>
          </p:sp>
        </p:grpSp>
        <p:sp>
          <p:nvSpPr>
            <p:cNvPr id="40" name="TextBox 14"/>
            <p:cNvSpPr txBox="1"/>
            <p:nvPr/>
          </p:nvSpPr>
          <p:spPr>
            <a:xfrm>
              <a:off x="326803" y="27875"/>
              <a:ext cx="797917" cy="1159412"/>
            </a:xfrm>
            <a:prstGeom prst="rect">
              <a:avLst/>
            </a:prstGeom>
          </p:spPr>
          <p:txBody>
            <a:bodyPr lIns="0" tIns="0" rIns="0" bIns="0" rtlCol="0" anchor="t">
              <a:spAutoFit/>
            </a:bodyPr>
            <a:lstStyle/>
            <a:p>
              <a:pPr algn="ctr">
                <a:lnSpc>
                  <a:spcPts val="5600"/>
                </a:lnSpc>
              </a:pPr>
              <a:r>
                <a:rPr lang="en-US" sz="2400" dirty="0">
                  <a:solidFill>
                    <a:srgbClr val="FFFFFF"/>
                  </a:solidFill>
                  <a:latin typeface="微软雅黑" panose="020B0503020204020204" pitchFamily="34" charset="-122"/>
                  <a:ea typeface="微软雅黑" panose="020B0503020204020204" pitchFamily="34" charset="-122"/>
                </a:rPr>
                <a:t>04</a:t>
              </a:r>
            </a:p>
          </p:txBody>
        </p:sp>
        <p:sp>
          <p:nvSpPr>
            <p:cNvPr id="41" name="TextBox 15"/>
            <p:cNvSpPr txBox="1"/>
            <p:nvPr/>
          </p:nvSpPr>
          <p:spPr>
            <a:xfrm>
              <a:off x="1917113" y="145518"/>
              <a:ext cx="7477990" cy="1074834"/>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pic>
        <p:nvPicPr>
          <p:cNvPr id="44" name="图片 4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4654D"/>
        </a:solidFill>
        <a:effectLst/>
      </p:bgPr>
    </p:bg>
    <p:spTree>
      <p:nvGrpSpPr>
        <p:cNvPr id="1" name=""/>
        <p:cNvGrpSpPr/>
        <p:nvPr/>
      </p:nvGrpSpPr>
      <p:grpSpPr>
        <a:xfrm>
          <a:off x="0" y="0"/>
          <a:ext cx="0" cy="0"/>
          <a:chOff x="0" y="0"/>
          <a:chExt cx="0" cy="0"/>
        </a:xfrm>
      </p:grpSpPr>
      <p:sp>
        <p:nvSpPr>
          <p:cNvPr id="18" name="AutoShape 2"/>
          <p:cNvSpPr/>
          <p:nvPr/>
        </p:nvSpPr>
        <p:spPr>
          <a:xfrm>
            <a:off x="0" y="0"/>
            <a:ext cx="6096000" cy="6858000"/>
          </a:xfrm>
          <a:prstGeom prst="rect">
            <a:avLst/>
          </a:prstGeom>
          <a:solidFill>
            <a:schemeClr val="bg1">
              <a:lumMod val="95000"/>
            </a:schemeClr>
          </a:solidFill>
        </p:spPr>
      </p:sp>
      <p:pic>
        <p:nvPicPr>
          <p:cNvPr id="32" name="图片 3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6690828" y="556798"/>
            <a:ext cx="4910622" cy="5681457"/>
          </a:xfrm>
          <a:prstGeom prst="rect">
            <a:avLst/>
          </a:prstGeom>
        </p:spPr>
      </p:pic>
      <p:pic>
        <p:nvPicPr>
          <p:cNvPr id="19" name="图片 18"/>
          <p:cNvPicPr>
            <a:picLocks noChangeAspect="1"/>
          </p:cNvPicPr>
          <p:nvPr/>
        </p:nvPicPr>
        <p:blipFill>
          <a:blip r:embed="rId3">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25" name="Group 5"/>
          <p:cNvGrpSpPr/>
          <p:nvPr/>
        </p:nvGrpSpPr>
        <p:grpSpPr>
          <a:xfrm>
            <a:off x="8957565" y="4926008"/>
            <a:ext cx="2880993" cy="1655147"/>
            <a:chOff x="4924" y="0"/>
            <a:chExt cx="3841323" cy="2206863"/>
          </a:xfrm>
        </p:grpSpPr>
        <p:grpSp>
          <p:nvGrpSpPr>
            <p:cNvPr id="26" name="Group 6"/>
            <p:cNvGrpSpPr/>
            <p:nvPr/>
          </p:nvGrpSpPr>
          <p:grpSpPr>
            <a:xfrm>
              <a:off x="4924" y="0"/>
              <a:ext cx="2197015" cy="2206863"/>
              <a:chOff x="14166" y="2"/>
              <a:chExt cx="6321663" cy="6350000"/>
            </a:xfrm>
          </p:grpSpPr>
          <p:sp>
            <p:nvSpPr>
              <p:cNvPr id="29"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27" name="Group 8"/>
            <p:cNvGrpSpPr/>
            <p:nvPr/>
          </p:nvGrpSpPr>
          <p:grpSpPr>
            <a:xfrm>
              <a:off x="1639384" y="0"/>
              <a:ext cx="2206863" cy="2206863"/>
              <a:chOff x="0" y="0"/>
              <a:chExt cx="6350000" cy="6350000"/>
            </a:xfrm>
          </p:grpSpPr>
          <p:sp>
            <p:nvSpPr>
              <p:cNvPr id="28"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sp>
        <p:nvSpPr>
          <p:cNvPr id="33" name="Freeform 10"/>
          <p:cNvSpPr/>
          <p:nvPr/>
        </p:nvSpPr>
        <p:spPr>
          <a:xfrm>
            <a:off x="2565468" y="2003462"/>
            <a:ext cx="728044" cy="7313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34" name="TextBox 12"/>
          <p:cNvSpPr txBox="1"/>
          <p:nvPr/>
        </p:nvSpPr>
        <p:spPr>
          <a:xfrm>
            <a:off x="2646977" y="1819583"/>
            <a:ext cx="565026" cy="915187"/>
          </a:xfrm>
          <a:prstGeom prst="rect">
            <a:avLst/>
          </a:prstGeom>
        </p:spPr>
        <p:txBody>
          <a:bodyPr wrap="square" lIns="0" tIns="0" rIns="0" bIns="0" rtlCol="0" anchor="t">
            <a:spAutoFit/>
          </a:bodyPr>
          <a:lstStyle/>
          <a:p>
            <a:pPr algn="ctr">
              <a:lnSpc>
                <a:spcPts val="8515"/>
              </a:lnSpc>
            </a:pPr>
            <a:r>
              <a:rPr lang="en-US" sz="3200" dirty="0">
                <a:solidFill>
                  <a:schemeClr val="bg1"/>
                </a:solidFill>
                <a:latin typeface="微软雅黑" panose="020B0503020204020204" pitchFamily="34" charset="-122"/>
                <a:ea typeface="微软雅黑" panose="020B0503020204020204" pitchFamily="34" charset="-122"/>
              </a:rPr>
              <a:t>01</a:t>
            </a:r>
          </a:p>
        </p:txBody>
      </p:sp>
      <p:sp>
        <p:nvSpPr>
          <p:cNvPr id="35" name="TextBox 13"/>
          <p:cNvSpPr txBox="1"/>
          <p:nvPr/>
        </p:nvSpPr>
        <p:spPr>
          <a:xfrm>
            <a:off x="1102210" y="3462623"/>
            <a:ext cx="3767567" cy="887102"/>
          </a:xfrm>
          <a:prstGeom prst="rect">
            <a:avLst/>
          </a:prstGeom>
        </p:spPr>
        <p:txBody>
          <a:bodyPr wrap="square" lIns="0" tIns="0" rIns="0" bIns="0" rtlCol="0" anchor="t">
            <a:spAutoFit/>
          </a:bodyPr>
          <a:lstStyle/>
          <a:p>
            <a:pPr algn="ctr">
              <a:lnSpc>
                <a:spcPts val="7665"/>
              </a:lnSpc>
            </a:pPr>
            <a:r>
              <a:rPr lang="en-US" sz="4800" spc="437" dirty="0">
                <a:solidFill>
                  <a:srgbClr val="714B45"/>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6096000" cy="6858000"/>
          </a:xfrm>
          <a:prstGeom prst="rect">
            <a:avLst/>
          </a:prstGeom>
        </p:spPr>
      </p:pic>
      <p:sp>
        <p:nvSpPr>
          <p:cNvPr id="50" name="AutoShape 2"/>
          <p:cNvSpPr/>
          <p:nvPr/>
        </p:nvSpPr>
        <p:spPr>
          <a:xfrm>
            <a:off x="6096000" y="0"/>
            <a:ext cx="6096000" cy="6858000"/>
          </a:xfrm>
          <a:prstGeom prst="rect">
            <a:avLst/>
          </a:prstGeom>
          <a:solidFill>
            <a:schemeClr val="bg1">
              <a:lumMod val="95000"/>
            </a:schemeClr>
          </a:solidFill>
        </p:spPr>
      </p:sp>
      <p:grpSp>
        <p:nvGrpSpPr>
          <p:cNvPr id="28" name="Group 5"/>
          <p:cNvGrpSpPr/>
          <p:nvPr/>
        </p:nvGrpSpPr>
        <p:grpSpPr>
          <a:xfrm>
            <a:off x="5376037" y="405943"/>
            <a:ext cx="2880993" cy="1655147"/>
            <a:chOff x="4924" y="0"/>
            <a:chExt cx="3841323" cy="2206863"/>
          </a:xfrm>
        </p:grpSpPr>
        <p:grpSp>
          <p:nvGrpSpPr>
            <p:cNvPr id="30" name="Group 6"/>
            <p:cNvGrpSpPr/>
            <p:nvPr/>
          </p:nvGrpSpPr>
          <p:grpSpPr>
            <a:xfrm>
              <a:off x="4924" y="0"/>
              <a:ext cx="2197015" cy="2206863"/>
              <a:chOff x="14166" y="2"/>
              <a:chExt cx="6321663" cy="6350000"/>
            </a:xfrm>
          </p:grpSpPr>
          <p:sp>
            <p:nvSpPr>
              <p:cNvPr id="33"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31" name="Group 8"/>
            <p:cNvGrpSpPr/>
            <p:nvPr/>
          </p:nvGrpSpPr>
          <p:grpSpPr>
            <a:xfrm>
              <a:off x="1639384" y="0"/>
              <a:ext cx="2206863" cy="2206863"/>
              <a:chOff x="0" y="0"/>
              <a:chExt cx="6350000" cy="6350000"/>
            </a:xfrm>
          </p:grpSpPr>
          <p:sp>
            <p:nvSpPr>
              <p:cNvPr id="32"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pic>
        <p:nvPicPr>
          <p:cNvPr id="15" name="图形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202" y="280515"/>
            <a:ext cx="1992352" cy="552566"/>
          </a:xfrm>
          <a:prstGeom prst="rect">
            <a:avLst/>
          </a:prstGeom>
        </p:spPr>
      </p:pic>
      <p:sp>
        <p:nvSpPr>
          <p:cNvPr id="16" name="TextBox 15"/>
          <p:cNvSpPr txBox="1"/>
          <p:nvPr/>
        </p:nvSpPr>
        <p:spPr>
          <a:xfrm>
            <a:off x="6631102" y="3382327"/>
            <a:ext cx="4989398" cy="2154436"/>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在此处添加文本在此处添加文本在此处添加文本在此处添加文本在此处添加文本在此处添加文本在此处添加文本在此处添加文本在此处添加文本在此处添加文本在此处添加文本在此处添加文本</a:t>
            </a:r>
          </a:p>
          <a:p>
            <a:endParaRPr lang="zh-CN" altLang="en-US" sz="2000" spc="288" dirty="0">
              <a:solidFill>
                <a:srgbClr val="714B45"/>
              </a:solidFill>
              <a:latin typeface="微软雅黑" panose="020B0503020204020204" pitchFamily="34" charset="-122"/>
              <a:ea typeface="微软雅黑" panose="020B0503020204020204" pitchFamily="34" charset="-122"/>
            </a:endParaRPr>
          </a:p>
          <a:p>
            <a:endParaRPr lang="zh-CN" altLang="en-US" sz="2000" spc="288" dirty="0">
              <a:solidFill>
                <a:srgbClr val="714B45"/>
              </a:solidFill>
              <a:latin typeface="微软雅黑" panose="020B0503020204020204" pitchFamily="34" charset="-122"/>
              <a:ea typeface="微软雅黑" panose="020B0503020204020204" pitchFamily="34" charset="-122"/>
            </a:endParaRPr>
          </a:p>
        </p:txBody>
      </p:sp>
      <p:sp>
        <p:nvSpPr>
          <p:cNvPr id="17" name="TextBox 15"/>
          <p:cNvSpPr txBox="1"/>
          <p:nvPr/>
        </p:nvSpPr>
        <p:spPr>
          <a:xfrm>
            <a:off x="6631102" y="2482877"/>
            <a:ext cx="4025217" cy="578556"/>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nvGrpSpPr>
          <p:cNvPr id="18" name="Group 9"/>
          <p:cNvGrpSpPr/>
          <p:nvPr/>
        </p:nvGrpSpPr>
        <p:grpSpPr>
          <a:xfrm>
            <a:off x="6631103" y="3061433"/>
            <a:ext cx="2971687" cy="157234"/>
            <a:chOff x="0" y="0"/>
            <a:chExt cx="13774954" cy="571500"/>
          </a:xfrm>
        </p:grpSpPr>
        <p:sp>
          <p:nvSpPr>
            <p:cNvPr id="27"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4654D"/>
        </a:solidFill>
        <a:effectLst/>
      </p:bgPr>
    </p:bg>
    <p:spTree>
      <p:nvGrpSpPr>
        <p:cNvPr id="1" name=""/>
        <p:cNvGrpSpPr/>
        <p:nvPr/>
      </p:nvGrpSpPr>
      <p:grpSpPr>
        <a:xfrm>
          <a:off x="0" y="0"/>
          <a:ext cx="0" cy="0"/>
          <a:chOff x="0" y="0"/>
          <a:chExt cx="0" cy="0"/>
        </a:xfrm>
      </p:grpSpPr>
      <p:sp>
        <p:nvSpPr>
          <p:cNvPr id="20" name="AutoShape 2"/>
          <p:cNvSpPr/>
          <p:nvPr/>
        </p:nvSpPr>
        <p:spPr>
          <a:xfrm>
            <a:off x="0" y="1"/>
            <a:ext cx="12192000" cy="1299536"/>
          </a:xfrm>
          <a:prstGeom prst="rect">
            <a:avLst/>
          </a:prstGeom>
          <a:solidFill>
            <a:schemeClr val="bg1">
              <a:lumMod val="95000"/>
            </a:schemeClr>
          </a:solidFill>
        </p:spPr>
      </p:sp>
      <p:sp>
        <p:nvSpPr>
          <p:cNvPr id="19" name="AutoShape 2"/>
          <p:cNvSpPr/>
          <p:nvPr/>
        </p:nvSpPr>
        <p:spPr>
          <a:xfrm>
            <a:off x="0" y="0"/>
            <a:ext cx="2476500" cy="6858000"/>
          </a:xfrm>
          <a:prstGeom prst="rect">
            <a:avLst/>
          </a:prstGeom>
          <a:solidFill>
            <a:schemeClr val="bg1">
              <a:lumMod val="95000"/>
            </a:schemeClr>
          </a:solidFill>
        </p:spPr>
      </p:sp>
      <p:pic>
        <p:nvPicPr>
          <p:cNvPr id="4" name="图片 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sp>
        <p:nvSpPr>
          <p:cNvPr id="6" name="TextBox 15"/>
          <p:cNvSpPr txBox="1"/>
          <p:nvPr/>
        </p:nvSpPr>
        <p:spPr>
          <a:xfrm>
            <a:off x="3077607" y="2694928"/>
            <a:ext cx="8284143" cy="923330"/>
          </a:xfrm>
          <a:prstGeom prst="rect">
            <a:avLst/>
          </a:prstGeom>
        </p:spPr>
        <p:txBody>
          <a:bodyPr wrap="square" lIns="0" tIns="0" rIns="0" bIns="0" rtlCol="0" anchor="t">
            <a:spAutoFit/>
          </a:bodyPr>
          <a:lstStyle/>
          <a:p>
            <a:r>
              <a:rPr lang="zh-CN" altLang="en-US" sz="20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p>
          <a:p>
            <a:endParaRPr lang="zh-CN" altLang="en-US" sz="2000" spc="288" dirty="0">
              <a:solidFill>
                <a:schemeClr val="bg1"/>
              </a:solidFill>
              <a:latin typeface="微软雅黑" panose="020B0503020204020204" pitchFamily="34" charset="-122"/>
              <a:ea typeface="微软雅黑" panose="020B0503020204020204" pitchFamily="34" charset="-122"/>
            </a:endParaRPr>
          </a:p>
        </p:txBody>
      </p:sp>
      <p:sp>
        <p:nvSpPr>
          <p:cNvPr id="8" name="TextBox 15"/>
          <p:cNvSpPr txBox="1"/>
          <p:nvPr/>
        </p:nvSpPr>
        <p:spPr>
          <a:xfrm>
            <a:off x="3077608" y="1623695"/>
            <a:ext cx="4025217" cy="578556"/>
          </a:xfrm>
          <a:prstGeom prst="rect">
            <a:avLst/>
          </a:prstGeom>
        </p:spPr>
        <p:txBody>
          <a:bodyPr lIns="0" tIns="0" rIns="0" bIns="0" rtlCol="0" anchor="t">
            <a:spAutoFit/>
          </a:bodyPr>
          <a:lstStyle/>
          <a:p>
            <a:pPr>
              <a:lnSpc>
                <a:spcPts val="5040"/>
              </a:lnSpc>
            </a:pPr>
            <a:r>
              <a:rPr lang="en-US" sz="2800" spc="288" dirty="0">
                <a:solidFill>
                  <a:schemeClr val="bg1"/>
                </a:solidFill>
                <a:latin typeface="微软雅黑" panose="020B0503020204020204" pitchFamily="34" charset="-122"/>
                <a:ea typeface="微软雅黑" panose="020B0503020204020204" pitchFamily="34" charset="-122"/>
              </a:rPr>
              <a:t>请输入标题</a:t>
            </a:r>
          </a:p>
        </p:txBody>
      </p:sp>
      <p:grpSp>
        <p:nvGrpSpPr>
          <p:cNvPr id="15" name="Group 9"/>
          <p:cNvGrpSpPr/>
          <p:nvPr/>
        </p:nvGrpSpPr>
        <p:grpSpPr>
          <a:xfrm>
            <a:off x="3077608" y="2273637"/>
            <a:ext cx="2971687" cy="157234"/>
            <a:chOff x="0" y="0"/>
            <a:chExt cx="13774954" cy="571500"/>
          </a:xfrm>
          <a:solidFill>
            <a:srgbClr val="714B45"/>
          </a:solidFill>
        </p:grpSpPr>
        <p:sp>
          <p:nvSpPr>
            <p:cNvPr id="16"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grpFill/>
            <a:ln>
              <a:solidFill>
                <a:srgbClr val="714B45"/>
              </a:solidFill>
            </a:ln>
          </p:spPr>
        </p:sp>
      </p:grpSp>
      <p:grpSp>
        <p:nvGrpSpPr>
          <p:cNvPr id="21" name="Group 2"/>
          <p:cNvGrpSpPr/>
          <p:nvPr/>
        </p:nvGrpSpPr>
        <p:grpSpPr>
          <a:xfrm>
            <a:off x="10428568" y="267677"/>
            <a:ext cx="1462230" cy="838985"/>
            <a:chOff x="0" y="0"/>
            <a:chExt cx="2387976" cy="1370150"/>
          </a:xfrm>
        </p:grpSpPr>
        <p:grpSp>
          <p:nvGrpSpPr>
            <p:cNvPr id="22" name="Group 3"/>
            <p:cNvGrpSpPr/>
            <p:nvPr/>
          </p:nvGrpSpPr>
          <p:grpSpPr>
            <a:xfrm>
              <a:off x="1017826" y="0"/>
              <a:ext cx="1370150" cy="1370150"/>
              <a:chOff x="0" y="0"/>
              <a:chExt cx="6350000" cy="6350000"/>
            </a:xfrm>
          </p:grpSpPr>
          <p:sp>
            <p:nvSpPr>
              <p:cNvPr id="25" name="Freeform 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C4654D">
                  <a:alpha val="80000"/>
                </a:srgbClr>
              </a:solidFill>
            </p:spPr>
          </p:sp>
        </p:grpSp>
        <p:grpSp>
          <p:nvGrpSpPr>
            <p:cNvPr id="23" name="Group 5"/>
            <p:cNvGrpSpPr/>
            <p:nvPr/>
          </p:nvGrpSpPr>
          <p:grpSpPr>
            <a:xfrm>
              <a:off x="0" y="0"/>
              <a:ext cx="1370150" cy="1370150"/>
              <a:chOff x="0" y="0"/>
              <a:chExt cx="6350000" cy="6350000"/>
            </a:xfrm>
          </p:grpSpPr>
          <p:sp>
            <p:nvSpPr>
              <p:cNvPr id="24"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sp>
        <p:nvSpPr>
          <p:cNvPr id="28" name="TextBox 13"/>
          <p:cNvSpPr txBox="1"/>
          <p:nvPr/>
        </p:nvSpPr>
        <p:spPr>
          <a:xfrm>
            <a:off x="830250" y="1817539"/>
            <a:ext cx="987450" cy="3515793"/>
          </a:xfrm>
          <a:prstGeom prst="rect">
            <a:avLst/>
          </a:prstGeom>
        </p:spPr>
        <p:txBody>
          <a:bodyPr vert="eaVert" wrap="square" lIns="0" tIns="0" rIns="0" bIns="0" rtlCol="0" anchor="t">
            <a:spAutoFit/>
          </a:bodyPr>
          <a:lstStyle/>
          <a:p>
            <a:pPr algn="ctr">
              <a:lnSpc>
                <a:spcPts val="7665"/>
              </a:lnSpc>
            </a:pPr>
            <a:r>
              <a:rPr lang="en-US" sz="4800" spc="437" dirty="0">
                <a:solidFill>
                  <a:srgbClr val="714B45"/>
                </a:solidFill>
                <a:latin typeface="微软雅黑" panose="020B0503020204020204" pitchFamily="34" charset="-122"/>
                <a:ea typeface="微软雅黑" panose="020B0503020204020204" pitchFamily="34" charset="-122"/>
              </a:rPr>
              <a:t>请输入标题</a:t>
            </a:r>
          </a:p>
        </p:txBody>
      </p:sp>
      <p:sp>
        <p:nvSpPr>
          <p:cNvPr id="29" name="TextBox 15"/>
          <p:cNvSpPr txBox="1"/>
          <p:nvPr/>
        </p:nvSpPr>
        <p:spPr>
          <a:xfrm>
            <a:off x="3077608" y="5021334"/>
            <a:ext cx="8284142" cy="923330"/>
          </a:xfrm>
          <a:prstGeom prst="rect">
            <a:avLst/>
          </a:prstGeom>
        </p:spPr>
        <p:txBody>
          <a:bodyPr wrap="square" lIns="0" tIns="0" rIns="0" bIns="0" rtlCol="0" anchor="t">
            <a:spAutoFit/>
          </a:bodyPr>
          <a:lstStyle/>
          <a:p>
            <a:r>
              <a:rPr lang="zh-CN" altLang="en-US" sz="20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p>
          <a:p>
            <a:endParaRPr lang="zh-CN" altLang="en-US" sz="2000" spc="288" dirty="0">
              <a:solidFill>
                <a:schemeClr val="bg1"/>
              </a:solidFill>
              <a:latin typeface="微软雅黑" panose="020B0503020204020204" pitchFamily="34" charset="-122"/>
              <a:ea typeface="微软雅黑" panose="020B0503020204020204" pitchFamily="34" charset="-122"/>
            </a:endParaRPr>
          </a:p>
        </p:txBody>
      </p:sp>
      <p:sp>
        <p:nvSpPr>
          <p:cNvPr id="30" name="TextBox 15"/>
          <p:cNvSpPr txBox="1"/>
          <p:nvPr/>
        </p:nvSpPr>
        <p:spPr>
          <a:xfrm>
            <a:off x="3077608" y="3950101"/>
            <a:ext cx="4025217" cy="578556"/>
          </a:xfrm>
          <a:prstGeom prst="rect">
            <a:avLst/>
          </a:prstGeom>
        </p:spPr>
        <p:txBody>
          <a:bodyPr lIns="0" tIns="0" rIns="0" bIns="0" rtlCol="0" anchor="t">
            <a:spAutoFit/>
          </a:bodyPr>
          <a:lstStyle/>
          <a:p>
            <a:pPr>
              <a:lnSpc>
                <a:spcPts val="5040"/>
              </a:lnSpc>
            </a:pPr>
            <a:r>
              <a:rPr lang="en-US" sz="2800" spc="288" dirty="0">
                <a:solidFill>
                  <a:schemeClr val="bg1"/>
                </a:solidFill>
                <a:latin typeface="微软雅黑" panose="020B0503020204020204" pitchFamily="34" charset="-122"/>
                <a:ea typeface="微软雅黑" panose="020B0503020204020204" pitchFamily="34" charset="-122"/>
              </a:rPr>
              <a:t>请输入标题</a:t>
            </a:r>
          </a:p>
        </p:txBody>
      </p:sp>
      <p:grpSp>
        <p:nvGrpSpPr>
          <p:cNvPr id="31" name="Group 9"/>
          <p:cNvGrpSpPr/>
          <p:nvPr/>
        </p:nvGrpSpPr>
        <p:grpSpPr>
          <a:xfrm>
            <a:off x="3077608" y="4600043"/>
            <a:ext cx="2971687" cy="157234"/>
            <a:chOff x="0" y="0"/>
            <a:chExt cx="13774954" cy="571500"/>
          </a:xfrm>
        </p:grpSpPr>
        <p:sp>
          <p:nvSpPr>
            <p:cNvPr id="32"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14B45"/>
            </a:solidFill>
            <a:ln>
              <a:solidFill>
                <a:srgbClr val="714B45"/>
              </a:solidFill>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B60F"/>
        </a:solidFill>
        <a:effectLst/>
      </p:bgPr>
    </p:bg>
    <p:spTree>
      <p:nvGrpSpPr>
        <p:cNvPr id="1" name=""/>
        <p:cNvGrpSpPr/>
        <p:nvPr/>
      </p:nvGrpSpPr>
      <p:grpSpPr>
        <a:xfrm>
          <a:off x="0" y="0"/>
          <a:ext cx="0" cy="0"/>
          <a:chOff x="0" y="0"/>
          <a:chExt cx="0" cy="0"/>
        </a:xfrm>
      </p:grpSpPr>
      <p:pic>
        <p:nvPicPr>
          <p:cNvPr id="29" name="图片 28"/>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6690828" y="556798"/>
            <a:ext cx="4910622" cy="5681457"/>
          </a:xfrm>
          <a:prstGeom prst="rect">
            <a:avLst/>
          </a:prstGeom>
        </p:spPr>
      </p:pic>
      <p:sp>
        <p:nvSpPr>
          <p:cNvPr id="50" name="AutoShape 2"/>
          <p:cNvSpPr/>
          <p:nvPr/>
        </p:nvSpPr>
        <p:spPr>
          <a:xfrm>
            <a:off x="0" y="0"/>
            <a:ext cx="6096000" cy="6858000"/>
          </a:xfrm>
          <a:prstGeom prst="rect">
            <a:avLst/>
          </a:prstGeom>
          <a:solidFill>
            <a:schemeClr val="bg1">
              <a:lumMod val="95000"/>
            </a:schemeClr>
          </a:solidFill>
        </p:spPr>
      </p:sp>
      <p:pic>
        <p:nvPicPr>
          <p:cNvPr id="44" name="图片 43"/>
          <p:cNvPicPr>
            <a:picLocks noChangeAspect="1"/>
          </p:cNvPicPr>
          <p:nvPr/>
        </p:nvPicPr>
        <p:blipFill>
          <a:blip r:embed="rId3">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19" name="Group 5"/>
          <p:cNvGrpSpPr/>
          <p:nvPr/>
        </p:nvGrpSpPr>
        <p:grpSpPr>
          <a:xfrm rot="10800000">
            <a:off x="8976615" y="4906958"/>
            <a:ext cx="2880993" cy="1655147"/>
            <a:chOff x="4924" y="0"/>
            <a:chExt cx="3841323" cy="2206863"/>
          </a:xfrm>
        </p:grpSpPr>
        <p:grpSp>
          <p:nvGrpSpPr>
            <p:cNvPr id="20" name="Group 6"/>
            <p:cNvGrpSpPr/>
            <p:nvPr/>
          </p:nvGrpSpPr>
          <p:grpSpPr>
            <a:xfrm>
              <a:off x="4924" y="0"/>
              <a:ext cx="2197015" cy="2206863"/>
              <a:chOff x="14166" y="2"/>
              <a:chExt cx="6321663" cy="6350000"/>
            </a:xfrm>
          </p:grpSpPr>
          <p:sp>
            <p:nvSpPr>
              <p:cNvPr id="23"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21" name="Group 8"/>
            <p:cNvGrpSpPr/>
            <p:nvPr/>
          </p:nvGrpSpPr>
          <p:grpSpPr>
            <a:xfrm>
              <a:off x="1639384" y="0"/>
              <a:ext cx="2206863" cy="2206863"/>
              <a:chOff x="0" y="0"/>
              <a:chExt cx="6350000" cy="6350000"/>
            </a:xfrm>
          </p:grpSpPr>
          <p:sp>
            <p:nvSpPr>
              <p:cNvPr id="22"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727131">
                  <a:alpha val="80000"/>
                </a:srgbClr>
              </a:solidFill>
            </p:spPr>
          </p:sp>
        </p:grpSp>
      </p:grpSp>
      <p:sp>
        <p:nvSpPr>
          <p:cNvPr id="24" name="Freeform 10"/>
          <p:cNvSpPr/>
          <p:nvPr/>
        </p:nvSpPr>
        <p:spPr>
          <a:xfrm>
            <a:off x="2565468" y="2003462"/>
            <a:ext cx="728044" cy="7313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25" name="TextBox 12"/>
          <p:cNvSpPr txBox="1"/>
          <p:nvPr/>
        </p:nvSpPr>
        <p:spPr>
          <a:xfrm>
            <a:off x="2646977" y="1819583"/>
            <a:ext cx="565026" cy="915187"/>
          </a:xfrm>
          <a:prstGeom prst="rect">
            <a:avLst/>
          </a:prstGeom>
        </p:spPr>
        <p:txBody>
          <a:bodyPr wrap="square" lIns="0" tIns="0" rIns="0" bIns="0" rtlCol="0" anchor="t">
            <a:spAutoFit/>
          </a:bodyPr>
          <a:lstStyle/>
          <a:p>
            <a:pPr algn="ctr">
              <a:lnSpc>
                <a:spcPts val="8515"/>
              </a:lnSpc>
            </a:pPr>
            <a:r>
              <a:rPr lang="en-US" sz="3200" dirty="0">
                <a:solidFill>
                  <a:schemeClr val="bg1"/>
                </a:solidFill>
                <a:latin typeface="微软雅黑" panose="020B0503020204020204" pitchFamily="34" charset="-122"/>
                <a:ea typeface="微软雅黑" panose="020B0503020204020204" pitchFamily="34" charset="-122"/>
              </a:rPr>
              <a:t>02</a:t>
            </a:r>
          </a:p>
        </p:txBody>
      </p:sp>
      <p:sp>
        <p:nvSpPr>
          <p:cNvPr id="26" name="TextBox 13"/>
          <p:cNvSpPr txBox="1"/>
          <p:nvPr/>
        </p:nvSpPr>
        <p:spPr>
          <a:xfrm>
            <a:off x="1102210" y="3462623"/>
            <a:ext cx="3767567" cy="887102"/>
          </a:xfrm>
          <a:prstGeom prst="rect">
            <a:avLst/>
          </a:prstGeom>
        </p:spPr>
        <p:txBody>
          <a:bodyPr wrap="square" lIns="0" tIns="0" rIns="0" bIns="0" rtlCol="0" anchor="t">
            <a:spAutoFit/>
          </a:bodyPr>
          <a:lstStyle/>
          <a:p>
            <a:pPr algn="ctr">
              <a:lnSpc>
                <a:spcPts val="7665"/>
              </a:lnSpc>
            </a:pPr>
            <a:r>
              <a:rPr lang="en-US" sz="4800" spc="437" dirty="0">
                <a:solidFill>
                  <a:srgbClr val="714B45"/>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2800462" y="0"/>
            <a:ext cx="9391538" cy="3428999"/>
          </a:xfrm>
          <a:prstGeom prst="rect">
            <a:avLst/>
          </a:prstGeom>
        </p:spPr>
      </p:pic>
      <p:sp>
        <p:nvSpPr>
          <p:cNvPr id="6" name="TextBox 15"/>
          <p:cNvSpPr txBox="1"/>
          <p:nvPr/>
        </p:nvSpPr>
        <p:spPr>
          <a:xfrm>
            <a:off x="2933812" y="4688248"/>
            <a:ext cx="3709445" cy="1538883"/>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p>
          <a:p>
            <a:endParaRPr lang="zh-CN" altLang="en-US" sz="2000" spc="288" dirty="0">
              <a:solidFill>
                <a:srgbClr val="714B45"/>
              </a:solidFill>
              <a:latin typeface="微软雅黑" panose="020B0503020204020204" pitchFamily="34" charset="-122"/>
              <a:ea typeface="微软雅黑" panose="020B0503020204020204" pitchFamily="34" charset="-122"/>
            </a:endParaRPr>
          </a:p>
        </p:txBody>
      </p:sp>
      <p:sp>
        <p:nvSpPr>
          <p:cNvPr id="7" name="TextBox 15"/>
          <p:cNvSpPr txBox="1"/>
          <p:nvPr/>
        </p:nvSpPr>
        <p:spPr>
          <a:xfrm>
            <a:off x="7670165" y="4661050"/>
            <a:ext cx="3709445" cy="1538883"/>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p>
          <a:p>
            <a:endParaRPr lang="zh-CN" altLang="en-US" sz="2000" spc="288" dirty="0">
              <a:solidFill>
                <a:srgbClr val="714B45"/>
              </a:solidFill>
              <a:latin typeface="微软雅黑" panose="020B0503020204020204" pitchFamily="34" charset="-122"/>
              <a:ea typeface="微软雅黑" panose="020B0503020204020204" pitchFamily="34" charset="-122"/>
            </a:endParaRPr>
          </a:p>
        </p:txBody>
      </p:sp>
      <p:sp>
        <p:nvSpPr>
          <p:cNvPr id="8" name="TextBox 15"/>
          <p:cNvSpPr txBox="1"/>
          <p:nvPr/>
        </p:nvSpPr>
        <p:spPr>
          <a:xfrm>
            <a:off x="2933812" y="3788798"/>
            <a:ext cx="4025217" cy="578556"/>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nvGrpSpPr>
          <p:cNvPr id="19" name="Group 5"/>
          <p:cNvGrpSpPr/>
          <p:nvPr/>
        </p:nvGrpSpPr>
        <p:grpSpPr>
          <a:xfrm rot="5400000">
            <a:off x="-2198877" y="3256238"/>
            <a:ext cx="4397751" cy="2526533"/>
            <a:chOff x="4924" y="0"/>
            <a:chExt cx="3841323" cy="2206863"/>
          </a:xfrm>
        </p:grpSpPr>
        <p:grpSp>
          <p:nvGrpSpPr>
            <p:cNvPr id="20" name="Group 6"/>
            <p:cNvGrpSpPr/>
            <p:nvPr/>
          </p:nvGrpSpPr>
          <p:grpSpPr>
            <a:xfrm>
              <a:off x="4924" y="0"/>
              <a:ext cx="2197015" cy="2206863"/>
              <a:chOff x="14166" y="2"/>
              <a:chExt cx="6321663" cy="6350000"/>
            </a:xfrm>
          </p:grpSpPr>
          <p:sp>
            <p:nvSpPr>
              <p:cNvPr id="23"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21" name="Group 8"/>
            <p:cNvGrpSpPr/>
            <p:nvPr/>
          </p:nvGrpSpPr>
          <p:grpSpPr>
            <a:xfrm>
              <a:off x="1639384" y="0"/>
              <a:ext cx="2206863" cy="2206863"/>
              <a:chOff x="0" y="0"/>
              <a:chExt cx="6350000" cy="6350000"/>
            </a:xfrm>
          </p:grpSpPr>
          <p:sp>
            <p:nvSpPr>
              <p:cNvPr id="22"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727131">
                  <a:alpha val="80000"/>
                </a:srgbClr>
              </a:solidFill>
            </p:spPr>
          </p:sp>
        </p:grpSp>
      </p:grpSp>
      <p:sp>
        <p:nvSpPr>
          <p:cNvPr id="9" name="TextBox 15"/>
          <p:cNvSpPr txBox="1"/>
          <p:nvPr/>
        </p:nvSpPr>
        <p:spPr>
          <a:xfrm>
            <a:off x="7670165" y="3809684"/>
            <a:ext cx="4025217" cy="578556"/>
          </a:xfrm>
          <a:prstGeom prst="rect">
            <a:avLst/>
          </a:prstGeom>
        </p:spPr>
        <p:txBody>
          <a:bodyPr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grpSp>
        <p:nvGrpSpPr>
          <p:cNvPr id="15" name="Group 9"/>
          <p:cNvGrpSpPr/>
          <p:nvPr/>
        </p:nvGrpSpPr>
        <p:grpSpPr>
          <a:xfrm>
            <a:off x="2933813" y="4367354"/>
            <a:ext cx="2971687" cy="157234"/>
            <a:chOff x="0" y="0"/>
            <a:chExt cx="13774954" cy="571500"/>
          </a:xfrm>
        </p:grpSpPr>
        <p:sp>
          <p:nvSpPr>
            <p:cNvPr id="16"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grpSp>
        <p:nvGrpSpPr>
          <p:cNvPr id="17" name="Group 9"/>
          <p:cNvGrpSpPr/>
          <p:nvPr/>
        </p:nvGrpSpPr>
        <p:grpSpPr>
          <a:xfrm>
            <a:off x="7629581" y="4364198"/>
            <a:ext cx="2971687" cy="157234"/>
            <a:chOff x="0" y="0"/>
            <a:chExt cx="13774954" cy="571500"/>
          </a:xfrm>
        </p:grpSpPr>
        <p:sp>
          <p:nvSpPr>
            <p:cNvPr id="18"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B60F"/>
        </a:solidFill>
        <a:effectLst/>
      </p:bgPr>
    </p:bg>
    <p:spTree>
      <p:nvGrpSpPr>
        <p:cNvPr id="1" name=""/>
        <p:cNvGrpSpPr/>
        <p:nvPr/>
      </p:nvGrpSpPr>
      <p:grpSpPr>
        <a:xfrm>
          <a:off x="0" y="0"/>
          <a:ext cx="0" cy="0"/>
          <a:chOff x="0" y="0"/>
          <a:chExt cx="0" cy="0"/>
        </a:xfrm>
      </p:grpSpPr>
      <p:sp>
        <p:nvSpPr>
          <p:cNvPr id="34" name="AutoShape 2"/>
          <p:cNvSpPr/>
          <p:nvPr/>
        </p:nvSpPr>
        <p:spPr>
          <a:xfrm>
            <a:off x="0" y="2896298"/>
            <a:ext cx="12192000" cy="3967980"/>
          </a:xfrm>
          <a:prstGeom prst="rect">
            <a:avLst/>
          </a:prstGeom>
          <a:solidFill>
            <a:schemeClr val="bg1">
              <a:lumMod val="95000"/>
            </a:schemeClr>
          </a:solidFill>
        </p:spPr>
      </p:sp>
      <p:sp>
        <p:nvSpPr>
          <p:cNvPr id="9" name="TextBox 15"/>
          <p:cNvSpPr txBox="1"/>
          <p:nvPr/>
        </p:nvSpPr>
        <p:spPr>
          <a:xfrm>
            <a:off x="982936" y="2066554"/>
            <a:ext cx="4523784" cy="492443"/>
          </a:xfrm>
          <a:prstGeom prst="rect">
            <a:avLst/>
          </a:prstGeom>
        </p:spPr>
        <p:txBody>
          <a:bodyPr wrap="square" lIns="0" tIns="0" rIns="0" bIns="0" rtlCol="0" anchor="t">
            <a:spAutoFit/>
          </a:bodyPr>
          <a:lstStyle/>
          <a:p>
            <a:r>
              <a:rPr lang="zh-CN" altLang="en-US" sz="16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10" name="TextBox 15"/>
          <p:cNvSpPr txBox="1"/>
          <p:nvPr/>
        </p:nvSpPr>
        <p:spPr>
          <a:xfrm>
            <a:off x="982935" y="1176344"/>
            <a:ext cx="1994263" cy="554126"/>
          </a:xfrm>
          <a:prstGeom prst="rect">
            <a:avLst/>
          </a:prstGeom>
        </p:spPr>
        <p:txBody>
          <a:bodyPr wrap="square" lIns="0" tIns="0" rIns="0" bIns="0" rtlCol="0" anchor="t">
            <a:spAutoFit/>
          </a:bodyPr>
          <a:lstStyle/>
          <a:p>
            <a:pPr>
              <a:lnSpc>
                <a:spcPts val="5040"/>
              </a:lnSpc>
            </a:pPr>
            <a:r>
              <a:rPr lang="en-US" sz="2400" spc="288" dirty="0">
                <a:solidFill>
                  <a:schemeClr val="bg1"/>
                </a:solidFill>
                <a:latin typeface="微软雅黑" panose="020B0503020204020204" pitchFamily="34" charset="-122"/>
                <a:ea typeface="微软雅黑" panose="020B0503020204020204" pitchFamily="34" charset="-122"/>
              </a:rPr>
              <a:t>请输入标题</a:t>
            </a:r>
          </a:p>
        </p:txBody>
      </p:sp>
      <p:grpSp>
        <p:nvGrpSpPr>
          <p:cNvPr id="11" name="Group 9"/>
          <p:cNvGrpSpPr/>
          <p:nvPr/>
        </p:nvGrpSpPr>
        <p:grpSpPr>
          <a:xfrm>
            <a:off x="982936" y="1741278"/>
            <a:ext cx="2971687" cy="157234"/>
            <a:chOff x="0" y="0"/>
            <a:chExt cx="13774954" cy="571500"/>
          </a:xfrm>
        </p:grpSpPr>
        <p:sp>
          <p:nvSpPr>
            <p:cNvPr id="12"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pic>
        <p:nvPicPr>
          <p:cNvPr id="25" name="图形 2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1202" y="280515"/>
            <a:ext cx="1992352" cy="552566"/>
          </a:xfrm>
          <a:prstGeom prst="rect">
            <a:avLst/>
          </a:prstGeom>
        </p:spPr>
      </p:pic>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718" y="3317644"/>
            <a:ext cx="5000001" cy="3125288"/>
          </a:xfrm>
          <a:prstGeom prst="rect">
            <a:avLst/>
          </a:prstGeom>
        </p:spPr>
      </p:pic>
      <p:sp>
        <p:nvSpPr>
          <p:cNvPr id="30" name="TextBox 15"/>
          <p:cNvSpPr txBox="1"/>
          <p:nvPr/>
        </p:nvSpPr>
        <p:spPr>
          <a:xfrm>
            <a:off x="6685280" y="2077385"/>
            <a:ext cx="4523784" cy="492443"/>
          </a:xfrm>
          <a:prstGeom prst="rect">
            <a:avLst/>
          </a:prstGeom>
        </p:spPr>
        <p:txBody>
          <a:bodyPr wrap="square" lIns="0" tIns="0" rIns="0" bIns="0" rtlCol="0" anchor="t">
            <a:spAutoFit/>
          </a:bodyPr>
          <a:lstStyle/>
          <a:p>
            <a:r>
              <a:rPr lang="zh-CN" altLang="en-US" sz="16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31" name="TextBox 15"/>
          <p:cNvSpPr txBox="1"/>
          <p:nvPr/>
        </p:nvSpPr>
        <p:spPr>
          <a:xfrm>
            <a:off x="6685279" y="1187175"/>
            <a:ext cx="1994263" cy="554126"/>
          </a:xfrm>
          <a:prstGeom prst="rect">
            <a:avLst/>
          </a:prstGeom>
        </p:spPr>
        <p:txBody>
          <a:bodyPr wrap="square" lIns="0" tIns="0" rIns="0" bIns="0" rtlCol="0" anchor="t">
            <a:spAutoFit/>
          </a:bodyPr>
          <a:lstStyle/>
          <a:p>
            <a:pPr>
              <a:lnSpc>
                <a:spcPts val="5040"/>
              </a:lnSpc>
            </a:pPr>
            <a:r>
              <a:rPr lang="en-US" sz="2400" spc="288" dirty="0">
                <a:solidFill>
                  <a:schemeClr val="bg1"/>
                </a:solidFill>
                <a:latin typeface="微软雅黑" panose="020B0503020204020204" pitchFamily="34" charset="-122"/>
                <a:ea typeface="微软雅黑" panose="020B0503020204020204" pitchFamily="34" charset="-122"/>
              </a:rPr>
              <a:t>请输入标题</a:t>
            </a:r>
          </a:p>
        </p:txBody>
      </p:sp>
      <p:grpSp>
        <p:nvGrpSpPr>
          <p:cNvPr id="32" name="Group 9"/>
          <p:cNvGrpSpPr/>
          <p:nvPr/>
        </p:nvGrpSpPr>
        <p:grpSpPr>
          <a:xfrm>
            <a:off x="6685280" y="1752109"/>
            <a:ext cx="2971687" cy="157234"/>
            <a:chOff x="0" y="0"/>
            <a:chExt cx="13774954" cy="571500"/>
          </a:xfrm>
        </p:grpSpPr>
        <p:sp>
          <p:nvSpPr>
            <p:cNvPr id="33"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
        <p:nvSpPr>
          <p:cNvPr id="35" name="TextBox 15"/>
          <p:cNvSpPr txBox="1"/>
          <p:nvPr/>
        </p:nvSpPr>
        <p:spPr>
          <a:xfrm>
            <a:off x="6214364" y="3701278"/>
            <a:ext cx="5465616" cy="2769989"/>
          </a:xfrm>
          <a:prstGeom prst="rect">
            <a:avLst/>
          </a:prstGeom>
        </p:spPr>
        <p:txBody>
          <a:bodyPr wrap="square" lIns="0" tIns="0" rIns="0" bIns="0" rtlCol="0" anchor="t">
            <a:spAutoFit/>
          </a:bodyPr>
          <a:lstStyle/>
          <a:p>
            <a:pPr marL="342900" indent="-342900">
              <a:buFont typeface="Arial" panose="020B0604020202020204" pitchFamily="34" charset="0"/>
              <a:buChar char="•"/>
            </a:pPr>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endParaRPr lang="en-US" altLang="zh-CN" sz="2000" spc="288" dirty="0">
              <a:solidFill>
                <a:srgbClr val="714B45"/>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000" spc="288" dirty="0">
              <a:solidFill>
                <a:srgbClr val="714B45"/>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在此处添加文本在此处添加文本在此处添加文本在此处添加文本在此处添加文本在此处添加文本</a:t>
            </a:r>
          </a:p>
          <a:p>
            <a:pPr marL="342900" indent="-342900">
              <a:buFont typeface="Arial" panose="020B0604020202020204" pitchFamily="34" charset="0"/>
              <a:buChar char="•"/>
            </a:pPr>
            <a:endParaRPr lang="zh-CN" altLang="en-US" sz="2000" spc="288" dirty="0">
              <a:solidFill>
                <a:srgbClr val="714B45"/>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000" spc="288" dirty="0">
              <a:solidFill>
                <a:srgbClr val="714B4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27131"/>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6690828" y="556796"/>
            <a:ext cx="4910622" cy="5681457"/>
          </a:xfrm>
          <a:prstGeom prst="rect">
            <a:avLst/>
          </a:prstGeom>
        </p:spPr>
      </p:pic>
      <p:sp>
        <p:nvSpPr>
          <p:cNvPr id="50" name="AutoShape 2"/>
          <p:cNvSpPr/>
          <p:nvPr/>
        </p:nvSpPr>
        <p:spPr>
          <a:xfrm>
            <a:off x="0" y="0"/>
            <a:ext cx="6096000" cy="6858000"/>
          </a:xfrm>
          <a:prstGeom prst="rect">
            <a:avLst/>
          </a:prstGeom>
          <a:solidFill>
            <a:schemeClr val="bg1">
              <a:lumMod val="95000"/>
            </a:schemeClr>
          </a:solidFill>
        </p:spPr>
      </p:sp>
      <p:pic>
        <p:nvPicPr>
          <p:cNvPr id="44" name="图片 43"/>
          <p:cNvPicPr>
            <a:picLocks noChangeAspect="1"/>
          </p:cNvPicPr>
          <p:nvPr/>
        </p:nvPicPr>
        <p:blipFill>
          <a:blip r:embed="rId3">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45" name="Group 5"/>
          <p:cNvGrpSpPr/>
          <p:nvPr/>
        </p:nvGrpSpPr>
        <p:grpSpPr>
          <a:xfrm>
            <a:off x="8976615" y="4926008"/>
            <a:ext cx="2880993" cy="1655147"/>
            <a:chOff x="4924" y="0"/>
            <a:chExt cx="3841323" cy="2206863"/>
          </a:xfrm>
        </p:grpSpPr>
        <p:grpSp>
          <p:nvGrpSpPr>
            <p:cNvPr id="46" name="Group 6"/>
            <p:cNvGrpSpPr/>
            <p:nvPr/>
          </p:nvGrpSpPr>
          <p:grpSpPr>
            <a:xfrm>
              <a:off x="4924" y="0"/>
              <a:ext cx="2197015" cy="2206863"/>
              <a:chOff x="14166" y="2"/>
              <a:chExt cx="6321663" cy="6350000"/>
            </a:xfrm>
          </p:grpSpPr>
          <p:sp>
            <p:nvSpPr>
              <p:cNvPr id="49"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47" name="Group 8"/>
            <p:cNvGrpSpPr/>
            <p:nvPr/>
          </p:nvGrpSpPr>
          <p:grpSpPr>
            <a:xfrm>
              <a:off x="1639384" y="0"/>
              <a:ext cx="2206863" cy="2206863"/>
              <a:chOff x="0" y="0"/>
              <a:chExt cx="6350000" cy="6350000"/>
            </a:xfrm>
          </p:grpSpPr>
          <p:sp>
            <p:nvSpPr>
              <p:cNvPr id="48"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sp>
        <p:nvSpPr>
          <p:cNvPr id="51" name="Freeform 10"/>
          <p:cNvSpPr/>
          <p:nvPr/>
        </p:nvSpPr>
        <p:spPr>
          <a:xfrm>
            <a:off x="2565468" y="2003462"/>
            <a:ext cx="728044" cy="7313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52" name="TextBox 12"/>
          <p:cNvSpPr txBox="1"/>
          <p:nvPr/>
        </p:nvSpPr>
        <p:spPr>
          <a:xfrm>
            <a:off x="2646977" y="1819583"/>
            <a:ext cx="565026" cy="915187"/>
          </a:xfrm>
          <a:prstGeom prst="rect">
            <a:avLst/>
          </a:prstGeom>
        </p:spPr>
        <p:txBody>
          <a:bodyPr wrap="square" lIns="0" tIns="0" rIns="0" bIns="0" rtlCol="0" anchor="t">
            <a:spAutoFit/>
          </a:bodyPr>
          <a:lstStyle/>
          <a:p>
            <a:pPr algn="ctr">
              <a:lnSpc>
                <a:spcPts val="8515"/>
              </a:lnSpc>
            </a:pPr>
            <a:r>
              <a:rPr lang="en-US" sz="3200" dirty="0">
                <a:solidFill>
                  <a:schemeClr val="bg1"/>
                </a:solidFill>
                <a:latin typeface="微软雅黑" panose="020B0503020204020204" pitchFamily="34" charset="-122"/>
                <a:ea typeface="微软雅黑" panose="020B0503020204020204" pitchFamily="34" charset="-122"/>
              </a:rPr>
              <a:t>03</a:t>
            </a:r>
          </a:p>
        </p:txBody>
      </p:sp>
      <p:sp>
        <p:nvSpPr>
          <p:cNvPr id="53" name="TextBox 13"/>
          <p:cNvSpPr txBox="1"/>
          <p:nvPr/>
        </p:nvSpPr>
        <p:spPr>
          <a:xfrm>
            <a:off x="1102210" y="3462623"/>
            <a:ext cx="3767567" cy="887102"/>
          </a:xfrm>
          <a:prstGeom prst="rect">
            <a:avLst/>
          </a:prstGeom>
        </p:spPr>
        <p:txBody>
          <a:bodyPr wrap="square" lIns="0" tIns="0" rIns="0" bIns="0" rtlCol="0" anchor="t">
            <a:spAutoFit/>
          </a:bodyPr>
          <a:lstStyle/>
          <a:p>
            <a:pPr algn="ctr">
              <a:lnSpc>
                <a:spcPts val="7665"/>
              </a:lnSpc>
            </a:pPr>
            <a:r>
              <a:rPr lang="en-US" sz="4800" spc="437" dirty="0">
                <a:solidFill>
                  <a:srgbClr val="714B45"/>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31" name="Group 9"/>
          <p:cNvGrpSpPr/>
          <p:nvPr/>
        </p:nvGrpSpPr>
        <p:grpSpPr>
          <a:xfrm>
            <a:off x="971818" y="2640390"/>
            <a:ext cx="10267682" cy="149722"/>
            <a:chOff x="0" y="0"/>
            <a:chExt cx="13774954" cy="571500"/>
          </a:xfrm>
        </p:grpSpPr>
        <p:sp>
          <p:nvSpPr>
            <p:cNvPr id="32"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85724" y="4246897"/>
            <a:ext cx="12192001" cy="2860074"/>
          </a:xfrm>
          <a:prstGeom prst="rect">
            <a:avLst/>
          </a:prstGeom>
        </p:spPr>
      </p:pic>
      <p:sp>
        <p:nvSpPr>
          <p:cNvPr id="55" name="Freeform 10"/>
          <p:cNvSpPr/>
          <p:nvPr/>
        </p:nvSpPr>
        <p:spPr>
          <a:xfrm>
            <a:off x="838467" y="2458431"/>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56" name="Freeform 10"/>
          <p:cNvSpPr/>
          <p:nvPr/>
        </p:nvSpPr>
        <p:spPr>
          <a:xfrm>
            <a:off x="4500321" y="2440132"/>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57" name="Freeform 10"/>
          <p:cNvSpPr/>
          <p:nvPr/>
        </p:nvSpPr>
        <p:spPr>
          <a:xfrm>
            <a:off x="8076204" y="2440131"/>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59" name="TextBox 15"/>
          <p:cNvSpPr txBox="1"/>
          <p:nvPr/>
        </p:nvSpPr>
        <p:spPr>
          <a:xfrm>
            <a:off x="1456450" y="1580185"/>
            <a:ext cx="2268201" cy="923330"/>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60" name="TextBox 15"/>
          <p:cNvSpPr txBox="1"/>
          <p:nvPr/>
        </p:nvSpPr>
        <p:spPr>
          <a:xfrm>
            <a:off x="5146502" y="1580185"/>
            <a:ext cx="2268201" cy="923330"/>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61" name="TextBox 15"/>
          <p:cNvSpPr txBox="1"/>
          <p:nvPr/>
        </p:nvSpPr>
        <p:spPr>
          <a:xfrm>
            <a:off x="8674761" y="1580185"/>
            <a:ext cx="2268201" cy="923330"/>
          </a:xfrm>
          <a:prstGeom prst="rect">
            <a:avLst/>
          </a:prstGeom>
        </p:spPr>
        <p:txBody>
          <a:bodyPr wrap="square" lIns="0" tIns="0" rIns="0" bIns="0" rtlCol="0" anchor="t">
            <a:spAutoFit/>
          </a:bodyPr>
          <a:lstStyle/>
          <a:p>
            <a:r>
              <a:rPr lang="zh-CN" altLang="en-US" sz="20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62" name="TextBox 15"/>
          <p:cNvSpPr txBox="1"/>
          <p:nvPr/>
        </p:nvSpPr>
        <p:spPr>
          <a:xfrm>
            <a:off x="859867" y="3086100"/>
            <a:ext cx="2806598" cy="578556"/>
          </a:xfrm>
          <a:prstGeom prst="rect">
            <a:avLst/>
          </a:prstGeom>
        </p:spPr>
        <p:txBody>
          <a:bodyPr wrap="square"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sp>
        <p:nvSpPr>
          <p:cNvPr id="63" name="TextBox 15"/>
          <p:cNvSpPr txBox="1"/>
          <p:nvPr/>
        </p:nvSpPr>
        <p:spPr>
          <a:xfrm>
            <a:off x="4500322" y="3086100"/>
            <a:ext cx="2806598" cy="578556"/>
          </a:xfrm>
          <a:prstGeom prst="rect">
            <a:avLst/>
          </a:prstGeom>
        </p:spPr>
        <p:txBody>
          <a:bodyPr wrap="square"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sp>
        <p:nvSpPr>
          <p:cNvPr id="64" name="TextBox 15"/>
          <p:cNvSpPr txBox="1"/>
          <p:nvPr/>
        </p:nvSpPr>
        <p:spPr>
          <a:xfrm>
            <a:off x="8076204" y="3086100"/>
            <a:ext cx="2806598" cy="578556"/>
          </a:xfrm>
          <a:prstGeom prst="rect">
            <a:avLst/>
          </a:prstGeom>
        </p:spPr>
        <p:txBody>
          <a:bodyPr wrap="square" lIns="0" tIns="0" rIns="0" bIns="0" rtlCol="0" anchor="t">
            <a:spAutoFit/>
          </a:bodyPr>
          <a:lstStyle/>
          <a:p>
            <a:pPr>
              <a:lnSpc>
                <a:spcPts val="5040"/>
              </a:lnSpc>
            </a:pPr>
            <a:r>
              <a:rPr lang="en-US" sz="2800" spc="288" dirty="0">
                <a:solidFill>
                  <a:srgbClr val="393939"/>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27131"/>
        </a:solidFill>
        <a:effectLst/>
      </p:bgPr>
    </p:bg>
    <p:spTree>
      <p:nvGrpSpPr>
        <p:cNvPr id="1" name=""/>
        <p:cNvGrpSpPr/>
        <p:nvPr/>
      </p:nvGrpSpPr>
      <p:grpSpPr>
        <a:xfrm>
          <a:off x="0" y="0"/>
          <a:ext cx="0" cy="0"/>
          <a:chOff x="0" y="0"/>
          <a:chExt cx="0" cy="0"/>
        </a:xfrm>
      </p:grpSpPr>
      <p:pic>
        <p:nvPicPr>
          <p:cNvPr id="4" name="图形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1202" y="280515"/>
            <a:ext cx="1992352" cy="552566"/>
          </a:xfrm>
          <a:prstGeom prst="rect">
            <a:avLst/>
          </a:prstGeom>
        </p:spPr>
      </p:pic>
      <p:sp>
        <p:nvSpPr>
          <p:cNvPr id="6" name="TextBox 13"/>
          <p:cNvSpPr txBox="1"/>
          <p:nvPr/>
        </p:nvSpPr>
        <p:spPr>
          <a:xfrm>
            <a:off x="1101716" y="1830092"/>
            <a:ext cx="987450" cy="3515793"/>
          </a:xfrm>
          <a:prstGeom prst="rect">
            <a:avLst/>
          </a:prstGeom>
        </p:spPr>
        <p:txBody>
          <a:bodyPr vert="eaVert" wrap="square" lIns="0" tIns="0" rIns="0" bIns="0" rtlCol="0" anchor="t">
            <a:spAutoFit/>
          </a:bodyPr>
          <a:lstStyle/>
          <a:p>
            <a:pPr algn="ctr">
              <a:lnSpc>
                <a:spcPts val="7665"/>
              </a:lnSpc>
            </a:pPr>
            <a:r>
              <a:rPr lang="en-US" sz="4800" spc="437" dirty="0">
                <a:solidFill>
                  <a:schemeClr val="bg1"/>
                </a:solidFill>
                <a:latin typeface="微软雅黑" panose="020B0503020204020204" pitchFamily="34" charset="-122"/>
                <a:ea typeface="微软雅黑" panose="020B0503020204020204" pitchFamily="34" charset="-122"/>
              </a:rPr>
              <a:t>请输入标题</a:t>
            </a:r>
          </a:p>
        </p:txBody>
      </p:sp>
      <p:sp>
        <p:nvSpPr>
          <p:cNvPr id="18" name="AutoShape 2"/>
          <p:cNvSpPr/>
          <p:nvPr/>
        </p:nvSpPr>
        <p:spPr>
          <a:xfrm>
            <a:off x="4424516" y="581913"/>
            <a:ext cx="7767484" cy="1932639"/>
          </a:xfrm>
          <a:prstGeom prst="rect">
            <a:avLst/>
          </a:prstGeom>
          <a:solidFill>
            <a:schemeClr val="bg1">
              <a:lumMod val="95000"/>
            </a:schemeClr>
          </a:solidFill>
        </p:spPr>
      </p:sp>
      <p:sp>
        <p:nvSpPr>
          <p:cNvPr id="19" name="TextBox 15"/>
          <p:cNvSpPr txBox="1"/>
          <p:nvPr/>
        </p:nvSpPr>
        <p:spPr>
          <a:xfrm>
            <a:off x="5902527" y="1517933"/>
            <a:ext cx="5002949" cy="492443"/>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20" name="TextBox 15"/>
          <p:cNvSpPr txBox="1"/>
          <p:nvPr/>
        </p:nvSpPr>
        <p:spPr>
          <a:xfrm>
            <a:off x="5902527" y="770550"/>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74745" y="722479"/>
            <a:ext cx="2642203" cy="1651505"/>
          </a:xfrm>
          <a:prstGeom prst="rect">
            <a:avLst/>
          </a:prstGeom>
        </p:spPr>
      </p:pic>
      <p:grpSp>
        <p:nvGrpSpPr>
          <p:cNvPr id="36" name="Group 9"/>
          <p:cNvGrpSpPr/>
          <p:nvPr/>
        </p:nvGrpSpPr>
        <p:grpSpPr>
          <a:xfrm>
            <a:off x="5902527" y="1296208"/>
            <a:ext cx="2971687" cy="157234"/>
            <a:chOff x="0" y="0"/>
            <a:chExt cx="13774954" cy="571500"/>
          </a:xfrm>
        </p:grpSpPr>
        <p:sp>
          <p:nvSpPr>
            <p:cNvPr id="37"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
        <p:nvSpPr>
          <p:cNvPr id="43" name="AutoShape 2"/>
          <p:cNvSpPr/>
          <p:nvPr/>
        </p:nvSpPr>
        <p:spPr>
          <a:xfrm>
            <a:off x="3701844" y="2596205"/>
            <a:ext cx="8490155" cy="1932639"/>
          </a:xfrm>
          <a:prstGeom prst="rect">
            <a:avLst/>
          </a:prstGeom>
          <a:solidFill>
            <a:schemeClr val="bg1">
              <a:lumMod val="95000"/>
            </a:schemeClr>
          </a:solidFill>
        </p:spPr>
      </p:sp>
      <p:sp>
        <p:nvSpPr>
          <p:cNvPr id="44" name="TextBox 15"/>
          <p:cNvSpPr txBox="1"/>
          <p:nvPr/>
        </p:nvSpPr>
        <p:spPr>
          <a:xfrm>
            <a:off x="5902527" y="3532225"/>
            <a:ext cx="5002949" cy="492443"/>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45" name="TextBox 15"/>
          <p:cNvSpPr txBox="1"/>
          <p:nvPr/>
        </p:nvSpPr>
        <p:spPr>
          <a:xfrm>
            <a:off x="5902527" y="2784842"/>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4746" y="2713870"/>
            <a:ext cx="2642203" cy="1651655"/>
          </a:xfrm>
          <a:prstGeom prst="rect">
            <a:avLst/>
          </a:prstGeom>
        </p:spPr>
      </p:pic>
      <p:grpSp>
        <p:nvGrpSpPr>
          <p:cNvPr id="46" name="Group 9"/>
          <p:cNvGrpSpPr/>
          <p:nvPr/>
        </p:nvGrpSpPr>
        <p:grpSpPr>
          <a:xfrm>
            <a:off x="5902527" y="3310500"/>
            <a:ext cx="2971687" cy="157234"/>
            <a:chOff x="0" y="0"/>
            <a:chExt cx="13774954" cy="571500"/>
          </a:xfrm>
        </p:grpSpPr>
        <p:sp>
          <p:nvSpPr>
            <p:cNvPr id="47"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sp>
        <p:nvSpPr>
          <p:cNvPr id="48" name="AutoShape 2"/>
          <p:cNvSpPr/>
          <p:nvPr/>
        </p:nvSpPr>
        <p:spPr>
          <a:xfrm>
            <a:off x="3052916" y="4631590"/>
            <a:ext cx="9139084" cy="1932639"/>
          </a:xfrm>
          <a:prstGeom prst="rect">
            <a:avLst/>
          </a:prstGeom>
          <a:solidFill>
            <a:schemeClr val="bg1">
              <a:lumMod val="95000"/>
            </a:schemeClr>
          </a:solidFill>
        </p:spPr>
      </p:sp>
      <p:sp>
        <p:nvSpPr>
          <p:cNvPr id="49" name="TextBox 15"/>
          <p:cNvSpPr txBox="1"/>
          <p:nvPr/>
        </p:nvSpPr>
        <p:spPr>
          <a:xfrm>
            <a:off x="5902527" y="5567610"/>
            <a:ext cx="5002949" cy="492443"/>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50" name="TextBox 15"/>
          <p:cNvSpPr txBox="1"/>
          <p:nvPr/>
        </p:nvSpPr>
        <p:spPr>
          <a:xfrm>
            <a:off x="5902527" y="4820227"/>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grpSp>
        <p:nvGrpSpPr>
          <p:cNvPr id="51" name="Group 9"/>
          <p:cNvGrpSpPr/>
          <p:nvPr/>
        </p:nvGrpSpPr>
        <p:grpSpPr>
          <a:xfrm>
            <a:off x="5902527" y="5345885"/>
            <a:ext cx="2971687" cy="157234"/>
            <a:chOff x="0" y="0"/>
            <a:chExt cx="13774954" cy="571500"/>
          </a:xfrm>
        </p:grpSpPr>
        <p:sp>
          <p:nvSpPr>
            <p:cNvPr id="52" name="Freeform 10"/>
            <p:cNvSpPr/>
            <p:nvPr/>
          </p:nvSpPr>
          <p:spPr>
            <a:xfrm>
              <a:off x="0" y="255270"/>
              <a:ext cx="13774955" cy="69850"/>
            </a:xfrm>
            <a:custGeom>
              <a:avLst/>
              <a:gdLst/>
              <a:ahLst/>
              <a:cxnLst/>
              <a:rect l="l" t="t" r="r" b="b"/>
              <a:pathLst>
                <a:path w="13774955" h="69850">
                  <a:moveTo>
                    <a:pt x="13484124" y="0"/>
                  </a:moveTo>
                  <a:lnTo>
                    <a:pt x="0" y="0"/>
                  </a:lnTo>
                  <a:lnTo>
                    <a:pt x="0" y="69850"/>
                  </a:lnTo>
                  <a:lnTo>
                    <a:pt x="13774955" y="69850"/>
                  </a:lnTo>
                  <a:lnTo>
                    <a:pt x="13774955" y="0"/>
                  </a:lnTo>
                  <a:close/>
                </a:path>
              </a:pathLst>
            </a:custGeom>
            <a:solidFill>
              <a:srgbClr val="727131"/>
            </a:solidFill>
            <a:ln>
              <a:solidFill>
                <a:srgbClr val="714B45"/>
              </a:solidFill>
            </a:ln>
          </p:spPr>
        </p:sp>
      </p:grpSp>
      <p:pic>
        <p:nvPicPr>
          <p:cNvPr id="53" name="图片 52"/>
          <p:cNvPicPr>
            <a:picLocks noChangeAspect="1"/>
          </p:cNvPicPr>
          <p:nvPr/>
        </p:nvPicPr>
        <p:blipFill rotWithShape="1">
          <a:blip r:embed="rId6" cstate="print">
            <a:extLst>
              <a:ext uri="{28A0092B-C50C-407E-A947-70E740481C1C}">
                <a14:useLocalDpi xmlns:a14="http://schemas.microsoft.com/office/drawing/2010/main" val="0"/>
              </a:ext>
            </a:extLst>
          </a:blip>
          <a:srcRect/>
          <a:stretch>
            <a:fillRect/>
          </a:stretch>
        </p:blipFill>
        <p:spPr>
          <a:xfrm>
            <a:off x="2674746" y="4770065"/>
            <a:ext cx="2642203" cy="16556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14B45"/>
        </a:solidFill>
        <a:effectLst/>
      </p:bgPr>
    </p:bg>
    <p:spTree>
      <p:nvGrpSpPr>
        <p:cNvPr id="1" name=""/>
        <p:cNvGrpSpPr/>
        <p:nvPr/>
      </p:nvGrpSpPr>
      <p:grpSpPr>
        <a:xfrm>
          <a:off x="0" y="0"/>
          <a:ext cx="0" cy="0"/>
          <a:chOff x="0" y="0"/>
          <a:chExt cx="0" cy="0"/>
        </a:xfrm>
      </p:grpSpPr>
      <p:sp>
        <p:nvSpPr>
          <p:cNvPr id="50" name="AutoShape 2"/>
          <p:cNvSpPr/>
          <p:nvPr/>
        </p:nvSpPr>
        <p:spPr>
          <a:xfrm>
            <a:off x="0" y="0"/>
            <a:ext cx="6096000" cy="6858000"/>
          </a:xfrm>
          <a:prstGeom prst="rect">
            <a:avLst/>
          </a:prstGeom>
          <a:solidFill>
            <a:schemeClr val="bg1">
              <a:lumMod val="95000"/>
            </a:schemeClr>
          </a:solidFill>
        </p:spPr>
      </p:sp>
      <p:pic>
        <p:nvPicPr>
          <p:cNvPr id="13" name="图片 12"/>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6690828" y="556797"/>
            <a:ext cx="4910622" cy="5702056"/>
          </a:xfrm>
          <a:prstGeom prst="rect">
            <a:avLst/>
          </a:prstGeom>
        </p:spPr>
      </p:pic>
      <p:pic>
        <p:nvPicPr>
          <p:cNvPr id="44" name="图片 43"/>
          <p:cNvPicPr>
            <a:picLocks noChangeAspect="1"/>
          </p:cNvPicPr>
          <p:nvPr/>
        </p:nvPicPr>
        <p:blipFill>
          <a:blip r:embed="rId3">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45" name="Group 5"/>
          <p:cNvGrpSpPr/>
          <p:nvPr/>
        </p:nvGrpSpPr>
        <p:grpSpPr>
          <a:xfrm rot="10800000">
            <a:off x="8995665" y="4868858"/>
            <a:ext cx="2880993" cy="1655147"/>
            <a:chOff x="4924" y="0"/>
            <a:chExt cx="3841323" cy="2206863"/>
          </a:xfrm>
        </p:grpSpPr>
        <p:grpSp>
          <p:nvGrpSpPr>
            <p:cNvPr id="46" name="Group 6"/>
            <p:cNvGrpSpPr/>
            <p:nvPr/>
          </p:nvGrpSpPr>
          <p:grpSpPr>
            <a:xfrm>
              <a:off x="4924" y="0"/>
              <a:ext cx="2197015" cy="2206863"/>
              <a:chOff x="14166" y="2"/>
              <a:chExt cx="6321663" cy="6350000"/>
            </a:xfrm>
          </p:grpSpPr>
          <p:sp>
            <p:nvSpPr>
              <p:cNvPr id="49"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47" name="Group 8"/>
            <p:cNvGrpSpPr/>
            <p:nvPr/>
          </p:nvGrpSpPr>
          <p:grpSpPr>
            <a:xfrm>
              <a:off x="1639384" y="0"/>
              <a:ext cx="2206863" cy="2206863"/>
              <a:chOff x="0" y="0"/>
              <a:chExt cx="6350000" cy="6350000"/>
            </a:xfrm>
          </p:grpSpPr>
          <p:sp>
            <p:nvSpPr>
              <p:cNvPr id="48"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727131">
                  <a:alpha val="80000"/>
                </a:srgbClr>
              </a:solidFill>
            </p:spPr>
          </p:sp>
        </p:grpSp>
      </p:grpSp>
      <p:sp>
        <p:nvSpPr>
          <p:cNvPr id="9" name="Freeform 10"/>
          <p:cNvSpPr/>
          <p:nvPr/>
        </p:nvSpPr>
        <p:spPr>
          <a:xfrm>
            <a:off x="2565468" y="2003462"/>
            <a:ext cx="728044" cy="7313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10" name="TextBox 12"/>
          <p:cNvSpPr txBox="1"/>
          <p:nvPr/>
        </p:nvSpPr>
        <p:spPr>
          <a:xfrm>
            <a:off x="2646977" y="1819583"/>
            <a:ext cx="565026" cy="915187"/>
          </a:xfrm>
          <a:prstGeom prst="rect">
            <a:avLst/>
          </a:prstGeom>
        </p:spPr>
        <p:txBody>
          <a:bodyPr wrap="square" lIns="0" tIns="0" rIns="0" bIns="0" rtlCol="0" anchor="t">
            <a:spAutoFit/>
          </a:bodyPr>
          <a:lstStyle/>
          <a:p>
            <a:pPr algn="ctr">
              <a:lnSpc>
                <a:spcPts val="8515"/>
              </a:lnSpc>
            </a:pPr>
            <a:r>
              <a:rPr lang="en-US" sz="3200" dirty="0">
                <a:solidFill>
                  <a:schemeClr val="bg1"/>
                </a:solidFill>
                <a:latin typeface="微软雅黑" panose="020B0503020204020204" pitchFamily="34" charset="-122"/>
                <a:ea typeface="微软雅黑" panose="020B0503020204020204" pitchFamily="34" charset="-122"/>
              </a:rPr>
              <a:t>04</a:t>
            </a:r>
          </a:p>
        </p:txBody>
      </p:sp>
      <p:sp>
        <p:nvSpPr>
          <p:cNvPr id="11" name="TextBox 13"/>
          <p:cNvSpPr txBox="1"/>
          <p:nvPr/>
        </p:nvSpPr>
        <p:spPr>
          <a:xfrm>
            <a:off x="1102210" y="3462623"/>
            <a:ext cx="3767567" cy="887102"/>
          </a:xfrm>
          <a:prstGeom prst="rect">
            <a:avLst/>
          </a:prstGeom>
        </p:spPr>
        <p:txBody>
          <a:bodyPr wrap="square" lIns="0" tIns="0" rIns="0" bIns="0" rtlCol="0" anchor="t">
            <a:spAutoFit/>
          </a:bodyPr>
          <a:lstStyle/>
          <a:p>
            <a:pPr algn="ctr">
              <a:lnSpc>
                <a:spcPts val="7665"/>
              </a:lnSpc>
            </a:pPr>
            <a:r>
              <a:rPr lang="en-US" sz="4800" spc="437" dirty="0">
                <a:solidFill>
                  <a:srgbClr val="714B45"/>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914" y="1367660"/>
            <a:ext cx="3091700" cy="2061134"/>
          </a:xfrm>
          <a:prstGeom prst="flowChartPunchedCard">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50149" y="1367660"/>
            <a:ext cx="3091701" cy="2061340"/>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31505" y="1367790"/>
            <a:ext cx="2984500" cy="2058035"/>
          </a:xfrm>
          <a:prstGeom prst="rect">
            <a:avLst/>
          </a:prstGeom>
        </p:spPr>
      </p:pic>
      <p:grpSp>
        <p:nvGrpSpPr>
          <p:cNvPr id="8" name="Group 5"/>
          <p:cNvGrpSpPr/>
          <p:nvPr/>
        </p:nvGrpSpPr>
        <p:grpSpPr>
          <a:xfrm rot="10800000">
            <a:off x="10496160" y="280515"/>
            <a:ext cx="1394638" cy="801228"/>
            <a:chOff x="4924" y="0"/>
            <a:chExt cx="3841323" cy="2206863"/>
          </a:xfrm>
        </p:grpSpPr>
        <p:grpSp>
          <p:nvGrpSpPr>
            <p:cNvPr id="9" name="Group 6"/>
            <p:cNvGrpSpPr/>
            <p:nvPr/>
          </p:nvGrpSpPr>
          <p:grpSpPr>
            <a:xfrm>
              <a:off x="4924" y="0"/>
              <a:ext cx="2197015" cy="2206863"/>
              <a:chOff x="14166" y="2"/>
              <a:chExt cx="6321663" cy="6350000"/>
            </a:xfrm>
          </p:grpSpPr>
          <p:sp>
            <p:nvSpPr>
              <p:cNvPr id="12"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10" name="Group 8"/>
            <p:cNvGrpSpPr/>
            <p:nvPr/>
          </p:nvGrpSpPr>
          <p:grpSpPr>
            <a:xfrm>
              <a:off x="1639384" y="0"/>
              <a:ext cx="2206863" cy="2206863"/>
              <a:chOff x="0" y="0"/>
              <a:chExt cx="6350000" cy="6350000"/>
            </a:xfrm>
          </p:grpSpPr>
          <p:sp>
            <p:nvSpPr>
              <p:cNvPr id="11"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727131">
                  <a:alpha val="80000"/>
                </a:srgbClr>
              </a:solidFill>
            </p:spPr>
          </p:sp>
        </p:grpSp>
      </p:grpSp>
      <p:sp>
        <p:nvSpPr>
          <p:cNvPr id="18" name="矩形 17"/>
          <p:cNvSpPr/>
          <p:nvPr/>
        </p:nvSpPr>
        <p:spPr>
          <a:xfrm>
            <a:off x="867914" y="3569110"/>
            <a:ext cx="3091700" cy="2698955"/>
          </a:xfrm>
          <a:prstGeom prst="rect">
            <a:avLst/>
          </a:prstGeom>
          <a:solidFill>
            <a:srgbClr val="714B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550150" y="3569110"/>
            <a:ext cx="3091700" cy="2698955"/>
          </a:xfrm>
          <a:prstGeom prst="rect">
            <a:avLst/>
          </a:prstGeom>
          <a:solidFill>
            <a:srgbClr val="714B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232385" y="3569110"/>
            <a:ext cx="3091700" cy="2698955"/>
          </a:xfrm>
          <a:prstGeom prst="rect">
            <a:avLst/>
          </a:prstGeom>
          <a:solidFill>
            <a:srgbClr val="714B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15"/>
          <p:cNvSpPr txBox="1"/>
          <p:nvPr/>
        </p:nvSpPr>
        <p:spPr>
          <a:xfrm>
            <a:off x="1291997" y="4505455"/>
            <a:ext cx="2243533" cy="984885"/>
          </a:xfrm>
          <a:prstGeom prst="rect">
            <a:avLst/>
          </a:prstGeom>
        </p:spPr>
        <p:txBody>
          <a:bodyPr wrap="square" lIns="0" tIns="0" rIns="0" bIns="0" rtlCol="0" anchor="t">
            <a:spAutoFit/>
          </a:bodyPr>
          <a:lstStyle/>
          <a:p>
            <a:r>
              <a:rPr lang="zh-CN" altLang="en-US" sz="16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22" name="TextBox 15"/>
          <p:cNvSpPr txBox="1"/>
          <p:nvPr/>
        </p:nvSpPr>
        <p:spPr>
          <a:xfrm>
            <a:off x="4974232" y="4505455"/>
            <a:ext cx="2243533" cy="984885"/>
          </a:xfrm>
          <a:prstGeom prst="rect">
            <a:avLst/>
          </a:prstGeom>
        </p:spPr>
        <p:txBody>
          <a:bodyPr wrap="square" lIns="0" tIns="0" rIns="0" bIns="0" rtlCol="0" anchor="t">
            <a:spAutoFit/>
          </a:bodyPr>
          <a:lstStyle/>
          <a:p>
            <a:r>
              <a:rPr lang="zh-CN" altLang="en-US" sz="16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24" name="TextBox 15"/>
          <p:cNvSpPr txBox="1"/>
          <p:nvPr/>
        </p:nvSpPr>
        <p:spPr>
          <a:xfrm>
            <a:off x="8656468" y="4512652"/>
            <a:ext cx="2243533" cy="984885"/>
          </a:xfrm>
          <a:prstGeom prst="rect">
            <a:avLst/>
          </a:prstGeom>
        </p:spPr>
        <p:txBody>
          <a:bodyPr wrap="square" lIns="0" tIns="0" rIns="0" bIns="0" rtlCol="0" anchor="t">
            <a:spAutoFit/>
          </a:bodyPr>
          <a:lstStyle/>
          <a:p>
            <a:r>
              <a:rPr lang="zh-CN" altLang="en-US" sz="16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在此处添加文本在此处添加文本在此处添加文本在此处添加文本在此处添加文本</a:t>
            </a:r>
          </a:p>
        </p:txBody>
      </p:sp>
      <p:sp>
        <p:nvSpPr>
          <p:cNvPr id="25" name="TextBox 15"/>
          <p:cNvSpPr txBox="1"/>
          <p:nvPr/>
        </p:nvSpPr>
        <p:spPr>
          <a:xfrm>
            <a:off x="1666943" y="3629993"/>
            <a:ext cx="1459716" cy="554126"/>
          </a:xfrm>
          <a:prstGeom prst="rect">
            <a:avLst/>
          </a:prstGeom>
        </p:spPr>
        <p:txBody>
          <a:bodyPr wrap="square" lIns="0" tIns="0" rIns="0" bIns="0" rtlCol="0" anchor="t">
            <a:spAutoFit/>
          </a:bodyPr>
          <a:lstStyle/>
          <a:p>
            <a:pPr>
              <a:lnSpc>
                <a:spcPts val="5040"/>
              </a:lnSpc>
            </a:pPr>
            <a:r>
              <a:rPr lang="en-US" sz="2000" spc="288" dirty="0">
                <a:solidFill>
                  <a:schemeClr val="bg1"/>
                </a:solidFill>
                <a:latin typeface="微软雅黑" panose="020B0503020204020204" pitchFamily="34" charset="-122"/>
                <a:ea typeface="微软雅黑" panose="020B0503020204020204" pitchFamily="34" charset="-122"/>
              </a:rPr>
              <a:t>请输入标题</a:t>
            </a:r>
          </a:p>
        </p:txBody>
      </p:sp>
      <p:sp>
        <p:nvSpPr>
          <p:cNvPr id="26" name="TextBox 15"/>
          <p:cNvSpPr txBox="1"/>
          <p:nvPr/>
        </p:nvSpPr>
        <p:spPr>
          <a:xfrm>
            <a:off x="5366140" y="3653988"/>
            <a:ext cx="1459716" cy="554126"/>
          </a:xfrm>
          <a:prstGeom prst="rect">
            <a:avLst/>
          </a:prstGeom>
        </p:spPr>
        <p:txBody>
          <a:bodyPr wrap="square" lIns="0" tIns="0" rIns="0" bIns="0" rtlCol="0" anchor="t">
            <a:spAutoFit/>
          </a:bodyPr>
          <a:lstStyle/>
          <a:p>
            <a:pPr>
              <a:lnSpc>
                <a:spcPts val="5040"/>
              </a:lnSpc>
            </a:pPr>
            <a:r>
              <a:rPr lang="en-US" sz="2000" spc="288" dirty="0">
                <a:solidFill>
                  <a:schemeClr val="bg1"/>
                </a:solidFill>
                <a:latin typeface="微软雅黑" panose="020B0503020204020204" pitchFamily="34" charset="-122"/>
                <a:ea typeface="微软雅黑" panose="020B0503020204020204" pitchFamily="34" charset="-122"/>
              </a:rPr>
              <a:t>请输入标题</a:t>
            </a:r>
          </a:p>
        </p:txBody>
      </p:sp>
      <p:sp>
        <p:nvSpPr>
          <p:cNvPr id="27" name="TextBox 15"/>
          <p:cNvSpPr txBox="1"/>
          <p:nvPr/>
        </p:nvSpPr>
        <p:spPr>
          <a:xfrm>
            <a:off x="9038188" y="3653988"/>
            <a:ext cx="1459716" cy="554126"/>
          </a:xfrm>
          <a:prstGeom prst="rect">
            <a:avLst/>
          </a:prstGeom>
        </p:spPr>
        <p:txBody>
          <a:bodyPr wrap="square" lIns="0" tIns="0" rIns="0" bIns="0" rtlCol="0" anchor="t">
            <a:spAutoFit/>
          </a:bodyPr>
          <a:lstStyle/>
          <a:p>
            <a:pPr>
              <a:lnSpc>
                <a:spcPts val="5040"/>
              </a:lnSpc>
            </a:pPr>
            <a:r>
              <a:rPr lang="en-US" sz="2000" spc="288" dirty="0">
                <a:solidFill>
                  <a:schemeClr val="bg1"/>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1239" y="833081"/>
            <a:ext cx="3649521" cy="5473778"/>
          </a:xfrm>
          <a:prstGeom prst="rect">
            <a:avLst/>
          </a:prstGeom>
        </p:spPr>
      </p:pic>
      <p:grpSp>
        <p:nvGrpSpPr>
          <p:cNvPr id="27" name="Group 5"/>
          <p:cNvGrpSpPr/>
          <p:nvPr/>
        </p:nvGrpSpPr>
        <p:grpSpPr>
          <a:xfrm>
            <a:off x="-267034" y="5539897"/>
            <a:ext cx="3128824" cy="1797527"/>
            <a:chOff x="4924" y="0"/>
            <a:chExt cx="3841323" cy="2206863"/>
          </a:xfrm>
        </p:grpSpPr>
        <p:grpSp>
          <p:nvGrpSpPr>
            <p:cNvPr id="28" name="Group 6"/>
            <p:cNvGrpSpPr/>
            <p:nvPr/>
          </p:nvGrpSpPr>
          <p:grpSpPr>
            <a:xfrm>
              <a:off x="4924" y="0"/>
              <a:ext cx="2197015" cy="2206863"/>
              <a:chOff x="14166" y="2"/>
              <a:chExt cx="6321663" cy="6350000"/>
            </a:xfrm>
          </p:grpSpPr>
          <p:sp>
            <p:nvSpPr>
              <p:cNvPr id="31"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29" name="Group 8"/>
            <p:cNvGrpSpPr/>
            <p:nvPr/>
          </p:nvGrpSpPr>
          <p:grpSpPr>
            <a:xfrm>
              <a:off x="1639384" y="0"/>
              <a:ext cx="2206863" cy="2206863"/>
              <a:chOff x="0" y="0"/>
              <a:chExt cx="6350000" cy="6350000"/>
            </a:xfrm>
          </p:grpSpPr>
          <p:sp>
            <p:nvSpPr>
              <p:cNvPr id="30"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727131">
                  <a:alpha val="80000"/>
                </a:srgbClr>
              </a:solidFill>
            </p:spPr>
          </p:sp>
        </p:grpSp>
      </p:grpSp>
      <p:sp>
        <p:nvSpPr>
          <p:cNvPr id="32" name="Freeform 10"/>
          <p:cNvSpPr/>
          <p:nvPr/>
        </p:nvSpPr>
        <p:spPr>
          <a:xfrm>
            <a:off x="8204786" y="1379560"/>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34" name="Freeform 10"/>
          <p:cNvSpPr/>
          <p:nvPr/>
        </p:nvSpPr>
        <p:spPr>
          <a:xfrm>
            <a:off x="8204786" y="3013103"/>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36" name="Freeform 10"/>
          <p:cNvSpPr/>
          <p:nvPr/>
        </p:nvSpPr>
        <p:spPr>
          <a:xfrm>
            <a:off x="8204786" y="4757628"/>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38" name="Freeform 10"/>
          <p:cNvSpPr/>
          <p:nvPr/>
        </p:nvSpPr>
        <p:spPr>
          <a:xfrm>
            <a:off x="3455331" y="2074453"/>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39" name="Freeform 10"/>
          <p:cNvSpPr/>
          <p:nvPr/>
        </p:nvSpPr>
        <p:spPr>
          <a:xfrm>
            <a:off x="3455331" y="3790252"/>
            <a:ext cx="531882" cy="53426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14B45"/>
          </a:solidFill>
        </p:spPr>
      </p:sp>
      <p:sp>
        <p:nvSpPr>
          <p:cNvPr id="41" name="TextBox 15"/>
          <p:cNvSpPr txBox="1"/>
          <p:nvPr/>
        </p:nvSpPr>
        <p:spPr>
          <a:xfrm>
            <a:off x="975598" y="2154575"/>
            <a:ext cx="2268201" cy="738664"/>
          </a:xfrm>
          <a:prstGeom prst="rect">
            <a:avLst/>
          </a:prstGeom>
        </p:spPr>
        <p:txBody>
          <a:bodyPr wrap="square" lIns="0" tIns="0" rIns="0" bIns="0" rtlCol="0" anchor="t">
            <a:spAutoFit/>
          </a:bodyPr>
          <a:lstStyle/>
          <a:p>
            <a:pPr algn="r"/>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42" name="TextBox 15"/>
          <p:cNvSpPr txBox="1"/>
          <p:nvPr/>
        </p:nvSpPr>
        <p:spPr>
          <a:xfrm>
            <a:off x="975598" y="3870374"/>
            <a:ext cx="2268201" cy="738664"/>
          </a:xfrm>
          <a:prstGeom prst="rect">
            <a:avLst/>
          </a:prstGeom>
        </p:spPr>
        <p:txBody>
          <a:bodyPr wrap="square" lIns="0" tIns="0" rIns="0" bIns="0" rtlCol="0" anchor="t">
            <a:spAutoFit/>
          </a:bodyPr>
          <a:lstStyle/>
          <a:p>
            <a:pPr algn="r"/>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47" name="TextBox 15"/>
          <p:cNvSpPr txBox="1"/>
          <p:nvPr/>
        </p:nvSpPr>
        <p:spPr>
          <a:xfrm>
            <a:off x="1769040" y="1467833"/>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sp>
        <p:nvSpPr>
          <p:cNvPr id="48" name="TextBox 15"/>
          <p:cNvSpPr txBox="1"/>
          <p:nvPr/>
        </p:nvSpPr>
        <p:spPr>
          <a:xfrm>
            <a:off x="1769040" y="3227377"/>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sp>
        <p:nvSpPr>
          <p:cNvPr id="49" name="TextBox 15"/>
          <p:cNvSpPr txBox="1"/>
          <p:nvPr/>
        </p:nvSpPr>
        <p:spPr>
          <a:xfrm>
            <a:off x="8970428" y="1566105"/>
            <a:ext cx="2268201" cy="738664"/>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50" name="TextBox 15"/>
          <p:cNvSpPr txBox="1"/>
          <p:nvPr/>
        </p:nvSpPr>
        <p:spPr>
          <a:xfrm>
            <a:off x="8948200" y="913707"/>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sp>
        <p:nvSpPr>
          <p:cNvPr id="51" name="TextBox 15"/>
          <p:cNvSpPr txBox="1"/>
          <p:nvPr/>
        </p:nvSpPr>
        <p:spPr>
          <a:xfrm>
            <a:off x="8994190" y="3215967"/>
            <a:ext cx="2268201" cy="738664"/>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52" name="TextBox 15"/>
          <p:cNvSpPr txBox="1"/>
          <p:nvPr/>
        </p:nvSpPr>
        <p:spPr>
          <a:xfrm>
            <a:off x="8971962" y="2563569"/>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sp>
        <p:nvSpPr>
          <p:cNvPr id="53" name="TextBox 15"/>
          <p:cNvSpPr txBox="1"/>
          <p:nvPr/>
        </p:nvSpPr>
        <p:spPr>
          <a:xfrm>
            <a:off x="8994190" y="4865830"/>
            <a:ext cx="2268201" cy="738664"/>
          </a:xfrm>
          <a:prstGeom prst="rect">
            <a:avLst/>
          </a:prstGeom>
        </p:spPr>
        <p:txBody>
          <a:bodyPr wrap="square" lIns="0" tIns="0" rIns="0" bIns="0" rtlCol="0" anchor="t">
            <a:spAutoFit/>
          </a:bodyPr>
          <a:lstStyle/>
          <a:p>
            <a:r>
              <a:rPr lang="zh-CN" altLang="en-US" sz="1600" spc="288" dirty="0">
                <a:solidFill>
                  <a:srgbClr val="714B45"/>
                </a:solidFill>
                <a:latin typeface="微软雅黑" panose="020B0503020204020204" pitchFamily="34" charset="-122"/>
                <a:ea typeface="微软雅黑" panose="020B0503020204020204" pitchFamily="34" charset="-122"/>
              </a:rPr>
              <a:t>在此处添加文本在此处添加文本在此处添加文本</a:t>
            </a:r>
          </a:p>
        </p:txBody>
      </p:sp>
      <p:sp>
        <p:nvSpPr>
          <p:cNvPr id="54" name="TextBox 15"/>
          <p:cNvSpPr txBox="1"/>
          <p:nvPr/>
        </p:nvSpPr>
        <p:spPr>
          <a:xfrm>
            <a:off x="8971962" y="4213432"/>
            <a:ext cx="2290429" cy="554126"/>
          </a:xfrm>
          <a:prstGeom prst="rect">
            <a:avLst/>
          </a:prstGeom>
        </p:spPr>
        <p:txBody>
          <a:bodyPr wrap="square" lIns="0" tIns="0" rIns="0" bIns="0" rtlCol="0" anchor="t">
            <a:spAutoFit/>
          </a:bodyPr>
          <a:lstStyle/>
          <a:p>
            <a:pPr>
              <a:lnSpc>
                <a:spcPts val="5040"/>
              </a:lnSpc>
            </a:pPr>
            <a:r>
              <a:rPr lang="en-US" sz="2000" spc="288" dirty="0">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14B45"/>
        </a:solidFill>
        <a:effectLst/>
      </p:bgPr>
    </p:bg>
    <p:spTree>
      <p:nvGrpSpPr>
        <p:cNvPr id="1" name=""/>
        <p:cNvGrpSpPr/>
        <p:nvPr/>
      </p:nvGrpSpPr>
      <p:grpSpPr>
        <a:xfrm>
          <a:off x="0" y="0"/>
          <a:ext cx="0" cy="0"/>
          <a:chOff x="0" y="0"/>
          <a:chExt cx="0" cy="0"/>
        </a:xfrm>
      </p:grpSpPr>
      <p:sp>
        <p:nvSpPr>
          <p:cNvPr id="18" name="AutoShape 2"/>
          <p:cNvSpPr/>
          <p:nvPr/>
        </p:nvSpPr>
        <p:spPr>
          <a:xfrm>
            <a:off x="0" y="1"/>
            <a:ext cx="12192000" cy="3504561"/>
          </a:xfrm>
          <a:prstGeom prst="rect">
            <a:avLst/>
          </a:prstGeom>
          <a:solidFill>
            <a:schemeClr val="bg1">
              <a:lumMod val="95000"/>
            </a:schemeClr>
          </a:solidFill>
        </p:spPr>
      </p:sp>
      <p:pic>
        <p:nvPicPr>
          <p:cNvPr id="19" name="图片 18"/>
          <p:cNvPicPr>
            <a:picLocks noChangeAspect="1"/>
          </p:cNvPicPr>
          <p:nvPr/>
        </p:nvPicPr>
        <p:blipFill>
          <a:blip r:embed="rId2">
            <a:lum bright="-40000" contrast="-40000"/>
            <a:extLst>
              <a:ext uri="{28A0092B-C50C-407E-A947-70E740481C1C}">
                <a14:useLocalDpi xmlns:a14="http://schemas.microsoft.com/office/drawing/2010/main" val="0"/>
              </a:ext>
            </a:extLst>
          </a:blip>
          <a:stretch>
            <a:fillRect/>
          </a:stretch>
        </p:blipFill>
        <p:spPr>
          <a:xfrm>
            <a:off x="301202" y="280515"/>
            <a:ext cx="1992352" cy="552566"/>
          </a:xfrm>
          <a:prstGeom prst="rect">
            <a:avLst/>
          </a:prstGeom>
        </p:spPr>
      </p:pic>
      <p:grpSp>
        <p:nvGrpSpPr>
          <p:cNvPr id="25" name="Group 5"/>
          <p:cNvGrpSpPr/>
          <p:nvPr/>
        </p:nvGrpSpPr>
        <p:grpSpPr>
          <a:xfrm>
            <a:off x="8957565" y="4926008"/>
            <a:ext cx="2880993" cy="1655147"/>
            <a:chOff x="4924" y="0"/>
            <a:chExt cx="3841323" cy="2206863"/>
          </a:xfrm>
        </p:grpSpPr>
        <p:grpSp>
          <p:nvGrpSpPr>
            <p:cNvPr id="26" name="Group 6"/>
            <p:cNvGrpSpPr/>
            <p:nvPr/>
          </p:nvGrpSpPr>
          <p:grpSpPr>
            <a:xfrm>
              <a:off x="4924" y="0"/>
              <a:ext cx="2197015" cy="2206863"/>
              <a:chOff x="14166" y="2"/>
              <a:chExt cx="6321663" cy="6350000"/>
            </a:xfrm>
          </p:grpSpPr>
          <p:sp>
            <p:nvSpPr>
              <p:cNvPr id="29" name="Freeform 7"/>
              <p:cNvSpPr/>
              <p:nvPr/>
            </p:nvSpPr>
            <p:spPr>
              <a:xfrm>
                <a:off x="14166" y="2"/>
                <a:ext cx="632166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C8464"/>
              </a:solidFill>
            </p:spPr>
          </p:sp>
        </p:grpSp>
        <p:grpSp>
          <p:nvGrpSpPr>
            <p:cNvPr id="27" name="Group 8"/>
            <p:cNvGrpSpPr/>
            <p:nvPr/>
          </p:nvGrpSpPr>
          <p:grpSpPr>
            <a:xfrm>
              <a:off x="1639384" y="0"/>
              <a:ext cx="2206863" cy="2206863"/>
              <a:chOff x="0" y="0"/>
              <a:chExt cx="6350000" cy="6350000"/>
            </a:xfrm>
          </p:grpSpPr>
          <p:sp>
            <p:nvSpPr>
              <p:cNvPr id="28" name="Freeform 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4E1E17">
                  <a:alpha val="80000"/>
                </a:srgbClr>
              </a:solidFill>
            </p:spPr>
          </p:sp>
        </p:grpSp>
      </p:grpSp>
      <p:grpSp>
        <p:nvGrpSpPr>
          <p:cNvPr id="13" name="Group 14"/>
          <p:cNvGrpSpPr/>
          <p:nvPr/>
        </p:nvGrpSpPr>
        <p:grpSpPr>
          <a:xfrm rot="-10800000">
            <a:off x="-1" y="5795548"/>
            <a:ext cx="8259097" cy="373760"/>
            <a:chOff x="0" y="0"/>
            <a:chExt cx="24952365" cy="571500"/>
          </a:xfrm>
        </p:grpSpPr>
        <p:sp>
          <p:nvSpPr>
            <p:cNvPr id="14" name="Freeform 15"/>
            <p:cNvSpPr/>
            <p:nvPr/>
          </p:nvSpPr>
          <p:spPr>
            <a:xfrm>
              <a:off x="0" y="255270"/>
              <a:ext cx="24952365" cy="69850"/>
            </a:xfrm>
            <a:custGeom>
              <a:avLst/>
              <a:gdLst/>
              <a:ahLst/>
              <a:cxnLst/>
              <a:rect l="l" t="t" r="r" b="b"/>
              <a:pathLst>
                <a:path w="24952365" h="69850">
                  <a:moveTo>
                    <a:pt x="24661535" y="0"/>
                  </a:moveTo>
                  <a:lnTo>
                    <a:pt x="0" y="0"/>
                  </a:lnTo>
                  <a:lnTo>
                    <a:pt x="0" y="69850"/>
                  </a:lnTo>
                  <a:lnTo>
                    <a:pt x="24952365" y="69850"/>
                  </a:lnTo>
                  <a:lnTo>
                    <a:pt x="24952365" y="0"/>
                  </a:lnTo>
                  <a:close/>
                </a:path>
              </a:pathLst>
            </a:custGeom>
            <a:solidFill>
              <a:srgbClr val="FFFFFF"/>
            </a:solidFill>
          </p:spPr>
        </p:sp>
      </p:grpSp>
      <p:sp>
        <p:nvSpPr>
          <p:cNvPr id="15" name="TextBox 15"/>
          <p:cNvSpPr txBox="1"/>
          <p:nvPr/>
        </p:nvSpPr>
        <p:spPr>
          <a:xfrm>
            <a:off x="919705" y="4848684"/>
            <a:ext cx="8259097" cy="1107996"/>
          </a:xfrm>
          <a:prstGeom prst="rect">
            <a:avLst/>
          </a:prstGeom>
        </p:spPr>
        <p:txBody>
          <a:bodyPr wrap="square" lIns="0" tIns="0" rIns="0" bIns="0" rtlCol="0" anchor="t">
            <a:spAutoFit/>
          </a:bodyPr>
          <a:lstStyle/>
          <a:p>
            <a:r>
              <a:rPr lang="zh-CN" altLang="en-US" sz="24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a:t>
            </a:r>
            <a:endParaRPr lang="en-US" altLang="zh-CN" sz="2400" spc="288" dirty="0">
              <a:solidFill>
                <a:schemeClr val="bg1"/>
              </a:solidFill>
              <a:latin typeface="微软雅黑" panose="020B0503020204020204" pitchFamily="34" charset="-122"/>
              <a:ea typeface="微软雅黑" panose="020B0503020204020204" pitchFamily="34" charset="-122"/>
            </a:endParaRPr>
          </a:p>
          <a:p>
            <a:r>
              <a:rPr lang="zh-CN" altLang="en-US" sz="2400" spc="288" dirty="0">
                <a:solidFill>
                  <a:schemeClr val="bg1"/>
                </a:solidFill>
                <a:latin typeface="微软雅黑" panose="020B0503020204020204" pitchFamily="34" charset="-122"/>
                <a:ea typeface="微软雅黑" panose="020B0503020204020204" pitchFamily="34" charset="-122"/>
              </a:rPr>
              <a:t>在此处添加文本在此处添加文本在此处添加文本</a:t>
            </a:r>
          </a:p>
          <a:p>
            <a:endParaRPr lang="zh-CN" altLang="en-US" sz="2400" spc="288" dirty="0">
              <a:solidFill>
                <a:schemeClr val="bg1"/>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6343871" y="250884"/>
            <a:ext cx="5848129" cy="3082413"/>
          </a:xfrm>
          <a:prstGeom prst="rect">
            <a:avLst/>
          </a:prstGeom>
        </p:spPr>
      </p:pic>
      <p:pic>
        <p:nvPicPr>
          <p:cNvPr id="5" name="图片 4"/>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2760437" y="250885"/>
            <a:ext cx="3438802" cy="3082412"/>
          </a:xfrm>
          <a:prstGeom prst="rect">
            <a:avLst/>
          </a:prstGeom>
        </p:spPr>
      </p:pic>
      <p:sp>
        <p:nvSpPr>
          <p:cNvPr id="21" name="TextBox 13"/>
          <p:cNvSpPr txBox="1"/>
          <p:nvPr/>
        </p:nvSpPr>
        <p:spPr>
          <a:xfrm>
            <a:off x="919705" y="3720063"/>
            <a:ext cx="3767567" cy="887102"/>
          </a:xfrm>
          <a:prstGeom prst="rect">
            <a:avLst/>
          </a:prstGeom>
        </p:spPr>
        <p:txBody>
          <a:bodyPr wrap="square" lIns="0" tIns="0" rIns="0" bIns="0" rtlCol="0" anchor="t">
            <a:spAutoFit/>
          </a:bodyPr>
          <a:lstStyle/>
          <a:p>
            <a:pPr>
              <a:lnSpc>
                <a:spcPts val="7665"/>
              </a:lnSpc>
            </a:pPr>
            <a:r>
              <a:rPr lang="en-US" sz="4000" spc="437" dirty="0">
                <a:solidFill>
                  <a:schemeClr val="bg1"/>
                </a:solidFill>
                <a:latin typeface="微软雅黑" panose="020B0503020204020204" pitchFamily="34" charset="-122"/>
                <a:ea typeface="微软雅黑" panose="020B0503020204020204" pitchFamily="34" charset="-122"/>
              </a:rPr>
              <a:t>请输入标题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 y="0"/>
            <a:ext cx="12191999" cy="6858000"/>
          </a:xfrm>
          <a:prstGeom prst="rect">
            <a:avLst/>
          </a:prstGeom>
        </p:spPr>
      </p:pic>
      <p:sp>
        <p:nvSpPr>
          <p:cNvPr id="9" name="文本框 8"/>
          <p:cNvSpPr txBox="1"/>
          <p:nvPr/>
        </p:nvSpPr>
        <p:spPr>
          <a:xfrm>
            <a:off x="3860005" y="3618023"/>
            <a:ext cx="5506636" cy="1323439"/>
          </a:xfrm>
          <a:prstGeom prst="rect">
            <a:avLst/>
          </a:prstGeom>
          <a:noFill/>
        </p:spPr>
        <p:txBody>
          <a:bodyPr wrap="none" rtlCol="0">
            <a:spAutoFit/>
          </a:bodyPr>
          <a:lstStyle/>
          <a:p>
            <a:r>
              <a:rPr lang="zh-CN" altLang="en-US" sz="8000" b="1" spc="3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感谢观看！</a:t>
            </a:r>
          </a:p>
        </p:txBody>
      </p:sp>
      <p:cxnSp>
        <p:nvCxnSpPr>
          <p:cNvPr id="10" name="直接连接符 9"/>
          <p:cNvCxnSpPr/>
          <p:nvPr/>
        </p:nvCxnSpPr>
        <p:spPr>
          <a:xfrm>
            <a:off x="3560790" y="5133923"/>
            <a:ext cx="5351669" cy="0"/>
          </a:xfrm>
          <a:prstGeom prst="line">
            <a:avLst/>
          </a:prstGeom>
          <a:ln w="28575">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4165474" y="5338428"/>
            <a:ext cx="4416594" cy="581057"/>
          </a:xfrm>
          <a:prstGeom prst="rect">
            <a:avLst/>
          </a:prstGeom>
          <a:noFill/>
        </p:spPr>
        <p:txBody>
          <a:bodyPr wrap="none" rtlCol="0">
            <a:spAutoFit/>
          </a:bodyPr>
          <a:lstStyle/>
          <a:p>
            <a:pPr>
              <a:lnSpc>
                <a:spcPct val="150000"/>
              </a:lnSpc>
            </a:pP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汇报人：</a:t>
            </a:r>
            <a:r>
              <a:rPr lang="en-US" altLang="zh-CN"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                </a:t>
            </a: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汇报时间：</a:t>
            </a:r>
          </a:p>
        </p:txBody>
      </p:sp>
      <p:pic>
        <p:nvPicPr>
          <p:cNvPr id="12" name="图形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202" y="280515"/>
            <a:ext cx="1992352" cy="55256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3e8c792-a08a-49d7-a40a-2938ab6e50c3"/>
  <p:tag name="COMMONDATA" val="eyJoZGlkIjoiNjYyOWQ1NTMzZGUwZmE0YTg1M2IzZjNkZWIzNTA5Z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534</Words>
  <Application>Microsoft Office PowerPoint</Application>
  <PresentationFormat>宽屏</PresentationFormat>
  <Paragraphs>72</Paragraphs>
  <Slides>16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等线 Light</vt:lpstr>
      <vt:lpstr>微软雅黑</vt:lpstr>
      <vt:lpstr>Arial</vt:lpstr>
      <vt:lpstr>Arial Narrow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励 妤佳</dc:creator>
  <cp:lastModifiedBy>励 妤佳</cp:lastModifiedBy>
  <cp:revision>26</cp:revision>
  <dcterms:created xsi:type="dcterms:W3CDTF">2023-04-09T08:21:00Z</dcterms:created>
  <dcterms:modified xsi:type="dcterms:W3CDTF">2023-05-09T14:25:05Z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0B665FF8C088419B8A78634B78C1D03C_12</vt:lpwstr>
  </property>
  <property fmtid="{D5CDD505-2E9C-101B-9397-08002B2CF9AE}" pid="3" name="KSOProductBuildVer">
    <vt:lpwstr>2052-11.1.0.14036</vt:lpwstr>
  </property>
</Properties>
</file>