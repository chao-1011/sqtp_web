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1" r:id="rId2"/>
    <p:sldMasterId id="2147483674" r:id="rId3"/>
  </p:sldMasterIdLst>
  <p:notesMasterIdLst>
    <p:notesMasterId r:id="rId24"/>
  </p:notesMasterIdLst>
  <p:handoutMasterIdLst>
    <p:handoutMasterId r:id="rId25"/>
  </p:handoutMasterIdLst>
  <p:sldIdLst>
    <p:sldId id="419" r:id="rId4"/>
    <p:sldId id="397" r:id="rId5"/>
    <p:sldId id="380" r:id="rId6"/>
    <p:sldId id="381" r:id="rId7"/>
    <p:sldId id="382" r:id="rId8"/>
    <p:sldId id="383" r:id="rId9"/>
    <p:sldId id="420" r:id="rId10"/>
    <p:sldId id="384" r:id="rId11"/>
    <p:sldId id="386" r:id="rId12"/>
    <p:sldId id="387" r:id="rId13"/>
    <p:sldId id="388" r:id="rId14"/>
    <p:sldId id="421" r:id="rId15"/>
    <p:sldId id="389" r:id="rId16"/>
    <p:sldId id="390" r:id="rId17"/>
    <p:sldId id="392" r:id="rId18"/>
    <p:sldId id="422" r:id="rId19"/>
    <p:sldId id="393" r:id="rId20"/>
    <p:sldId id="394" r:id="rId21"/>
    <p:sldId id="395" r:id="rId22"/>
    <p:sldId id="396" r:id="rId23"/>
  </p:sldIdLst>
  <p:sldSz cx="12192000" cy="6858000"/>
  <p:notesSz cx="6858000" cy="9144000"/>
  <p:embeddedFontLst>
    <p:embeddedFont>
      <p:font typeface="梦源宋体 CN" panose="02020200000000000000" pitchFamily="18" charset="-122"/>
      <p:bold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E4C"/>
    <a:srgbClr val="2B5599"/>
    <a:srgbClr val="143A72"/>
    <a:srgbClr val="002350"/>
    <a:srgbClr val="183F79"/>
    <a:srgbClr val="001B4A"/>
    <a:srgbClr val="000B21"/>
    <a:srgbClr val="001F4D"/>
    <a:srgbClr val="001E4F"/>
    <a:srgbClr val="EEE6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E32-4626-982B-9A021CD0754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32-4626-982B-9A021CD0754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1E32-4626-982B-9A021CD0754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E32-4626-982B-9A021CD0754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E32-4626-982B-9A021CD0754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E32-4626-982B-9A021CD07542}"/>
              </c:ext>
            </c:extLst>
          </c:dPt>
          <c:cat>
            <c:strRef>
              <c:f>Sheet1!$A$3:$A$8</c:f>
              <c:strCache>
                <c:ptCount val="6"/>
                <c:pt idx="0">
                  <c:v>一月份</c:v>
                </c:pt>
                <c:pt idx="1">
                  <c:v>二月份</c:v>
                </c:pt>
                <c:pt idx="2">
                  <c:v>三月份</c:v>
                </c:pt>
                <c:pt idx="3">
                  <c:v>四月份</c:v>
                </c:pt>
                <c:pt idx="4">
                  <c:v>五月份</c:v>
                </c:pt>
                <c:pt idx="5">
                  <c:v>六月份</c:v>
                </c:pt>
              </c:strCache>
            </c:strRef>
          </c:cat>
          <c:val>
            <c:numRef>
              <c:f>Sheet1!$B$3:$B$8</c:f>
              <c:numCache>
                <c:formatCode>General</c:formatCode>
                <c:ptCount val="6"/>
                <c:pt idx="0">
                  <c:v>2.5</c:v>
                </c:pt>
                <c:pt idx="1">
                  <c:v>3.5</c:v>
                </c:pt>
                <c:pt idx="2">
                  <c:v>4.5</c:v>
                </c:pt>
                <c:pt idx="3">
                  <c:v>1.4</c:v>
                </c:pt>
                <c:pt idx="4">
                  <c:v>2.4</c:v>
                </c:pt>
                <c:pt idx="5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32-4626-982B-9A021CD075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E32-4626-982B-9A021CD0754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1E32-4626-982B-9A021CD0754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E32-4626-982B-9A021CD07542}"/>
              </c:ext>
            </c:extLst>
          </c:dPt>
          <c:cat>
            <c:strRef>
              <c:f>Sheet1!$A$3:$A$8</c:f>
              <c:strCache>
                <c:ptCount val="6"/>
                <c:pt idx="0">
                  <c:v>一月份</c:v>
                </c:pt>
                <c:pt idx="1">
                  <c:v>二月份</c:v>
                </c:pt>
                <c:pt idx="2">
                  <c:v>三月份</c:v>
                </c:pt>
                <c:pt idx="3">
                  <c:v>四月份</c:v>
                </c:pt>
                <c:pt idx="4">
                  <c:v>五月份</c:v>
                </c:pt>
                <c:pt idx="5">
                  <c:v>六月份</c:v>
                </c:pt>
              </c:strCache>
            </c:strRef>
          </c:cat>
          <c:val>
            <c:numRef>
              <c:f>Sheet1!$C$3:$C$8</c:f>
              <c:numCache>
                <c:formatCode>General</c:formatCode>
                <c:ptCount val="6"/>
                <c:pt idx="0">
                  <c:v>4.4000000000000004</c:v>
                </c:pt>
                <c:pt idx="1">
                  <c:v>1.8</c:v>
                </c:pt>
                <c:pt idx="2">
                  <c:v>2.8</c:v>
                </c:pt>
                <c:pt idx="3">
                  <c:v>2.6</c:v>
                </c:pt>
                <c:pt idx="4">
                  <c:v>3.2</c:v>
                </c:pt>
                <c:pt idx="5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E32-4626-982B-9A021CD075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9"/>
        <c:axId val="869664256"/>
        <c:axId val="869665792"/>
      </c:barChart>
      <c:catAx>
        <c:axId val="8696642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l">
              <a:defRPr lang="zh-CN" sz="10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汉仪中简黑简" panose="00020600040101010101" charset="-122"/>
                <a:sym typeface="汉仪中简黑简" panose="00020600040101010101" charset="-122"/>
              </a:defRPr>
            </a:pPr>
            <a:endParaRPr lang="zh-CN"/>
          </a:p>
        </c:txPr>
        <c:crossAx val="869665792"/>
        <c:crosses val="autoZero"/>
        <c:auto val="1"/>
        <c:lblAlgn val="ctr"/>
        <c:lblOffset val="100"/>
        <c:noMultiLvlLbl val="0"/>
      </c:catAx>
      <c:valAx>
        <c:axId val="8696657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606060">
                  <a:alpha val="50000"/>
                </a:srgb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l">
              <a:defRPr lang="zh-CN" sz="1000" b="0" i="0" u="none" strike="noStrike" kern="1200" baseline="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汉仪中简黑简" panose="00020600040101010101" charset="-122"/>
              </a:defRPr>
            </a:pPr>
            <a:endParaRPr lang="zh-CN"/>
          </a:p>
        </c:txPr>
        <c:crossAx val="869664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lang="zh-CN">
          <a:latin typeface="汉仪中简黑简" panose="00020600040101010101" charset="-122"/>
          <a:ea typeface="汉仪中简黑简" panose="00020600040101010101" charset="-122"/>
          <a:cs typeface="汉仪中简黑简" panose="00020600040101010101" charset="-122"/>
          <a:sym typeface="汉仪中简黑简" panose="00020600040101010101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713450292397699E-2"/>
          <c:y val="0.121655367691148"/>
          <c:w val="0.95029534466086496"/>
          <c:h val="0.7581730168508380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9525">
                <a:solidFill>
                  <a:schemeClr val="accent3">
                    <a:tint val="77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>
                        <a:lumMod val="85000"/>
                      </a:schemeClr>
                    </a:solidFill>
                    <a:latin typeface="汉仪中简黑简" panose="00020600040101010101" charset="-122"/>
                    <a:ea typeface="汉仪中简黑简" panose="00020600040101010101" charset="-122"/>
                    <a:cs typeface="汉仪中简黑简" panose="00020600040101010101" charset="-122"/>
                    <a:sym typeface="汉仪中简黑简" panose="00020600040101010101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4.8</c:v>
                </c:pt>
                <c:pt idx="1">
                  <c:v>4.3</c:v>
                </c:pt>
                <c:pt idx="2">
                  <c:v>4.5</c:v>
                </c:pt>
                <c:pt idx="3">
                  <c:v>4.3</c:v>
                </c:pt>
                <c:pt idx="4">
                  <c:v>4.0999999999999996</c:v>
                </c:pt>
                <c:pt idx="5">
                  <c:v>4.4000000000000004</c:v>
                </c:pt>
                <c:pt idx="6">
                  <c:v>4.8</c:v>
                </c:pt>
                <c:pt idx="7">
                  <c:v>5</c:v>
                </c:pt>
                <c:pt idx="8">
                  <c:v>5.5</c:v>
                </c:pt>
                <c:pt idx="9">
                  <c:v>6.2</c:v>
                </c:pt>
                <c:pt idx="10">
                  <c:v>6.5</c:v>
                </c:pt>
                <c:pt idx="11">
                  <c:v>6.8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B1-4220-B0E4-FBB04CC7B2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3">
                  <a:shade val="76000"/>
                </a:schemeClr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3">
                  <a:shade val="76000"/>
                </a:schemeClr>
              </a:solidFill>
              <a:ln w="9525">
                <a:solidFill>
                  <a:schemeClr val="accent3">
                    <a:shade val="76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汉仪中简黑简" panose="00020600040101010101" charset="-122"/>
                    <a:ea typeface="汉仪中简黑简" panose="00020600040101010101" charset="-122"/>
                    <a:cs typeface="汉仪中简黑简" panose="00020600040101010101" charset="-122"/>
                    <a:sym typeface="汉仪中简黑简" panose="00020600040101010101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1.2</c:v>
                </c:pt>
                <c:pt idx="1">
                  <c:v>1.5</c:v>
                </c:pt>
                <c:pt idx="2">
                  <c:v>1.4</c:v>
                </c:pt>
                <c:pt idx="3">
                  <c:v>1.3</c:v>
                </c:pt>
                <c:pt idx="4">
                  <c:v>1.8</c:v>
                </c:pt>
                <c:pt idx="5">
                  <c:v>2.4</c:v>
                </c:pt>
                <c:pt idx="6">
                  <c:v>2.6</c:v>
                </c:pt>
                <c:pt idx="7">
                  <c:v>3.2</c:v>
                </c:pt>
                <c:pt idx="8">
                  <c:v>3.6</c:v>
                </c:pt>
                <c:pt idx="9">
                  <c:v>3.7</c:v>
                </c:pt>
                <c:pt idx="10">
                  <c:v>4.5999999999999996</c:v>
                </c:pt>
                <c:pt idx="11">
                  <c:v>4.9000000000000004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EB1-4220-B0E4-FBB04CC7B2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59407327"/>
        <c:axId val="519692240"/>
      </c:lineChart>
      <c:catAx>
        <c:axId val="559407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汉仪中简黑简" panose="00020600040101010101" charset="-122"/>
                <a:sym typeface="汉仪中简黑简" panose="00020600040101010101" charset="-122"/>
              </a:defRPr>
            </a:pPr>
            <a:endParaRPr lang="zh-CN"/>
          </a:p>
        </c:txPr>
        <c:crossAx val="519692240"/>
        <c:crosses val="autoZero"/>
        <c:auto val="1"/>
        <c:lblAlgn val="ctr"/>
        <c:lblOffset val="100"/>
        <c:noMultiLvlLbl val="0"/>
      </c:catAx>
      <c:valAx>
        <c:axId val="519692240"/>
        <c:scaling>
          <c:orientation val="minMax"/>
          <c:max val="7"/>
        </c:scaling>
        <c:delete val="1"/>
        <c:axPos val="l"/>
        <c:numFmt formatCode="General" sourceLinked="1"/>
        <c:majorTickMark val="out"/>
        <c:minorTickMark val="none"/>
        <c:tickLblPos val="nextTo"/>
        <c:crossAx val="5594073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汉仪中简黑简" panose="00020600040101010101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汉仪中简黑简" panose="00020600040101010101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3.6251257710488401E-4"/>
          <c:y val="7.3234529874889598E-2"/>
          <c:w val="0.40467089564066999"/>
          <c:h val="5.65788229876516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/>
              </a:solidFill>
              <a:latin typeface="汉仪中简黑简" panose="00020600040101010101" charset="-122"/>
              <a:ea typeface="汉仪中简黑简" panose="00020600040101010101" charset="-122"/>
              <a:cs typeface="汉仪中简黑简" panose="00020600040101010101" charset="-122"/>
              <a:sym typeface="汉仪中简黑简" panose="00020600040101010101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solidFill>
            <a:schemeClr val="tx1"/>
          </a:solidFill>
          <a:latin typeface="汉仪中简黑简" panose="00020600040101010101" charset="-122"/>
          <a:ea typeface="汉仪中简黑简" panose="00020600040101010101" charset="-122"/>
          <a:cs typeface="汉仪中简黑简" panose="00020600040101010101" charset="-122"/>
          <a:sym typeface="汉仪中简黑简" panose="00020600040101010101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C282E7D9-2A90-4D95-B95B-89EE9652BBC7}" type="datetimeFigureOut">
              <a:rPr lang="zh-CN" altLang="en-US" smtClean="0"/>
              <a:pPr/>
              <a:t>2024/2/29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50742C31-AA2E-4657-A19B-C109D2D0057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D75E-E79B-4E60-9B44-44DB72D966F8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DCF58-4C97-4755-9EE3-8585E530F7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17C-8831-CB41-9A97-1BF2BB18D594}" type="datetimeFigureOut">
              <a:rPr kumimoji="1" lang="zh-CN" altLang="en-US" smtClean="0"/>
              <a:t>2024/2/29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67FA0-EF28-A54B-AA03-E671295FCA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17C-8831-CB41-9A97-1BF2BB18D594}" type="datetimeFigureOut">
              <a:rPr kumimoji="1" lang="zh-CN" altLang="en-US" smtClean="0"/>
              <a:t>2024/2/29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67FA0-EF28-A54B-AA03-E671295FCA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17C-8831-CB41-9A97-1BF2BB18D594}" type="datetimeFigureOut">
              <a:rPr kumimoji="1" lang="zh-CN" altLang="en-US" smtClean="0"/>
              <a:t>2024/2/29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67FA0-EF28-A54B-AA03-E671295FCA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17C-8831-CB41-9A97-1BF2BB18D594}" type="datetimeFigureOut">
              <a:rPr kumimoji="1" lang="zh-CN" altLang="en-US" smtClean="0"/>
              <a:t>2024/2/29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67FA0-EF28-A54B-AA03-E671295FCA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17C-8831-CB41-9A97-1BF2BB18D594}" type="datetimeFigureOut">
              <a:rPr kumimoji="1" lang="zh-CN" altLang="en-US" smtClean="0"/>
              <a:t>2024/2/29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67FA0-EF28-A54B-AA03-E671295FCA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17C-8831-CB41-9A97-1BF2BB18D594}" type="datetimeFigureOut">
              <a:rPr kumimoji="1" lang="zh-CN" altLang="en-US" smtClean="0"/>
              <a:t>2024/2/29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67FA0-EF28-A54B-AA03-E671295FCA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17C-8831-CB41-9A97-1BF2BB18D594}" type="datetimeFigureOut">
              <a:rPr kumimoji="1" lang="zh-CN" altLang="en-US" smtClean="0"/>
              <a:t>2024/2/29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67FA0-EF28-A54B-AA03-E671295FCA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17C-8831-CB41-9A97-1BF2BB18D594}" type="datetimeFigureOut">
              <a:rPr kumimoji="1" lang="zh-CN" altLang="en-US" smtClean="0"/>
              <a:t>2024/2/29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67FA0-EF28-A54B-AA03-E671295FCA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17C-8831-CB41-9A97-1BF2BB18D594}" type="datetimeFigureOut">
              <a:rPr kumimoji="1" lang="zh-CN" altLang="en-US" smtClean="0"/>
              <a:t>2024/2/29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67FA0-EF28-A54B-AA03-E671295FCA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17C-8831-CB41-9A97-1BF2BB18D594}" type="datetimeFigureOut">
              <a:rPr kumimoji="1" lang="zh-CN" altLang="en-US" smtClean="0"/>
              <a:t>2024/2/29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67FA0-EF28-A54B-AA03-E671295FCA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17C-8831-CB41-9A97-1BF2BB18D594}" type="datetimeFigureOut">
              <a:rPr kumimoji="1" lang="zh-CN" altLang="en-US" smtClean="0"/>
              <a:t>2024/2/29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67FA0-EF28-A54B-AA03-E671295FCA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9F46D75E-E79B-4E60-9B44-44DB72D966F8}" type="datetimeFigureOut">
              <a:rPr lang="zh-CN" altLang="en-US" smtClean="0"/>
              <a:pPr/>
              <a:t>2024/2/29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220DCF58-4C97-4755-9EE3-8585E530F7D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9F46D75E-E79B-4E60-9B44-44DB72D966F8}" type="datetimeFigureOut">
              <a:rPr lang="zh-CN" altLang="en-US" smtClean="0"/>
              <a:pPr/>
              <a:t>2024/2/29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220DCF58-4C97-4755-9EE3-8585E530F7D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D5FDC17C-8831-CB41-9A97-1BF2BB18D594}" type="datetimeFigureOut">
              <a:rPr kumimoji="1" lang="zh-CN" altLang="en-US" smtClean="0"/>
              <a:pPr/>
              <a:t>2024/2/29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0ED67FA0-EF28-A54B-AA03-E671295FCA1F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image" Target="../media/image3.png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image" Target="../media/image2.pn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image" Target="../media/image8.jp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slideLayout" Target="../slideLayouts/slideLayout19.xml"/><Relationship Id="rId8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image" Target="../media/image3.png"/><Relationship Id="rId3" Type="http://schemas.openxmlformats.org/officeDocument/2006/relationships/tags" Target="../tags/tag34.xml"/><Relationship Id="rId21" Type="http://schemas.openxmlformats.org/officeDocument/2006/relationships/image" Target="../media/image11.jpeg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image" Target="../media/image2.png"/><Relationship Id="rId2" Type="http://schemas.openxmlformats.org/officeDocument/2006/relationships/tags" Target="../tags/tag33.xml"/><Relationship Id="rId16" Type="http://schemas.openxmlformats.org/officeDocument/2006/relationships/slideLayout" Target="../slideLayouts/slideLayout19.xml"/><Relationship Id="rId20" Type="http://schemas.openxmlformats.org/officeDocument/2006/relationships/image" Target="../media/image9.png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10" Type="http://schemas.openxmlformats.org/officeDocument/2006/relationships/tags" Target="../tags/tag41.xml"/><Relationship Id="rId19" Type="http://schemas.openxmlformats.org/officeDocument/2006/relationships/image" Target="../media/image7.png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Relationship Id="rId2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26" Type="http://schemas.openxmlformats.org/officeDocument/2006/relationships/tags" Target="../tags/tag72.xml"/><Relationship Id="rId39" Type="http://schemas.openxmlformats.org/officeDocument/2006/relationships/tags" Target="../tags/tag85.xml"/><Relationship Id="rId21" Type="http://schemas.openxmlformats.org/officeDocument/2006/relationships/tags" Target="../tags/tag67.xml"/><Relationship Id="rId34" Type="http://schemas.openxmlformats.org/officeDocument/2006/relationships/tags" Target="../tags/tag80.xml"/><Relationship Id="rId42" Type="http://schemas.openxmlformats.org/officeDocument/2006/relationships/tags" Target="../tags/tag88.xml"/><Relationship Id="rId47" Type="http://schemas.openxmlformats.org/officeDocument/2006/relationships/image" Target="../media/image13.png"/><Relationship Id="rId50" Type="http://schemas.openxmlformats.org/officeDocument/2006/relationships/image" Target="../media/image7.png"/><Relationship Id="rId7" Type="http://schemas.openxmlformats.org/officeDocument/2006/relationships/tags" Target="../tags/tag53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9" Type="http://schemas.openxmlformats.org/officeDocument/2006/relationships/tags" Target="../tags/tag75.xml"/><Relationship Id="rId11" Type="http://schemas.openxmlformats.org/officeDocument/2006/relationships/tags" Target="../tags/tag57.xml"/><Relationship Id="rId24" Type="http://schemas.openxmlformats.org/officeDocument/2006/relationships/tags" Target="../tags/tag70.xml"/><Relationship Id="rId32" Type="http://schemas.openxmlformats.org/officeDocument/2006/relationships/tags" Target="../tags/tag78.xml"/><Relationship Id="rId37" Type="http://schemas.openxmlformats.org/officeDocument/2006/relationships/tags" Target="../tags/tag83.xml"/><Relationship Id="rId40" Type="http://schemas.openxmlformats.org/officeDocument/2006/relationships/tags" Target="../tags/tag86.xml"/><Relationship Id="rId45" Type="http://schemas.openxmlformats.org/officeDocument/2006/relationships/tags" Target="../tags/tag91.xml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23" Type="http://schemas.openxmlformats.org/officeDocument/2006/relationships/tags" Target="../tags/tag69.xml"/><Relationship Id="rId28" Type="http://schemas.openxmlformats.org/officeDocument/2006/relationships/tags" Target="../tags/tag74.xml"/><Relationship Id="rId36" Type="http://schemas.openxmlformats.org/officeDocument/2006/relationships/tags" Target="../tags/tag82.xml"/><Relationship Id="rId49" Type="http://schemas.openxmlformats.org/officeDocument/2006/relationships/image" Target="../media/image3.png"/><Relationship Id="rId10" Type="http://schemas.openxmlformats.org/officeDocument/2006/relationships/tags" Target="../tags/tag56.xml"/><Relationship Id="rId19" Type="http://schemas.openxmlformats.org/officeDocument/2006/relationships/tags" Target="../tags/tag65.xml"/><Relationship Id="rId31" Type="http://schemas.openxmlformats.org/officeDocument/2006/relationships/tags" Target="../tags/tag77.xml"/><Relationship Id="rId44" Type="http://schemas.openxmlformats.org/officeDocument/2006/relationships/tags" Target="../tags/tag90.xml"/><Relationship Id="rId52" Type="http://schemas.openxmlformats.org/officeDocument/2006/relationships/image" Target="../media/image5.png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Relationship Id="rId22" Type="http://schemas.openxmlformats.org/officeDocument/2006/relationships/tags" Target="../tags/tag68.xml"/><Relationship Id="rId27" Type="http://schemas.openxmlformats.org/officeDocument/2006/relationships/tags" Target="../tags/tag73.xml"/><Relationship Id="rId30" Type="http://schemas.openxmlformats.org/officeDocument/2006/relationships/tags" Target="../tags/tag76.xml"/><Relationship Id="rId35" Type="http://schemas.openxmlformats.org/officeDocument/2006/relationships/tags" Target="../tags/tag81.xml"/><Relationship Id="rId43" Type="http://schemas.openxmlformats.org/officeDocument/2006/relationships/tags" Target="../tags/tag89.xml"/><Relationship Id="rId48" Type="http://schemas.openxmlformats.org/officeDocument/2006/relationships/image" Target="../media/image2.png"/><Relationship Id="rId8" Type="http://schemas.openxmlformats.org/officeDocument/2006/relationships/tags" Target="../tags/tag54.xml"/><Relationship Id="rId51" Type="http://schemas.openxmlformats.org/officeDocument/2006/relationships/image" Target="../media/image9.png"/><Relationship Id="rId3" Type="http://schemas.openxmlformats.org/officeDocument/2006/relationships/tags" Target="../tags/tag49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5" Type="http://schemas.openxmlformats.org/officeDocument/2006/relationships/tags" Target="../tags/tag71.xml"/><Relationship Id="rId33" Type="http://schemas.openxmlformats.org/officeDocument/2006/relationships/tags" Target="../tags/tag79.xml"/><Relationship Id="rId38" Type="http://schemas.openxmlformats.org/officeDocument/2006/relationships/tags" Target="../tags/tag84.xml"/><Relationship Id="rId46" Type="http://schemas.openxmlformats.org/officeDocument/2006/relationships/slideLayout" Target="../slideLayouts/slideLayout19.xml"/><Relationship Id="rId20" Type="http://schemas.openxmlformats.org/officeDocument/2006/relationships/tags" Target="../tags/tag66.xml"/><Relationship Id="rId41" Type="http://schemas.openxmlformats.org/officeDocument/2006/relationships/tags" Target="../tags/tag87.xml"/><Relationship Id="rId1" Type="http://schemas.openxmlformats.org/officeDocument/2006/relationships/tags" Target="../tags/tag47.xml"/><Relationship Id="rId6" Type="http://schemas.openxmlformats.org/officeDocument/2006/relationships/tags" Target="../tags/tag5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9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5.png"/><Relationship Id="rId3" Type="http://schemas.openxmlformats.org/officeDocument/2006/relationships/tags" Target="../tags/tag95.xml"/><Relationship Id="rId7" Type="http://schemas.openxmlformats.org/officeDocument/2006/relationships/image" Target="../media/image15.png"/><Relationship Id="rId12" Type="http://schemas.openxmlformats.org/officeDocument/2006/relationships/image" Target="../media/image12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13.png"/><Relationship Id="rId11" Type="http://schemas.openxmlformats.org/officeDocument/2006/relationships/image" Target="../media/image16.emf"/><Relationship Id="rId5" Type="http://schemas.openxmlformats.org/officeDocument/2006/relationships/slideLayout" Target="../slideLayouts/slideLayout19.xml"/><Relationship Id="rId10" Type="http://schemas.openxmlformats.org/officeDocument/2006/relationships/image" Target="../media/image9.png"/><Relationship Id="rId4" Type="http://schemas.openxmlformats.org/officeDocument/2006/relationships/tags" Target="../tags/tag96.xml"/><Relationship Id="rId9" Type="http://schemas.openxmlformats.org/officeDocument/2006/relationships/image" Target="../media/image7.png"/><Relationship Id="rId1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109.xml"/><Relationship Id="rId18" Type="http://schemas.openxmlformats.org/officeDocument/2006/relationships/tags" Target="../tags/tag114.xml"/><Relationship Id="rId26" Type="http://schemas.openxmlformats.org/officeDocument/2006/relationships/tags" Target="../tags/tag122.xml"/><Relationship Id="rId39" Type="http://schemas.openxmlformats.org/officeDocument/2006/relationships/image" Target="../media/image5.png"/><Relationship Id="rId21" Type="http://schemas.openxmlformats.org/officeDocument/2006/relationships/tags" Target="../tags/tag117.xml"/><Relationship Id="rId34" Type="http://schemas.openxmlformats.org/officeDocument/2006/relationships/tags" Target="../tags/tag130.xml"/><Relationship Id="rId42" Type="http://schemas.openxmlformats.org/officeDocument/2006/relationships/image" Target="../media/image3.png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6" Type="http://schemas.openxmlformats.org/officeDocument/2006/relationships/tags" Target="../tags/tag112.xml"/><Relationship Id="rId20" Type="http://schemas.openxmlformats.org/officeDocument/2006/relationships/tags" Target="../tags/tag116.xml"/><Relationship Id="rId29" Type="http://schemas.openxmlformats.org/officeDocument/2006/relationships/tags" Target="../tags/tag125.xml"/><Relationship Id="rId41" Type="http://schemas.openxmlformats.org/officeDocument/2006/relationships/image" Target="../media/image7.png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24" Type="http://schemas.openxmlformats.org/officeDocument/2006/relationships/tags" Target="../tags/tag120.xml"/><Relationship Id="rId32" Type="http://schemas.openxmlformats.org/officeDocument/2006/relationships/tags" Target="../tags/tag128.xml"/><Relationship Id="rId37" Type="http://schemas.openxmlformats.org/officeDocument/2006/relationships/image" Target="../media/image2.png"/><Relationship Id="rId40" Type="http://schemas.openxmlformats.org/officeDocument/2006/relationships/image" Target="../media/image16.emf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23" Type="http://schemas.openxmlformats.org/officeDocument/2006/relationships/tags" Target="../tags/tag119.xml"/><Relationship Id="rId28" Type="http://schemas.openxmlformats.org/officeDocument/2006/relationships/tags" Target="../tags/tag124.xml"/><Relationship Id="rId36" Type="http://schemas.openxmlformats.org/officeDocument/2006/relationships/image" Target="../media/image17.png"/><Relationship Id="rId10" Type="http://schemas.openxmlformats.org/officeDocument/2006/relationships/tags" Target="../tags/tag106.xml"/><Relationship Id="rId19" Type="http://schemas.openxmlformats.org/officeDocument/2006/relationships/tags" Target="../tags/tag115.xml"/><Relationship Id="rId31" Type="http://schemas.openxmlformats.org/officeDocument/2006/relationships/tags" Target="../tags/tag127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Relationship Id="rId22" Type="http://schemas.openxmlformats.org/officeDocument/2006/relationships/tags" Target="../tags/tag118.xml"/><Relationship Id="rId27" Type="http://schemas.openxmlformats.org/officeDocument/2006/relationships/tags" Target="../tags/tag123.xml"/><Relationship Id="rId30" Type="http://schemas.openxmlformats.org/officeDocument/2006/relationships/tags" Target="../tags/tag126.xml"/><Relationship Id="rId35" Type="http://schemas.openxmlformats.org/officeDocument/2006/relationships/slideLayout" Target="../slideLayouts/slideLayout26.xml"/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12" Type="http://schemas.openxmlformats.org/officeDocument/2006/relationships/tags" Target="../tags/tag108.xml"/><Relationship Id="rId17" Type="http://schemas.openxmlformats.org/officeDocument/2006/relationships/tags" Target="../tags/tag113.xml"/><Relationship Id="rId25" Type="http://schemas.openxmlformats.org/officeDocument/2006/relationships/tags" Target="../tags/tag121.xml"/><Relationship Id="rId33" Type="http://schemas.openxmlformats.org/officeDocument/2006/relationships/tags" Target="../tags/tag129.xml"/><Relationship Id="rId38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33.xml"/><Relationship Id="rId7" Type="http://schemas.openxmlformats.org/officeDocument/2006/relationships/image" Target="../media/image3.png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19.xml"/><Relationship Id="rId10" Type="http://schemas.openxmlformats.org/officeDocument/2006/relationships/image" Target="../media/image13.png"/><Relationship Id="rId4" Type="http://schemas.openxmlformats.org/officeDocument/2006/relationships/tags" Target="../tags/tag134.xml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5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tags" Target="../tags/tag252.xml"/><Relationship Id="rId21" Type="http://schemas.openxmlformats.org/officeDocument/2006/relationships/tags" Target="../tags/tag156.xml"/><Relationship Id="rId42" Type="http://schemas.openxmlformats.org/officeDocument/2006/relationships/tags" Target="../tags/tag177.xml"/><Relationship Id="rId63" Type="http://schemas.openxmlformats.org/officeDocument/2006/relationships/tags" Target="../tags/tag198.xml"/><Relationship Id="rId84" Type="http://schemas.openxmlformats.org/officeDocument/2006/relationships/tags" Target="../tags/tag219.xml"/><Relationship Id="rId138" Type="http://schemas.openxmlformats.org/officeDocument/2006/relationships/tags" Target="../tags/tag273.xml"/><Relationship Id="rId107" Type="http://schemas.openxmlformats.org/officeDocument/2006/relationships/tags" Target="../tags/tag242.xml"/><Relationship Id="rId11" Type="http://schemas.openxmlformats.org/officeDocument/2006/relationships/tags" Target="../tags/tag146.xml"/><Relationship Id="rId32" Type="http://schemas.openxmlformats.org/officeDocument/2006/relationships/tags" Target="../tags/tag167.xml"/><Relationship Id="rId53" Type="http://schemas.openxmlformats.org/officeDocument/2006/relationships/tags" Target="../tags/tag188.xml"/><Relationship Id="rId74" Type="http://schemas.openxmlformats.org/officeDocument/2006/relationships/tags" Target="../tags/tag209.xml"/><Relationship Id="rId128" Type="http://schemas.openxmlformats.org/officeDocument/2006/relationships/tags" Target="../tags/tag263.xml"/><Relationship Id="rId149" Type="http://schemas.openxmlformats.org/officeDocument/2006/relationships/tags" Target="../tags/tag284.xml"/><Relationship Id="rId5" Type="http://schemas.openxmlformats.org/officeDocument/2006/relationships/tags" Target="../tags/tag140.xml"/><Relationship Id="rId95" Type="http://schemas.openxmlformats.org/officeDocument/2006/relationships/tags" Target="../tags/tag230.xml"/><Relationship Id="rId22" Type="http://schemas.openxmlformats.org/officeDocument/2006/relationships/tags" Target="../tags/tag157.xml"/><Relationship Id="rId43" Type="http://schemas.openxmlformats.org/officeDocument/2006/relationships/tags" Target="../tags/tag178.xml"/><Relationship Id="rId64" Type="http://schemas.openxmlformats.org/officeDocument/2006/relationships/tags" Target="../tags/tag199.xml"/><Relationship Id="rId118" Type="http://schemas.openxmlformats.org/officeDocument/2006/relationships/tags" Target="../tags/tag253.xml"/><Relationship Id="rId139" Type="http://schemas.openxmlformats.org/officeDocument/2006/relationships/tags" Target="../tags/tag274.xml"/><Relationship Id="rId80" Type="http://schemas.openxmlformats.org/officeDocument/2006/relationships/tags" Target="../tags/tag215.xml"/><Relationship Id="rId85" Type="http://schemas.openxmlformats.org/officeDocument/2006/relationships/tags" Target="../tags/tag220.xml"/><Relationship Id="rId150" Type="http://schemas.openxmlformats.org/officeDocument/2006/relationships/tags" Target="../tags/tag285.xml"/><Relationship Id="rId155" Type="http://schemas.openxmlformats.org/officeDocument/2006/relationships/image" Target="../media/image21.jpeg"/><Relationship Id="rId12" Type="http://schemas.openxmlformats.org/officeDocument/2006/relationships/tags" Target="../tags/tag147.xml"/><Relationship Id="rId17" Type="http://schemas.openxmlformats.org/officeDocument/2006/relationships/tags" Target="../tags/tag152.xml"/><Relationship Id="rId33" Type="http://schemas.openxmlformats.org/officeDocument/2006/relationships/tags" Target="../tags/tag168.xml"/><Relationship Id="rId38" Type="http://schemas.openxmlformats.org/officeDocument/2006/relationships/tags" Target="../tags/tag173.xml"/><Relationship Id="rId59" Type="http://schemas.openxmlformats.org/officeDocument/2006/relationships/tags" Target="../tags/tag194.xml"/><Relationship Id="rId103" Type="http://schemas.openxmlformats.org/officeDocument/2006/relationships/tags" Target="../tags/tag238.xml"/><Relationship Id="rId108" Type="http://schemas.openxmlformats.org/officeDocument/2006/relationships/tags" Target="../tags/tag243.xml"/><Relationship Id="rId124" Type="http://schemas.openxmlformats.org/officeDocument/2006/relationships/tags" Target="../tags/tag259.xml"/><Relationship Id="rId129" Type="http://schemas.openxmlformats.org/officeDocument/2006/relationships/tags" Target="../tags/tag264.xml"/><Relationship Id="rId54" Type="http://schemas.openxmlformats.org/officeDocument/2006/relationships/tags" Target="../tags/tag189.xml"/><Relationship Id="rId70" Type="http://schemas.openxmlformats.org/officeDocument/2006/relationships/tags" Target="../tags/tag205.xml"/><Relationship Id="rId75" Type="http://schemas.openxmlformats.org/officeDocument/2006/relationships/tags" Target="../tags/tag210.xml"/><Relationship Id="rId91" Type="http://schemas.openxmlformats.org/officeDocument/2006/relationships/tags" Target="../tags/tag226.xml"/><Relationship Id="rId96" Type="http://schemas.openxmlformats.org/officeDocument/2006/relationships/tags" Target="../tags/tag231.xml"/><Relationship Id="rId140" Type="http://schemas.openxmlformats.org/officeDocument/2006/relationships/tags" Target="../tags/tag275.xml"/><Relationship Id="rId145" Type="http://schemas.openxmlformats.org/officeDocument/2006/relationships/tags" Target="../tags/tag280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23" Type="http://schemas.openxmlformats.org/officeDocument/2006/relationships/tags" Target="../tags/tag158.xml"/><Relationship Id="rId28" Type="http://schemas.openxmlformats.org/officeDocument/2006/relationships/tags" Target="../tags/tag163.xml"/><Relationship Id="rId49" Type="http://schemas.openxmlformats.org/officeDocument/2006/relationships/tags" Target="../tags/tag184.xml"/><Relationship Id="rId114" Type="http://schemas.openxmlformats.org/officeDocument/2006/relationships/tags" Target="../tags/tag249.xml"/><Relationship Id="rId119" Type="http://schemas.openxmlformats.org/officeDocument/2006/relationships/tags" Target="../tags/tag254.xml"/><Relationship Id="rId44" Type="http://schemas.openxmlformats.org/officeDocument/2006/relationships/tags" Target="../tags/tag179.xml"/><Relationship Id="rId60" Type="http://schemas.openxmlformats.org/officeDocument/2006/relationships/tags" Target="../tags/tag195.xml"/><Relationship Id="rId65" Type="http://schemas.openxmlformats.org/officeDocument/2006/relationships/tags" Target="../tags/tag200.xml"/><Relationship Id="rId81" Type="http://schemas.openxmlformats.org/officeDocument/2006/relationships/tags" Target="../tags/tag216.xml"/><Relationship Id="rId86" Type="http://schemas.openxmlformats.org/officeDocument/2006/relationships/tags" Target="../tags/tag221.xml"/><Relationship Id="rId130" Type="http://schemas.openxmlformats.org/officeDocument/2006/relationships/tags" Target="../tags/tag265.xml"/><Relationship Id="rId135" Type="http://schemas.openxmlformats.org/officeDocument/2006/relationships/tags" Target="../tags/tag270.xml"/><Relationship Id="rId151" Type="http://schemas.openxmlformats.org/officeDocument/2006/relationships/tags" Target="../tags/tag286.xml"/><Relationship Id="rId156" Type="http://schemas.openxmlformats.org/officeDocument/2006/relationships/image" Target="../media/image22.jpeg"/><Relationship Id="rId13" Type="http://schemas.openxmlformats.org/officeDocument/2006/relationships/tags" Target="../tags/tag148.xml"/><Relationship Id="rId18" Type="http://schemas.openxmlformats.org/officeDocument/2006/relationships/tags" Target="../tags/tag153.xml"/><Relationship Id="rId39" Type="http://schemas.openxmlformats.org/officeDocument/2006/relationships/tags" Target="../tags/tag174.xml"/><Relationship Id="rId109" Type="http://schemas.openxmlformats.org/officeDocument/2006/relationships/tags" Target="../tags/tag244.xml"/><Relationship Id="rId34" Type="http://schemas.openxmlformats.org/officeDocument/2006/relationships/tags" Target="../tags/tag169.xml"/><Relationship Id="rId50" Type="http://schemas.openxmlformats.org/officeDocument/2006/relationships/tags" Target="../tags/tag185.xml"/><Relationship Id="rId55" Type="http://schemas.openxmlformats.org/officeDocument/2006/relationships/tags" Target="../tags/tag190.xml"/><Relationship Id="rId76" Type="http://schemas.openxmlformats.org/officeDocument/2006/relationships/tags" Target="../tags/tag211.xml"/><Relationship Id="rId97" Type="http://schemas.openxmlformats.org/officeDocument/2006/relationships/tags" Target="../tags/tag232.xml"/><Relationship Id="rId104" Type="http://schemas.openxmlformats.org/officeDocument/2006/relationships/tags" Target="../tags/tag239.xml"/><Relationship Id="rId120" Type="http://schemas.openxmlformats.org/officeDocument/2006/relationships/tags" Target="../tags/tag255.xml"/><Relationship Id="rId125" Type="http://schemas.openxmlformats.org/officeDocument/2006/relationships/tags" Target="../tags/tag260.xml"/><Relationship Id="rId141" Type="http://schemas.openxmlformats.org/officeDocument/2006/relationships/tags" Target="../tags/tag276.xml"/><Relationship Id="rId146" Type="http://schemas.openxmlformats.org/officeDocument/2006/relationships/tags" Target="../tags/tag281.xml"/><Relationship Id="rId7" Type="http://schemas.openxmlformats.org/officeDocument/2006/relationships/tags" Target="../tags/tag142.xml"/><Relationship Id="rId71" Type="http://schemas.openxmlformats.org/officeDocument/2006/relationships/tags" Target="../tags/tag206.xml"/><Relationship Id="rId92" Type="http://schemas.openxmlformats.org/officeDocument/2006/relationships/tags" Target="../tags/tag227.xml"/><Relationship Id="rId2" Type="http://schemas.openxmlformats.org/officeDocument/2006/relationships/tags" Target="../tags/tag137.xml"/><Relationship Id="rId29" Type="http://schemas.openxmlformats.org/officeDocument/2006/relationships/tags" Target="../tags/tag164.xml"/><Relationship Id="rId24" Type="http://schemas.openxmlformats.org/officeDocument/2006/relationships/tags" Target="../tags/tag159.xml"/><Relationship Id="rId40" Type="http://schemas.openxmlformats.org/officeDocument/2006/relationships/tags" Target="../tags/tag175.xml"/><Relationship Id="rId45" Type="http://schemas.openxmlformats.org/officeDocument/2006/relationships/tags" Target="../tags/tag180.xml"/><Relationship Id="rId66" Type="http://schemas.openxmlformats.org/officeDocument/2006/relationships/tags" Target="../tags/tag201.xml"/><Relationship Id="rId87" Type="http://schemas.openxmlformats.org/officeDocument/2006/relationships/tags" Target="../tags/tag222.xml"/><Relationship Id="rId110" Type="http://schemas.openxmlformats.org/officeDocument/2006/relationships/tags" Target="../tags/tag245.xml"/><Relationship Id="rId115" Type="http://schemas.openxmlformats.org/officeDocument/2006/relationships/tags" Target="../tags/tag250.xml"/><Relationship Id="rId131" Type="http://schemas.openxmlformats.org/officeDocument/2006/relationships/tags" Target="../tags/tag266.xml"/><Relationship Id="rId136" Type="http://schemas.openxmlformats.org/officeDocument/2006/relationships/tags" Target="../tags/tag271.xml"/><Relationship Id="rId157" Type="http://schemas.openxmlformats.org/officeDocument/2006/relationships/image" Target="../media/image23.jpeg"/><Relationship Id="rId61" Type="http://schemas.openxmlformats.org/officeDocument/2006/relationships/tags" Target="../tags/tag196.xml"/><Relationship Id="rId82" Type="http://schemas.openxmlformats.org/officeDocument/2006/relationships/tags" Target="../tags/tag217.xml"/><Relationship Id="rId152" Type="http://schemas.openxmlformats.org/officeDocument/2006/relationships/slideLayout" Target="../slideLayouts/slideLayout24.xml"/><Relationship Id="rId19" Type="http://schemas.openxmlformats.org/officeDocument/2006/relationships/tags" Target="../tags/tag154.xml"/><Relationship Id="rId14" Type="http://schemas.openxmlformats.org/officeDocument/2006/relationships/tags" Target="../tags/tag149.xml"/><Relationship Id="rId30" Type="http://schemas.openxmlformats.org/officeDocument/2006/relationships/tags" Target="../tags/tag165.xml"/><Relationship Id="rId35" Type="http://schemas.openxmlformats.org/officeDocument/2006/relationships/tags" Target="../tags/tag170.xml"/><Relationship Id="rId56" Type="http://schemas.openxmlformats.org/officeDocument/2006/relationships/tags" Target="../tags/tag191.xml"/><Relationship Id="rId77" Type="http://schemas.openxmlformats.org/officeDocument/2006/relationships/tags" Target="../tags/tag212.xml"/><Relationship Id="rId100" Type="http://schemas.openxmlformats.org/officeDocument/2006/relationships/tags" Target="../tags/tag235.xml"/><Relationship Id="rId105" Type="http://schemas.openxmlformats.org/officeDocument/2006/relationships/tags" Target="../tags/tag240.xml"/><Relationship Id="rId126" Type="http://schemas.openxmlformats.org/officeDocument/2006/relationships/tags" Target="../tags/tag261.xml"/><Relationship Id="rId147" Type="http://schemas.openxmlformats.org/officeDocument/2006/relationships/tags" Target="../tags/tag282.xml"/><Relationship Id="rId8" Type="http://schemas.openxmlformats.org/officeDocument/2006/relationships/tags" Target="../tags/tag143.xml"/><Relationship Id="rId51" Type="http://schemas.openxmlformats.org/officeDocument/2006/relationships/tags" Target="../tags/tag186.xml"/><Relationship Id="rId72" Type="http://schemas.openxmlformats.org/officeDocument/2006/relationships/tags" Target="../tags/tag207.xml"/><Relationship Id="rId93" Type="http://schemas.openxmlformats.org/officeDocument/2006/relationships/tags" Target="../tags/tag228.xml"/><Relationship Id="rId98" Type="http://schemas.openxmlformats.org/officeDocument/2006/relationships/tags" Target="../tags/tag233.xml"/><Relationship Id="rId121" Type="http://schemas.openxmlformats.org/officeDocument/2006/relationships/tags" Target="../tags/tag256.xml"/><Relationship Id="rId142" Type="http://schemas.openxmlformats.org/officeDocument/2006/relationships/tags" Target="../tags/tag277.xml"/><Relationship Id="rId3" Type="http://schemas.openxmlformats.org/officeDocument/2006/relationships/tags" Target="../tags/tag138.xml"/><Relationship Id="rId25" Type="http://schemas.openxmlformats.org/officeDocument/2006/relationships/tags" Target="../tags/tag160.xml"/><Relationship Id="rId46" Type="http://schemas.openxmlformats.org/officeDocument/2006/relationships/tags" Target="../tags/tag181.xml"/><Relationship Id="rId67" Type="http://schemas.openxmlformats.org/officeDocument/2006/relationships/tags" Target="../tags/tag202.xml"/><Relationship Id="rId116" Type="http://schemas.openxmlformats.org/officeDocument/2006/relationships/tags" Target="../tags/tag251.xml"/><Relationship Id="rId137" Type="http://schemas.openxmlformats.org/officeDocument/2006/relationships/tags" Target="../tags/tag272.xml"/><Relationship Id="rId20" Type="http://schemas.openxmlformats.org/officeDocument/2006/relationships/tags" Target="../tags/tag155.xml"/><Relationship Id="rId41" Type="http://schemas.openxmlformats.org/officeDocument/2006/relationships/tags" Target="../tags/tag176.xml"/><Relationship Id="rId62" Type="http://schemas.openxmlformats.org/officeDocument/2006/relationships/tags" Target="../tags/tag197.xml"/><Relationship Id="rId83" Type="http://schemas.openxmlformats.org/officeDocument/2006/relationships/tags" Target="../tags/tag218.xml"/><Relationship Id="rId88" Type="http://schemas.openxmlformats.org/officeDocument/2006/relationships/tags" Target="../tags/tag223.xml"/><Relationship Id="rId111" Type="http://schemas.openxmlformats.org/officeDocument/2006/relationships/tags" Target="../tags/tag246.xml"/><Relationship Id="rId132" Type="http://schemas.openxmlformats.org/officeDocument/2006/relationships/tags" Target="../tags/tag267.xml"/><Relationship Id="rId153" Type="http://schemas.openxmlformats.org/officeDocument/2006/relationships/image" Target="../media/image3.png"/><Relationship Id="rId15" Type="http://schemas.openxmlformats.org/officeDocument/2006/relationships/tags" Target="../tags/tag150.xml"/><Relationship Id="rId36" Type="http://schemas.openxmlformats.org/officeDocument/2006/relationships/tags" Target="../tags/tag171.xml"/><Relationship Id="rId57" Type="http://schemas.openxmlformats.org/officeDocument/2006/relationships/tags" Target="../tags/tag192.xml"/><Relationship Id="rId106" Type="http://schemas.openxmlformats.org/officeDocument/2006/relationships/tags" Target="../tags/tag241.xml"/><Relationship Id="rId127" Type="http://schemas.openxmlformats.org/officeDocument/2006/relationships/tags" Target="../tags/tag262.xml"/><Relationship Id="rId10" Type="http://schemas.openxmlformats.org/officeDocument/2006/relationships/tags" Target="../tags/tag145.xml"/><Relationship Id="rId31" Type="http://schemas.openxmlformats.org/officeDocument/2006/relationships/tags" Target="../tags/tag166.xml"/><Relationship Id="rId52" Type="http://schemas.openxmlformats.org/officeDocument/2006/relationships/tags" Target="../tags/tag187.xml"/><Relationship Id="rId73" Type="http://schemas.openxmlformats.org/officeDocument/2006/relationships/tags" Target="../tags/tag208.xml"/><Relationship Id="rId78" Type="http://schemas.openxmlformats.org/officeDocument/2006/relationships/tags" Target="../tags/tag213.xml"/><Relationship Id="rId94" Type="http://schemas.openxmlformats.org/officeDocument/2006/relationships/tags" Target="../tags/tag229.xml"/><Relationship Id="rId99" Type="http://schemas.openxmlformats.org/officeDocument/2006/relationships/tags" Target="../tags/tag234.xml"/><Relationship Id="rId101" Type="http://schemas.openxmlformats.org/officeDocument/2006/relationships/tags" Target="../tags/tag236.xml"/><Relationship Id="rId122" Type="http://schemas.openxmlformats.org/officeDocument/2006/relationships/tags" Target="../tags/tag257.xml"/><Relationship Id="rId143" Type="http://schemas.openxmlformats.org/officeDocument/2006/relationships/tags" Target="../tags/tag278.xml"/><Relationship Id="rId148" Type="http://schemas.openxmlformats.org/officeDocument/2006/relationships/tags" Target="../tags/tag283.xml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26" Type="http://schemas.openxmlformats.org/officeDocument/2006/relationships/tags" Target="../tags/tag161.xml"/><Relationship Id="rId47" Type="http://schemas.openxmlformats.org/officeDocument/2006/relationships/tags" Target="../tags/tag182.xml"/><Relationship Id="rId68" Type="http://schemas.openxmlformats.org/officeDocument/2006/relationships/tags" Target="../tags/tag203.xml"/><Relationship Id="rId89" Type="http://schemas.openxmlformats.org/officeDocument/2006/relationships/tags" Target="../tags/tag224.xml"/><Relationship Id="rId112" Type="http://schemas.openxmlformats.org/officeDocument/2006/relationships/tags" Target="../tags/tag247.xml"/><Relationship Id="rId133" Type="http://schemas.openxmlformats.org/officeDocument/2006/relationships/tags" Target="../tags/tag268.xml"/><Relationship Id="rId154" Type="http://schemas.openxmlformats.org/officeDocument/2006/relationships/image" Target="../media/image20.jpeg"/><Relationship Id="rId16" Type="http://schemas.openxmlformats.org/officeDocument/2006/relationships/tags" Target="../tags/tag151.xml"/><Relationship Id="rId37" Type="http://schemas.openxmlformats.org/officeDocument/2006/relationships/tags" Target="../tags/tag172.xml"/><Relationship Id="rId58" Type="http://schemas.openxmlformats.org/officeDocument/2006/relationships/tags" Target="../tags/tag193.xml"/><Relationship Id="rId79" Type="http://schemas.openxmlformats.org/officeDocument/2006/relationships/tags" Target="../tags/tag214.xml"/><Relationship Id="rId102" Type="http://schemas.openxmlformats.org/officeDocument/2006/relationships/tags" Target="../tags/tag237.xml"/><Relationship Id="rId123" Type="http://schemas.openxmlformats.org/officeDocument/2006/relationships/tags" Target="../tags/tag258.xml"/><Relationship Id="rId144" Type="http://schemas.openxmlformats.org/officeDocument/2006/relationships/tags" Target="../tags/tag279.xml"/><Relationship Id="rId90" Type="http://schemas.openxmlformats.org/officeDocument/2006/relationships/tags" Target="../tags/tag225.xml"/><Relationship Id="rId27" Type="http://schemas.openxmlformats.org/officeDocument/2006/relationships/tags" Target="../tags/tag162.xml"/><Relationship Id="rId48" Type="http://schemas.openxmlformats.org/officeDocument/2006/relationships/tags" Target="../tags/tag183.xml"/><Relationship Id="rId69" Type="http://schemas.openxmlformats.org/officeDocument/2006/relationships/tags" Target="../tags/tag204.xml"/><Relationship Id="rId113" Type="http://schemas.openxmlformats.org/officeDocument/2006/relationships/tags" Target="../tags/tag248.xml"/><Relationship Id="rId134" Type="http://schemas.openxmlformats.org/officeDocument/2006/relationships/tags" Target="../tags/tag269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tags" Target="../tags/tag312.xml"/><Relationship Id="rId21" Type="http://schemas.openxmlformats.org/officeDocument/2006/relationships/tags" Target="../tags/tag307.xml"/><Relationship Id="rId42" Type="http://schemas.openxmlformats.org/officeDocument/2006/relationships/tags" Target="../tags/tag328.xml"/><Relationship Id="rId47" Type="http://schemas.openxmlformats.org/officeDocument/2006/relationships/tags" Target="../tags/tag333.xml"/><Relationship Id="rId63" Type="http://schemas.openxmlformats.org/officeDocument/2006/relationships/tags" Target="../tags/tag349.xml"/><Relationship Id="rId68" Type="http://schemas.openxmlformats.org/officeDocument/2006/relationships/tags" Target="../tags/tag354.xml"/><Relationship Id="rId84" Type="http://schemas.openxmlformats.org/officeDocument/2006/relationships/slideLayout" Target="../slideLayouts/slideLayout24.xml"/><Relationship Id="rId16" Type="http://schemas.openxmlformats.org/officeDocument/2006/relationships/tags" Target="../tags/tag302.xml"/><Relationship Id="rId11" Type="http://schemas.openxmlformats.org/officeDocument/2006/relationships/tags" Target="../tags/tag297.xml"/><Relationship Id="rId32" Type="http://schemas.openxmlformats.org/officeDocument/2006/relationships/tags" Target="../tags/tag318.xml"/><Relationship Id="rId37" Type="http://schemas.openxmlformats.org/officeDocument/2006/relationships/tags" Target="../tags/tag323.xml"/><Relationship Id="rId53" Type="http://schemas.openxmlformats.org/officeDocument/2006/relationships/tags" Target="../tags/tag339.xml"/><Relationship Id="rId58" Type="http://schemas.openxmlformats.org/officeDocument/2006/relationships/tags" Target="../tags/tag344.xml"/><Relationship Id="rId74" Type="http://schemas.openxmlformats.org/officeDocument/2006/relationships/tags" Target="../tags/tag360.xml"/><Relationship Id="rId79" Type="http://schemas.openxmlformats.org/officeDocument/2006/relationships/tags" Target="../tags/tag365.xml"/><Relationship Id="rId5" Type="http://schemas.openxmlformats.org/officeDocument/2006/relationships/tags" Target="../tags/tag291.xml"/><Relationship Id="rId19" Type="http://schemas.openxmlformats.org/officeDocument/2006/relationships/tags" Target="../tags/tag305.xml"/><Relationship Id="rId14" Type="http://schemas.openxmlformats.org/officeDocument/2006/relationships/tags" Target="../tags/tag300.xml"/><Relationship Id="rId22" Type="http://schemas.openxmlformats.org/officeDocument/2006/relationships/tags" Target="../tags/tag308.xml"/><Relationship Id="rId27" Type="http://schemas.openxmlformats.org/officeDocument/2006/relationships/tags" Target="../tags/tag313.xml"/><Relationship Id="rId30" Type="http://schemas.openxmlformats.org/officeDocument/2006/relationships/tags" Target="../tags/tag316.xml"/><Relationship Id="rId35" Type="http://schemas.openxmlformats.org/officeDocument/2006/relationships/tags" Target="../tags/tag321.xml"/><Relationship Id="rId43" Type="http://schemas.openxmlformats.org/officeDocument/2006/relationships/tags" Target="../tags/tag329.xml"/><Relationship Id="rId48" Type="http://schemas.openxmlformats.org/officeDocument/2006/relationships/tags" Target="../tags/tag334.xml"/><Relationship Id="rId56" Type="http://schemas.openxmlformats.org/officeDocument/2006/relationships/tags" Target="../tags/tag342.xml"/><Relationship Id="rId64" Type="http://schemas.openxmlformats.org/officeDocument/2006/relationships/tags" Target="../tags/tag350.xml"/><Relationship Id="rId69" Type="http://schemas.openxmlformats.org/officeDocument/2006/relationships/tags" Target="../tags/tag355.xml"/><Relationship Id="rId77" Type="http://schemas.openxmlformats.org/officeDocument/2006/relationships/tags" Target="../tags/tag363.xml"/><Relationship Id="rId8" Type="http://schemas.openxmlformats.org/officeDocument/2006/relationships/tags" Target="../tags/tag294.xml"/><Relationship Id="rId51" Type="http://schemas.openxmlformats.org/officeDocument/2006/relationships/tags" Target="../tags/tag337.xml"/><Relationship Id="rId72" Type="http://schemas.openxmlformats.org/officeDocument/2006/relationships/tags" Target="../tags/tag358.xml"/><Relationship Id="rId80" Type="http://schemas.openxmlformats.org/officeDocument/2006/relationships/tags" Target="../tags/tag366.xml"/><Relationship Id="rId85" Type="http://schemas.openxmlformats.org/officeDocument/2006/relationships/image" Target="../media/image3.png"/><Relationship Id="rId3" Type="http://schemas.openxmlformats.org/officeDocument/2006/relationships/tags" Target="../tags/tag289.xml"/><Relationship Id="rId12" Type="http://schemas.openxmlformats.org/officeDocument/2006/relationships/tags" Target="../tags/tag298.xml"/><Relationship Id="rId17" Type="http://schemas.openxmlformats.org/officeDocument/2006/relationships/tags" Target="../tags/tag303.xml"/><Relationship Id="rId25" Type="http://schemas.openxmlformats.org/officeDocument/2006/relationships/tags" Target="../tags/tag311.xml"/><Relationship Id="rId33" Type="http://schemas.openxmlformats.org/officeDocument/2006/relationships/tags" Target="../tags/tag319.xml"/><Relationship Id="rId38" Type="http://schemas.openxmlformats.org/officeDocument/2006/relationships/tags" Target="../tags/tag324.xml"/><Relationship Id="rId46" Type="http://schemas.openxmlformats.org/officeDocument/2006/relationships/tags" Target="../tags/tag332.xml"/><Relationship Id="rId59" Type="http://schemas.openxmlformats.org/officeDocument/2006/relationships/tags" Target="../tags/tag345.xml"/><Relationship Id="rId67" Type="http://schemas.openxmlformats.org/officeDocument/2006/relationships/tags" Target="../tags/tag353.xml"/><Relationship Id="rId20" Type="http://schemas.openxmlformats.org/officeDocument/2006/relationships/tags" Target="../tags/tag306.xml"/><Relationship Id="rId41" Type="http://schemas.openxmlformats.org/officeDocument/2006/relationships/tags" Target="../tags/tag327.xml"/><Relationship Id="rId54" Type="http://schemas.openxmlformats.org/officeDocument/2006/relationships/tags" Target="../tags/tag340.xml"/><Relationship Id="rId62" Type="http://schemas.openxmlformats.org/officeDocument/2006/relationships/tags" Target="../tags/tag348.xml"/><Relationship Id="rId70" Type="http://schemas.openxmlformats.org/officeDocument/2006/relationships/tags" Target="../tags/tag356.xml"/><Relationship Id="rId75" Type="http://schemas.openxmlformats.org/officeDocument/2006/relationships/tags" Target="../tags/tag361.xml"/><Relationship Id="rId83" Type="http://schemas.openxmlformats.org/officeDocument/2006/relationships/tags" Target="../tags/tag369.xml"/><Relationship Id="rId1" Type="http://schemas.openxmlformats.org/officeDocument/2006/relationships/tags" Target="../tags/tag287.xml"/><Relationship Id="rId6" Type="http://schemas.openxmlformats.org/officeDocument/2006/relationships/tags" Target="../tags/tag292.xml"/><Relationship Id="rId15" Type="http://schemas.openxmlformats.org/officeDocument/2006/relationships/tags" Target="../tags/tag301.xml"/><Relationship Id="rId23" Type="http://schemas.openxmlformats.org/officeDocument/2006/relationships/tags" Target="../tags/tag309.xml"/><Relationship Id="rId28" Type="http://schemas.openxmlformats.org/officeDocument/2006/relationships/tags" Target="../tags/tag314.xml"/><Relationship Id="rId36" Type="http://schemas.openxmlformats.org/officeDocument/2006/relationships/tags" Target="../tags/tag322.xml"/><Relationship Id="rId49" Type="http://schemas.openxmlformats.org/officeDocument/2006/relationships/tags" Target="../tags/tag335.xml"/><Relationship Id="rId57" Type="http://schemas.openxmlformats.org/officeDocument/2006/relationships/tags" Target="../tags/tag343.xml"/><Relationship Id="rId10" Type="http://schemas.openxmlformats.org/officeDocument/2006/relationships/tags" Target="../tags/tag296.xml"/><Relationship Id="rId31" Type="http://schemas.openxmlformats.org/officeDocument/2006/relationships/tags" Target="../tags/tag317.xml"/><Relationship Id="rId44" Type="http://schemas.openxmlformats.org/officeDocument/2006/relationships/tags" Target="../tags/tag330.xml"/><Relationship Id="rId52" Type="http://schemas.openxmlformats.org/officeDocument/2006/relationships/tags" Target="../tags/tag338.xml"/><Relationship Id="rId60" Type="http://schemas.openxmlformats.org/officeDocument/2006/relationships/tags" Target="../tags/tag346.xml"/><Relationship Id="rId65" Type="http://schemas.openxmlformats.org/officeDocument/2006/relationships/tags" Target="../tags/tag351.xml"/><Relationship Id="rId73" Type="http://schemas.openxmlformats.org/officeDocument/2006/relationships/tags" Target="../tags/tag359.xml"/><Relationship Id="rId78" Type="http://schemas.openxmlformats.org/officeDocument/2006/relationships/tags" Target="../tags/tag364.xml"/><Relationship Id="rId81" Type="http://schemas.openxmlformats.org/officeDocument/2006/relationships/tags" Target="../tags/tag367.xml"/><Relationship Id="rId86" Type="http://schemas.openxmlformats.org/officeDocument/2006/relationships/image" Target="../media/image5.png"/><Relationship Id="rId4" Type="http://schemas.openxmlformats.org/officeDocument/2006/relationships/tags" Target="../tags/tag290.xml"/><Relationship Id="rId9" Type="http://schemas.openxmlformats.org/officeDocument/2006/relationships/tags" Target="../tags/tag295.xml"/><Relationship Id="rId13" Type="http://schemas.openxmlformats.org/officeDocument/2006/relationships/tags" Target="../tags/tag299.xml"/><Relationship Id="rId18" Type="http://schemas.openxmlformats.org/officeDocument/2006/relationships/tags" Target="../tags/tag304.xml"/><Relationship Id="rId39" Type="http://schemas.openxmlformats.org/officeDocument/2006/relationships/tags" Target="../tags/tag325.xml"/><Relationship Id="rId34" Type="http://schemas.openxmlformats.org/officeDocument/2006/relationships/tags" Target="../tags/tag320.xml"/><Relationship Id="rId50" Type="http://schemas.openxmlformats.org/officeDocument/2006/relationships/tags" Target="../tags/tag336.xml"/><Relationship Id="rId55" Type="http://schemas.openxmlformats.org/officeDocument/2006/relationships/tags" Target="../tags/tag341.xml"/><Relationship Id="rId76" Type="http://schemas.openxmlformats.org/officeDocument/2006/relationships/tags" Target="../tags/tag362.xml"/><Relationship Id="rId7" Type="http://schemas.openxmlformats.org/officeDocument/2006/relationships/tags" Target="../tags/tag293.xml"/><Relationship Id="rId71" Type="http://schemas.openxmlformats.org/officeDocument/2006/relationships/tags" Target="../tags/tag357.xml"/><Relationship Id="rId2" Type="http://schemas.openxmlformats.org/officeDocument/2006/relationships/tags" Target="../tags/tag288.xml"/><Relationship Id="rId29" Type="http://schemas.openxmlformats.org/officeDocument/2006/relationships/tags" Target="../tags/tag315.xml"/><Relationship Id="rId24" Type="http://schemas.openxmlformats.org/officeDocument/2006/relationships/tags" Target="../tags/tag310.xml"/><Relationship Id="rId40" Type="http://schemas.openxmlformats.org/officeDocument/2006/relationships/tags" Target="../tags/tag326.xml"/><Relationship Id="rId45" Type="http://schemas.openxmlformats.org/officeDocument/2006/relationships/tags" Target="../tags/tag331.xml"/><Relationship Id="rId66" Type="http://schemas.openxmlformats.org/officeDocument/2006/relationships/tags" Target="../tags/tag352.xml"/><Relationship Id="rId61" Type="http://schemas.openxmlformats.org/officeDocument/2006/relationships/tags" Target="../tags/tag347.xml"/><Relationship Id="rId82" Type="http://schemas.openxmlformats.org/officeDocument/2006/relationships/tags" Target="../tags/tag36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77.xml"/><Relationship Id="rId13" Type="http://schemas.openxmlformats.org/officeDocument/2006/relationships/tags" Target="../tags/tag382.xml"/><Relationship Id="rId18" Type="http://schemas.openxmlformats.org/officeDocument/2006/relationships/tags" Target="../tags/tag387.xml"/><Relationship Id="rId26" Type="http://schemas.openxmlformats.org/officeDocument/2006/relationships/image" Target="../media/image5.png"/><Relationship Id="rId3" Type="http://schemas.openxmlformats.org/officeDocument/2006/relationships/tags" Target="../tags/tag372.xml"/><Relationship Id="rId21" Type="http://schemas.openxmlformats.org/officeDocument/2006/relationships/slideLayout" Target="../slideLayouts/slideLayout19.xml"/><Relationship Id="rId7" Type="http://schemas.openxmlformats.org/officeDocument/2006/relationships/tags" Target="../tags/tag376.xml"/><Relationship Id="rId12" Type="http://schemas.openxmlformats.org/officeDocument/2006/relationships/tags" Target="../tags/tag381.xml"/><Relationship Id="rId17" Type="http://schemas.openxmlformats.org/officeDocument/2006/relationships/tags" Target="../tags/tag386.xml"/><Relationship Id="rId25" Type="http://schemas.openxmlformats.org/officeDocument/2006/relationships/image" Target="../media/image9.png"/><Relationship Id="rId2" Type="http://schemas.openxmlformats.org/officeDocument/2006/relationships/tags" Target="../tags/tag371.xml"/><Relationship Id="rId16" Type="http://schemas.openxmlformats.org/officeDocument/2006/relationships/tags" Target="../tags/tag385.xml"/><Relationship Id="rId20" Type="http://schemas.openxmlformats.org/officeDocument/2006/relationships/tags" Target="../tags/tag389.xml"/><Relationship Id="rId1" Type="http://schemas.openxmlformats.org/officeDocument/2006/relationships/tags" Target="../tags/tag370.xml"/><Relationship Id="rId6" Type="http://schemas.openxmlformats.org/officeDocument/2006/relationships/tags" Target="../tags/tag375.xml"/><Relationship Id="rId11" Type="http://schemas.openxmlformats.org/officeDocument/2006/relationships/tags" Target="../tags/tag380.xml"/><Relationship Id="rId24" Type="http://schemas.openxmlformats.org/officeDocument/2006/relationships/image" Target="../media/image2.png"/><Relationship Id="rId5" Type="http://schemas.openxmlformats.org/officeDocument/2006/relationships/tags" Target="../tags/tag374.xml"/><Relationship Id="rId15" Type="http://schemas.openxmlformats.org/officeDocument/2006/relationships/tags" Target="../tags/tag384.xml"/><Relationship Id="rId23" Type="http://schemas.openxmlformats.org/officeDocument/2006/relationships/image" Target="../media/image7.png"/><Relationship Id="rId10" Type="http://schemas.openxmlformats.org/officeDocument/2006/relationships/tags" Target="../tags/tag379.xml"/><Relationship Id="rId19" Type="http://schemas.openxmlformats.org/officeDocument/2006/relationships/tags" Target="../tags/tag388.xml"/><Relationship Id="rId4" Type="http://schemas.openxmlformats.org/officeDocument/2006/relationships/tags" Target="../tags/tag373.xml"/><Relationship Id="rId9" Type="http://schemas.openxmlformats.org/officeDocument/2006/relationships/tags" Target="../tags/tag378.xml"/><Relationship Id="rId14" Type="http://schemas.openxmlformats.org/officeDocument/2006/relationships/tags" Target="../tags/tag383.xml"/><Relationship Id="rId22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0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tags" Target="../tags/tag416.xml"/><Relationship Id="rId21" Type="http://schemas.openxmlformats.org/officeDocument/2006/relationships/tags" Target="../tags/tag411.xml"/><Relationship Id="rId42" Type="http://schemas.openxmlformats.org/officeDocument/2006/relationships/tags" Target="../tags/tag432.xml"/><Relationship Id="rId47" Type="http://schemas.openxmlformats.org/officeDocument/2006/relationships/tags" Target="../tags/tag437.xml"/><Relationship Id="rId63" Type="http://schemas.openxmlformats.org/officeDocument/2006/relationships/tags" Target="../tags/tag453.xml"/><Relationship Id="rId68" Type="http://schemas.openxmlformats.org/officeDocument/2006/relationships/tags" Target="../tags/tag458.xml"/><Relationship Id="rId84" Type="http://schemas.openxmlformats.org/officeDocument/2006/relationships/tags" Target="../tags/tag474.xml"/><Relationship Id="rId89" Type="http://schemas.openxmlformats.org/officeDocument/2006/relationships/tags" Target="../tags/tag479.xml"/><Relationship Id="rId16" Type="http://schemas.openxmlformats.org/officeDocument/2006/relationships/tags" Target="../tags/tag406.xml"/><Relationship Id="rId11" Type="http://schemas.openxmlformats.org/officeDocument/2006/relationships/tags" Target="../tags/tag401.xml"/><Relationship Id="rId32" Type="http://schemas.openxmlformats.org/officeDocument/2006/relationships/tags" Target="../tags/tag422.xml"/><Relationship Id="rId37" Type="http://schemas.openxmlformats.org/officeDocument/2006/relationships/tags" Target="../tags/tag427.xml"/><Relationship Id="rId53" Type="http://schemas.openxmlformats.org/officeDocument/2006/relationships/tags" Target="../tags/tag443.xml"/><Relationship Id="rId58" Type="http://schemas.openxmlformats.org/officeDocument/2006/relationships/tags" Target="../tags/tag448.xml"/><Relationship Id="rId74" Type="http://schemas.openxmlformats.org/officeDocument/2006/relationships/tags" Target="../tags/tag464.xml"/><Relationship Id="rId79" Type="http://schemas.openxmlformats.org/officeDocument/2006/relationships/tags" Target="../tags/tag469.xml"/><Relationship Id="rId5" Type="http://schemas.openxmlformats.org/officeDocument/2006/relationships/tags" Target="../tags/tag395.xml"/><Relationship Id="rId90" Type="http://schemas.openxmlformats.org/officeDocument/2006/relationships/tags" Target="../tags/tag480.xml"/><Relationship Id="rId95" Type="http://schemas.openxmlformats.org/officeDocument/2006/relationships/image" Target="../media/image16.emf"/><Relationship Id="rId22" Type="http://schemas.openxmlformats.org/officeDocument/2006/relationships/tags" Target="../tags/tag412.xml"/><Relationship Id="rId27" Type="http://schemas.openxmlformats.org/officeDocument/2006/relationships/tags" Target="../tags/tag417.xml"/><Relationship Id="rId43" Type="http://schemas.openxmlformats.org/officeDocument/2006/relationships/tags" Target="../tags/tag433.xml"/><Relationship Id="rId48" Type="http://schemas.openxmlformats.org/officeDocument/2006/relationships/tags" Target="../tags/tag438.xml"/><Relationship Id="rId64" Type="http://schemas.openxmlformats.org/officeDocument/2006/relationships/tags" Target="../tags/tag454.xml"/><Relationship Id="rId69" Type="http://schemas.openxmlformats.org/officeDocument/2006/relationships/tags" Target="../tags/tag459.xml"/><Relationship Id="rId80" Type="http://schemas.openxmlformats.org/officeDocument/2006/relationships/tags" Target="../tags/tag470.xml"/><Relationship Id="rId85" Type="http://schemas.openxmlformats.org/officeDocument/2006/relationships/tags" Target="../tags/tag475.xml"/><Relationship Id="rId3" Type="http://schemas.openxmlformats.org/officeDocument/2006/relationships/tags" Target="../tags/tag393.xml"/><Relationship Id="rId12" Type="http://schemas.openxmlformats.org/officeDocument/2006/relationships/tags" Target="../tags/tag402.xml"/><Relationship Id="rId17" Type="http://schemas.openxmlformats.org/officeDocument/2006/relationships/tags" Target="../tags/tag407.xml"/><Relationship Id="rId25" Type="http://schemas.openxmlformats.org/officeDocument/2006/relationships/tags" Target="../tags/tag415.xml"/><Relationship Id="rId33" Type="http://schemas.openxmlformats.org/officeDocument/2006/relationships/tags" Target="../tags/tag423.xml"/><Relationship Id="rId38" Type="http://schemas.openxmlformats.org/officeDocument/2006/relationships/tags" Target="../tags/tag428.xml"/><Relationship Id="rId46" Type="http://schemas.openxmlformats.org/officeDocument/2006/relationships/tags" Target="../tags/tag436.xml"/><Relationship Id="rId59" Type="http://schemas.openxmlformats.org/officeDocument/2006/relationships/tags" Target="../tags/tag449.xml"/><Relationship Id="rId67" Type="http://schemas.openxmlformats.org/officeDocument/2006/relationships/tags" Target="../tags/tag457.xml"/><Relationship Id="rId20" Type="http://schemas.openxmlformats.org/officeDocument/2006/relationships/tags" Target="../tags/tag410.xml"/><Relationship Id="rId41" Type="http://schemas.openxmlformats.org/officeDocument/2006/relationships/tags" Target="../tags/tag431.xml"/><Relationship Id="rId54" Type="http://schemas.openxmlformats.org/officeDocument/2006/relationships/tags" Target="../tags/tag444.xml"/><Relationship Id="rId62" Type="http://schemas.openxmlformats.org/officeDocument/2006/relationships/tags" Target="../tags/tag452.xml"/><Relationship Id="rId70" Type="http://schemas.openxmlformats.org/officeDocument/2006/relationships/tags" Target="../tags/tag460.xml"/><Relationship Id="rId75" Type="http://schemas.openxmlformats.org/officeDocument/2006/relationships/tags" Target="../tags/tag465.xml"/><Relationship Id="rId83" Type="http://schemas.openxmlformats.org/officeDocument/2006/relationships/tags" Target="../tags/tag473.xml"/><Relationship Id="rId88" Type="http://schemas.openxmlformats.org/officeDocument/2006/relationships/tags" Target="../tags/tag478.xml"/><Relationship Id="rId91" Type="http://schemas.openxmlformats.org/officeDocument/2006/relationships/tags" Target="../tags/tag481.xml"/><Relationship Id="rId96" Type="http://schemas.openxmlformats.org/officeDocument/2006/relationships/image" Target="../media/image12.png"/><Relationship Id="rId1" Type="http://schemas.openxmlformats.org/officeDocument/2006/relationships/tags" Target="../tags/tag391.xml"/><Relationship Id="rId6" Type="http://schemas.openxmlformats.org/officeDocument/2006/relationships/tags" Target="../tags/tag396.xml"/><Relationship Id="rId15" Type="http://schemas.openxmlformats.org/officeDocument/2006/relationships/tags" Target="../tags/tag405.xml"/><Relationship Id="rId23" Type="http://schemas.openxmlformats.org/officeDocument/2006/relationships/tags" Target="../tags/tag413.xml"/><Relationship Id="rId28" Type="http://schemas.openxmlformats.org/officeDocument/2006/relationships/tags" Target="../tags/tag418.xml"/><Relationship Id="rId36" Type="http://schemas.openxmlformats.org/officeDocument/2006/relationships/tags" Target="../tags/tag426.xml"/><Relationship Id="rId49" Type="http://schemas.openxmlformats.org/officeDocument/2006/relationships/tags" Target="../tags/tag439.xml"/><Relationship Id="rId57" Type="http://schemas.openxmlformats.org/officeDocument/2006/relationships/tags" Target="../tags/tag447.xml"/><Relationship Id="rId10" Type="http://schemas.openxmlformats.org/officeDocument/2006/relationships/tags" Target="../tags/tag400.xml"/><Relationship Id="rId31" Type="http://schemas.openxmlformats.org/officeDocument/2006/relationships/tags" Target="../tags/tag421.xml"/><Relationship Id="rId44" Type="http://schemas.openxmlformats.org/officeDocument/2006/relationships/tags" Target="../tags/tag434.xml"/><Relationship Id="rId52" Type="http://schemas.openxmlformats.org/officeDocument/2006/relationships/tags" Target="../tags/tag442.xml"/><Relationship Id="rId60" Type="http://schemas.openxmlformats.org/officeDocument/2006/relationships/tags" Target="../tags/tag450.xml"/><Relationship Id="rId65" Type="http://schemas.openxmlformats.org/officeDocument/2006/relationships/tags" Target="../tags/tag455.xml"/><Relationship Id="rId73" Type="http://schemas.openxmlformats.org/officeDocument/2006/relationships/tags" Target="../tags/tag463.xml"/><Relationship Id="rId78" Type="http://schemas.openxmlformats.org/officeDocument/2006/relationships/tags" Target="../tags/tag468.xml"/><Relationship Id="rId81" Type="http://schemas.openxmlformats.org/officeDocument/2006/relationships/tags" Target="../tags/tag471.xml"/><Relationship Id="rId86" Type="http://schemas.openxmlformats.org/officeDocument/2006/relationships/tags" Target="../tags/tag476.xml"/><Relationship Id="rId94" Type="http://schemas.openxmlformats.org/officeDocument/2006/relationships/image" Target="../media/image7.png"/><Relationship Id="rId4" Type="http://schemas.openxmlformats.org/officeDocument/2006/relationships/tags" Target="../tags/tag394.xml"/><Relationship Id="rId9" Type="http://schemas.openxmlformats.org/officeDocument/2006/relationships/tags" Target="../tags/tag399.xml"/><Relationship Id="rId13" Type="http://schemas.openxmlformats.org/officeDocument/2006/relationships/tags" Target="../tags/tag403.xml"/><Relationship Id="rId18" Type="http://schemas.openxmlformats.org/officeDocument/2006/relationships/tags" Target="../tags/tag408.xml"/><Relationship Id="rId39" Type="http://schemas.openxmlformats.org/officeDocument/2006/relationships/tags" Target="../tags/tag429.xml"/><Relationship Id="rId34" Type="http://schemas.openxmlformats.org/officeDocument/2006/relationships/tags" Target="../tags/tag424.xml"/><Relationship Id="rId50" Type="http://schemas.openxmlformats.org/officeDocument/2006/relationships/tags" Target="../tags/tag440.xml"/><Relationship Id="rId55" Type="http://schemas.openxmlformats.org/officeDocument/2006/relationships/tags" Target="../tags/tag445.xml"/><Relationship Id="rId76" Type="http://schemas.openxmlformats.org/officeDocument/2006/relationships/tags" Target="../tags/tag466.xml"/><Relationship Id="rId97" Type="http://schemas.openxmlformats.org/officeDocument/2006/relationships/image" Target="../media/image5.png"/><Relationship Id="rId7" Type="http://schemas.openxmlformats.org/officeDocument/2006/relationships/tags" Target="../tags/tag397.xml"/><Relationship Id="rId71" Type="http://schemas.openxmlformats.org/officeDocument/2006/relationships/tags" Target="../tags/tag461.xml"/><Relationship Id="rId92" Type="http://schemas.openxmlformats.org/officeDocument/2006/relationships/tags" Target="../tags/tag482.xml"/><Relationship Id="rId2" Type="http://schemas.openxmlformats.org/officeDocument/2006/relationships/tags" Target="../tags/tag392.xml"/><Relationship Id="rId29" Type="http://schemas.openxmlformats.org/officeDocument/2006/relationships/tags" Target="../tags/tag419.xml"/><Relationship Id="rId24" Type="http://schemas.openxmlformats.org/officeDocument/2006/relationships/tags" Target="../tags/tag414.xml"/><Relationship Id="rId40" Type="http://schemas.openxmlformats.org/officeDocument/2006/relationships/tags" Target="../tags/tag430.xml"/><Relationship Id="rId45" Type="http://schemas.openxmlformats.org/officeDocument/2006/relationships/tags" Target="../tags/tag435.xml"/><Relationship Id="rId66" Type="http://schemas.openxmlformats.org/officeDocument/2006/relationships/tags" Target="../tags/tag456.xml"/><Relationship Id="rId87" Type="http://schemas.openxmlformats.org/officeDocument/2006/relationships/tags" Target="../tags/tag477.xml"/><Relationship Id="rId61" Type="http://schemas.openxmlformats.org/officeDocument/2006/relationships/tags" Target="../tags/tag451.xml"/><Relationship Id="rId82" Type="http://schemas.openxmlformats.org/officeDocument/2006/relationships/tags" Target="../tags/tag472.xml"/><Relationship Id="rId19" Type="http://schemas.openxmlformats.org/officeDocument/2006/relationships/tags" Target="../tags/tag409.xml"/><Relationship Id="rId14" Type="http://schemas.openxmlformats.org/officeDocument/2006/relationships/tags" Target="../tags/tag404.xml"/><Relationship Id="rId30" Type="http://schemas.openxmlformats.org/officeDocument/2006/relationships/tags" Target="../tags/tag420.xml"/><Relationship Id="rId35" Type="http://schemas.openxmlformats.org/officeDocument/2006/relationships/tags" Target="../tags/tag425.xml"/><Relationship Id="rId56" Type="http://schemas.openxmlformats.org/officeDocument/2006/relationships/tags" Target="../tags/tag446.xml"/><Relationship Id="rId77" Type="http://schemas.openxmlformats.org/officeDocument/2006/relationships/tags" Target="../tags/tag467.xml"/><Relationship Id="rId8" Type="http://schemas.openxmlformats.org/officeDocument/2006/relationships/tags" Target="../tags/tag398.xml"/><Relationship Id="rId51" Type="http://schemas.openxmlformats.org/officeDocument/2006/relationships/tags" Target="../tags/tag441.xml"/><Relationship Id="rId72" Type="http://schemas.openxmlformats.org/officeDocument/2006/relationships/tags" Target="../tags/tag462.xml"/><Relationship Id="rId93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490.xml"/><Relationship Id="rId13" Type="http://schemas.openxmlformats.org/officeDocument/2006/relationships/image" Target="../media/image7.png"/><Relationship Id="rId3" Type="http://schemas.openxmlformats.org/officeDocument/2006/relationships/tags" Target="../tags/tag485.xml"/><Relationship Id="rId7" Type="http://schemas.openxmlformats.org/officeDocument/2006/relationships/tags" Target="../tags/tag489.xml"/><Relationship Id="rId12" Type="http://schemas.openxmlformats.org/officeDocument/2006/relationships/image" Target="../media/image3.png"/><Relationship Id="rId17" Type="http://schemas.openxmlformats.org/officeDocument/2006/relationships/image" Target="../media/image2.png"/><Relationship Id="rId2" Type="http://schemas.openxmlformats.org/officeDocument/2006/relationships/tags" Target="../tags/tag484.xml"/><Relationship Id="rId16" Type="http://schemas.microsoft.com/office/2007/relationships/hdphoto" Target="../media/hdphoto2.wdp"/><Relationship Id="rId1" Type="http://schemas.openxmlformats.org/officeDocument/2006/relationships/tags" Target="../tags/tag483.xml"/><Relationship Id="rId6" Type="http://schemas.openxmlformats.org/officeDocument/2006/relationships/tags" Target="../tags/tag488.xml"/><Relationship Id="rId11" Type="http://schemas.openxmlformats.org/officeDocument/2006/relationships/image" Target="../media/image8.jpg"/><Relationship Id="rId5" Type="http://schemas.openxmlformats.org/officeDocument/2006/relationships/tags" Target="../tags/tag487.xml"/><Relationship Id="rId15" Type="http://schemas.openxmlformats.org/officeDocument/2006/relationships/image" Target="../media/image24.png"/><Relationship Id="rId10" Type="http://schemas.openxmlformats.org/officeDocument/2006/relationships/slideLayout" Target="../slideLayouts/slideLayout19.xml"/><Relationship Id="rId4" Type="http://schemas.openxmlformats.org/officeDocument/2006/relationships/tags" Target="../tags/tag486.xml"/><Relationship Id="rId9" Type="http://schemas.openxmlformats.org/officeDocument/2006/relationships/tags" Target="../tags/tag491.xml"/><Relationship Id="rId1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tags" Target="../tags/tag608.xml"/><Relationship Id="rId21" Type="http://schemas.openxmlformats.org/officeDocument/2006/relationships/tags" Target="../tags/tag512.xml"/><Relationship Id="rId42" Type="http://schemas.openxmlformats.org/officeDocument/2006/relationships/tags" Target="../tags/tag533.xml"/><Relationship Id="rId63" Type="http://schemas.openxmlformats.org/officeDocument/2006/relationships/tags" Target="../tags/tag554.xml"/><Relationship Id="rId84" Type="http://schemas.openxmlformats.org/officeDocument/2006/relationships/tags" Target="../tags/tag575.xml"/><Relationship Id="rId138" Type="http://schemas.openxmlformats.org/officeDocument/2006/relationships/tags" Target="../tags/tag629.xml"/><Relationship Id="rId107" Type="http://schemas.openxmlformats.org/officeDocument/2006/relationships/tags" Target="../tags/tag598.xml"/><Relationship Id="rId11" Type="http://schemas.openxmlformats.org/officeDocument/2006/relationships/tags" Target="../tags/tag502.xml"/><Relationship Id="rId32" Type="http://schemas.openxmlformats.org/officeDocument/2006/relationships/tags" Target="../tags/tag523.xml"/><Relationship Id="rId53" Type="http://schemas.openxmlformats.org/officeDocument/2006/relationships/tags" Target="../tags/tag544.xml"/><Relationship Id="rId74" Type="http://schemas.openxmlformats.org/officeDocument/2006/relationships/tags" Target="../tags/tag565.xml"/><Relationship Id="rId128" Type="http://schemas.openxmlformats.org/officeDocument/2006/relationships/tags" Target="../tags/tag619.xml"/><Relationship Id="rId5" Type="http://schemas.openxmlformats.org/officeDocument/2006/relationships/tags" Target="../tags/tag496.xml"/><Relationship Id="rId90" Type="http://schemas.openxmlformats.org/officeDocument/2006/relationships/tags" Target="../tags/tag581.xml"/><Relationship Id="rId95" Type="http://schemas.openxmlformats.org/officeDocument/2006/relationships/tags" Target="../tags/tag586.xml"/><Relationship Id="rId22" Type="http://schemas.openxmlformats.org/officeDocument/2006/relationships/tags" Target="../tags/tag513.xml"/><Relationship Id="rId27" Type="http://schemas.openxmlformats.org/officeDocument/2006/relationships/tags" Target="../tags/tag518.xml"/><Relationship Id="rId43" Type="http://schemas.openxmlformats.org/officeDocument/2006/relationships/tags" Target="../tags/tag534.xml"/><Relationship Id="rId48" Type="http://schemas.openxmlformats.org/officeDocument/2006/relationships/tags" Target="../tags/tag539.xml"/><Relationship Id="rId64" Type="http://schemas.openxmlformats.org/officeDocument/2006/relationships/tags" Target="../tags/tag555.xml"/><Relationship Id="rId69" Type="http://schemas.openxmlformats.org/officeDocument/2006/relationships/tags" Target="../tags/tag560.xml"/><Relationship Id="rId113" Type="http://schemas.openxmlformats.org/officeDocument/2006/relationships/tags" Target="../tags/tag604.xml"/><Relationship Id="rId118" Type="http://schemas.openxmlformats.org/officeDocument/2006/relationships/tags" Target="../tags/tag609.xml"/><Relationship Id="rId134" Type="http://schemas.openxmlformats.org/officeDocument/2006/relationships/tags" Target="../tags/tag625.xml"/><Relationship Id="rId139" Type="http://schemas.openxmlformats.org/officeDocument/2006/relationships/tags" Target="../tags/tag630.xml"/><Relationship Id="rId80" Type="http://schemas.openxmlformats.org/officeDocument/2006/relationships/tags" Target="../tags/tag571.xml"/><Relationship Id="rId85" Type="http://schemas.openxmlformats.org/officeDocument/2006/relationships/tags" Target="../tags/tag576.xml"/><Relationship Id="rId12" Type="http://schemas.openxmlformats.org/officeDocument/2006/relationships/tags" Target="../tags/tag503.xml"/><Relationship Id="rId17" Type="http://schemas.openxmlformats.org/officeDocument/2006/relationships/tags" Target="../tags/tag508.xml"/><Relationship Id="rId33" Type="http://schemas.openxmlformats.org/officeDocument/2006/relationships/tags" Target="../tags/tag524.xml"/><Relationship Id="rId38" Type="http://schemas.openxmlformats.org/officeDocument/2006/relationships/tags" Target="../tags/tag529.xml"/><Relationship Id="rId59" Type="http://schemas.openxmlformats.org/officeDocument/2006/relationships/tags" Target="../tags/tag550.xml"/><Relationship Id="rId103" Type="http://schemas.openxmlformats.org/officeDocument/2006/relationships/tags" Target="../tags/tag594.xml"/><Relationship Id="rId108" Type="http://schemas.openxmlformats.org/officeDocument/2006/relationships/tags" Target="../tags/tag599.xml"/><Relationship Id="rId124" Type="http://schemas.openxmlformats.org/officeDocument/2006/relationships/tags" Target="../tags/tag615.xml"/><Relationship Id="rId129" Type="http://schemas.openxmlformats.org/officeDocument/2006/relationships/tags" Target="../tags/tag620.xml"/><Relationship Id="rId54" Type="http://schemas.openxmlformats.org/officeDocument/2006/relationships/tags" Target="../tags/tag545.xml"/><Relationship Id="rId70" Type="http://schemas.openxmlformats.org/officeDocument/2006/relationships/tags" Target="../tags/tag561.xml"/><Relationship Id="rId75" Type="http://schemas.openxmlformats.org/officeDocument/2006/relationships/tags" Target="../tags/tag566.xml"/><Relationship Id="rId91" Type="http://schemas.openxmlformats.org/officeDocument/2006/relationships/tags" Target="../tags/tag582.xml"/><Relationship Id="rId96" Type="http://schemas.openxmlformats.org/officeDocument/2006/relationships/tags" Target="../tags/tag587.xml"/><Relationship Id="rId140" Type="http://schemas.openxmlformats.org/officeDocument/2006/relationships/tags" Target="../tags/tag631.xml"/><Relationship Id="rId145" Type="http://schemas.openxmlformats.org/officeDocument/2006/relationships/tags" Target="../tags/tag636.xml"/><Relationship Id="rId1" Type="http://schemas.openxmlformats.org/officeDocument/2006/relationships/tags" Target="../tags/tag492.xml"/><Relationship Id="rId6" Type="http://schemas.openxmlformats.org/officeDocument/2006/relationships/tags" Target="../tags/tag497.xml"/><Relationship Id="rId23" Type="http://schemas.openxmlformats.org/officeDocument/2006/relationships/tags" Target="../tags/tag514.xml"/><Relationship Id="rId28" Type="http://schemas.openxmlformats.org/officeDocument/2006/relationships/tags" Target="../tags/tag519.xml"/><Relationship Id="rId49" Type="http://schemas.openxmlformats.org/officeDocument/2006/relationships/tags" Target="../tags/tag540.xml"/><Relationship Id="rId114" Type="http://schemas.openxmlformats.org/officeDocument/2006/relationships/tags" Target="../tags/tag605.xml"/><Relationship Id="rId119" Type="http://schemas.openxmlformats.org/officeDocument/2006/relationships/tags" Target="../tags/tag610.xml"/><Relationship Id="rId44" Type="http://schemas.openxmlformats.org/officeDocument/2006/relationships/tags" Target="../tags/tag535.xml"/><Relationship Id="rId60" Type="http://schemas.openxmlformats.org/officeDocument/2006/relationships/tags" Target="../tags/tag551.xml"/><Relationship Id="rId65" Type="http://schemas.openxmlformats.org/officeDocument/2006/relationships/tags" Target="../tags/tag556.xml"/><Relationship Id="rId81" Type="http://schemas.openxmlformats.org/officeDocument/2006/relationships/tags" Target="../tags/tag572.xml"/><Relationship Id="rId86" Type="http://schemas.openxmlformats.org/officeDocument/2006/relationships/tags" Target="../tags/tag577.xml"/><Relationship Id="rId130" Type="http://schemas.openxmlformats.org/officeDocument/2006/relationships/tags" Target="../tags/tag621.xml"/><Relationship Id="rId135" Type="http://schemas.openxmlformats.org/officeDocument/2006/relationships/tags" Target="../tags/tag626.xml"/><Relationship Id="rId13" Type="http://schemas.openxmlformats.org/officeDocument/2006/relationships/tags" Target="../tags/tag504.xml"/><Relationship Id="rId18" Type="http://schemas.openxmlformats.org/officeDocument/2006/relationships/tags" Target="../tags/tag509.xml"/><Relationship Id="rId39" Type="http://schemas.openxmlformats.org/officeDocument/2006/relationships/tags" Target="../tags/tag530.xml"/><Relationship Id="rId109" Type="http://schemas.openxmlformats.org/officeDocument/2006/relationships/tags" Target="../tags/tag600.xml"/><Relationship Id="rId34" Type="http://schemas.openxmlformats.org/officeDocument/2006/relationships/tags" Target="../tags/tag525.xml"/><Relationship Id="rId50" Type="http://schemas.openxmlformats.org/officeDocument/2006/relationships/tags" Target="../tags/tag541.xml"/><Relationship Id="rId55" Type="http://schemas.openxmlformats.org/officeDocument/2006/relationships/tags" Target="../tags/tag546.xml"/><Relationship Id="rId76" Type="http://schemas.openxmlformats.org/officeDocument/2006/relationships/tags" Target="../tags/tag567.xml"/><Relationship Id="rId97" Type="http://schemas.openxmlformats.org/officeDocument/2006/relationships/tags" Target="../tags/tag588.xml"/><Relationship Id="rId104" Type="http://schemas.openxmlformats.org/officeDocument/2006/relationships/tags" Target="../tags/tag595.xml"/><Relationship Id="rId120" Type="http://schemas.openxmlformats.org/officeDocument/2006/relationships/tags" Target="../tags/tag611.xml"/><Relationship Id="rId125" Type="http://schemas.openxmlformats.org/officeDocument/2006/relationships/tags" Target="../tags/tag616.xml"/><Relationship Id="rId141" Type="http://schemas.openxmlformats.org/officeDocument/2006/relationships/tags" Target="../tags/tag632.xml"/><Relationship Id="rId146" Type="http://schemas.openxmlformats.org/officeDocument/2006/relationships/tags" Target="../tags/tag637.xml"/><Relationship Id="rId7" Type="http://schemas.openxmlformats.org/officeDocument/2006/relationships/tags" Target="../tags/tag498.xml"/><Relationship Id="rId71" Type="http://schemas.openxmlformats.org/officeDocument/2006/relationships/tags" Target="../tags/tag562.xml"/><Relationship Id="rId92" Type="http://schemas.openxmlformats.org/officeDocument/2006/relationships/tags" Target="../tags/tag583.xml"/><Relationship Id="rId2" Type="http://schemas.openxmlformats.org/officeDocument/2006/relationships/tags" Target="../tags/tag493.xml"/><Relationship Id="rId29" Type="http://schemas.openxmlformats.org/officeDocument/2006/relationships/tags" Target="../tags/tag520.xml"/><Relationship Id="rId24" Type="http://schemas.openxmlformats.org/officeDocument/2006/relationships/tags" Target="../tags/tag515.xml"/><Relationship Id="rId40" Type="http://schemas.openxmlformats.org/officeDocument/2006/relationships/tags" Target="../tags/tag531.xml"/><Relationship Id="rId45" Type="http://schemas.openxmlformats.org/officeDocument/2006/relationships/tags" Target="../tags/tag536.xml"/><Relationship Id="rId66" Type="http://schemas.openxmlformats.org/officeDocument/2006/relationships/tags" Target="../tags/tag557.xml"/><Relationship Id="rId87" Type="http://schemas.openxmlformats.org/officeDocument/2006/relationships/tags" Target="../tags/tag578.xml"/><Relationship Id="rId110" Type="http://schemas.openxmlformats.org/officeDocument/2006/relationships/tags" Target="../tags/tag601.xml"/><Relationship Id="rId115" Type="http://schemas.openxmlformats.org/officeDocument/2006/relationships/tags" Target="../tags/tag606.xml"/><Relationship Id="rId131" Type="http://schemas.openxmlformats.org/officeDocument/2006/relationships/tags" Target="../tags/tag622.xml"/><Relationship Id="rId136" Type="http://schemas.openxmlformats.org/officeDocument/2006/relationships/tags" Target="../tags/tag627.xml"/><Relationship Id="rId61" Type="http://schemas.openxmlformats.org/officeDocument/2006/relationships/tags" Target="../tags/tag552.xml"/><Relationship Id="rId82" Type="http://schemas.openxmlformats.org/officeDocument/2006/relationships/tags" Target="../tags/tag573.xml"/><Relationship Id="rId19" Type="http://schemas.openxmlformats.org/officeDocument/2006/relationships/tags" Target="../tags/tag510.xml"/><Relationship Id="rId14" Type="http://schemas.openxmlformats.org/officeDocument/2006/relationships/tags" Target="../tags/tag505.xml"/><Relationship Id="rId30" Type="http://schemas.openxmlformats.org/officeDocument/2006/relationships/tags" Target="../tags/tag521.xml"/><Relationship Id="rId35" Type="http://schemas.openxmlformats.org/officeDocument/2006/relationships/tags" Target="../tags/tag526.xml"/><Relationship Id="rId56" Type="http://schemas.openxmlformats.org/officeDocument/2006/relationships/tags" Target="../tags/tag547.xml"/><Relationship Id="rId77" Type="http://schemas.openxmlformats.org/officeDocument/2006/relationships/tags" Target="../tags/tag568.xml"/><Relationship Id="rId100" Type="http://schemas.openxmlformats.org/officeDocument/2006/relationships/tags" Target="../tags/tag591.xml"/><Relationship Id="rId105" Type="http://schemas.openxmlformats.org/officeDocument/2006/relationships/tags" Target="../tags/tag596.xml"/><Relationship Id="rId126" Type="http://schemas.openxmlformats.org/officeDocument/2006/relationships/tags" Target="../tags/tag617.xml"/><Relationship Id="rId147" Type="http://schemas.openxmlformats.org/officeDocument/2006/relationships/slideLayout" Target="../slideLayouts/slideLayout24.xml"/><Relationship Id="rId8" Type="http://schemas.openxmlformats.org/officeDocument/2006/relationships/tags" Target="../tags/tag499.xml"/><Relationship Id="rId51" Type="http://schemas.openxmlformats.org/officeDocument/2006/relationships/tags" Target="../tags/tag542.xml"/><Relationship Id="rId72" Type="http://schemas.openxmlformats.org/officeDocument/2006/relationships/tags" Target="../tags/tag563.xml"/><Relationship Id="rId93" Type="http://schemas.openxmlformats.org/officeDocument/2006/relationships/tags" Target="../tags/tag584.xml"/><Relationship Id="rId98" Type="http://schemas.openxmlformats.org/officeDocument/2006/relationships/tags" Target="../tags/tag589.xml"/><Relationship Id="rId121" Type="http://schemas.openxmlformats.org/officeDocument/2006/relationships/tags" Target="../tags/tag612.xml"/><Relationship Id="rId142" Type="http://schemas.openxmlformats.org/officeDocument/2006/relationships/tags" Target="../tags/tag633.xml"/><Relationship Id="rId3" Type="http://schemas.openxmlformats.org/officeDocument/2006/relationships/tags" Target="../tags/tag494.xml"/><Relationship Id="rId25" Type="http://schemas.openxmlformats.org/officeDocument/2006/relationships/tags" Target="../tags/tag516.xml"/><Relationship Id="rId46" Type="http://schemas.openxmlformats.org/officeDocument/2006/relationships/tags" Target="../tags/tag537.xml"/><Relationship Id="rId67" Type="http://schemas.openxmlformats.org/officeDocument/2006/relationships/tags" Target="../tags/tag558.xml"/><Relationship Id="rId116" Type="http://schemas.openxmlformats.org/officeDocument/2006/relationships/tags" Target="../tags/tag607.xml"/><Relationship Id="rId137" Type="http://schemas.openxmlformats.org/officeDocument/2006/relationships/tags" Target="../tags/tag628.xml"/><Relationship Id="rId20" Type="http://schemas.openxmlformats.org/officeDocument/2006/relationships/tags" Target="../tags/tag511.xml"/><Relationship Id="rId41" Type="http://schemas.openxmlformats.org/officeDocument/2006/relationships/tags" Target="../tags/tag532.xml"/><Relationship Id="rId62" Type="http://schemas.openxmlformats.org/officeDocument/2006/relationships/tags" Target="../tags/tag553.xml"/><Relationship Id="rId83" Type="http://schemas.openxmlformats.org/officeDocument/2006/relationships/tags" Target="../tags/tag574.xml"/><Relationship Id="rId88" Type="http://schemas.openxmlformats.org/officeDocument/2006/relationships/tags" Target="../tags/tag579.xml"/><Relationship Id="rId111" Type="http://schemas.openxmlformats.org/officeDocument/2006/relationships/tags" Target="../tags/tag602.xml"/><Relationship Id="rId132" Type="http://schemas.openxmlformats.org/officeDocument/2006/relationships/tags" Target="../tags/tag623.xml"/><Relationship Id="rId15" Type="http://schemas.openxmlformats.org/officeDocument/2006/relationships/tags" Target="../tags/tag506.xml"/><Relationship Id="rId36" Type="http://schemas.openxmlformats.org/officeDocument/2006/relationships/tags" Target="../tags/tag527.xml"/><Relationship Id="rId57" Type="http://schemas.openxmlformats.org/officeDocument/2006/relationships/tags" Target="../tags/tag548.xml"/><Relationship Id="rId106" Type="http://schemas.openxmlformats.org/officeDocument/2006/relationships/tags" Target="../tags/tag597.xml"/><Relationship Id="rId127" Type="http://schemas.openxmlformats.org/officeDocument/2006/relationships/tags" Target="../tags/tag618.xml"/><Relationship Id="rId10" Type="http://schemas.openxmlformats.org/officeDocument/2006/relationships/tags" Target="../tags/tag501.xml"/><Relationship Id="rId31" Type="http://schemas.openxmlformats.org/officeDocument/2006/relationships/tags" Target="../tags/tag522.xml"/><Relationship Id="rId52" Type="http://schemas.openxmlformats.org/officeDocument/2006/relationships/tags" Target="../tags/tag543.xml"/><Relationship Id="rId73" Type="http://schemas.openxmlformats.org/officeDocument/2006/relationships/tags" Target="../tags/tag564.xml"/><Relationship Id="rId78" Type="http://schemas.openxmlformats.org/officeDocument/2006/relationships/tags" Target="../tags/tag569.xml"/><Relationship Id="rId94" Type="http://schemas.openxmlformats.org/officeDocument/2006/relationships/tags" Target="../tags/tag585.xml"/><Relationship Id="rId99" Type="http://schemas.openxmlformats.org/officeDocument/2006/relationships/tags" Target="../tags/tag590.xml"/><Relationship Id="rId101" Type="http://schemas.openxmlformats.org/officeDocument/2006/relationships/tags" Target="../tags/tag592.xml"/><Relationship Id="rId122" Type="http://schemas.openxmlformats.org/officeDocument/2006/relationships/tags" Target="../tags/tag613.xml"/><Relationship Id="rId143" Type="http://schemas.openxmlformats.org/officeDocument/2006/relationships/tags" Target="../tags/tag634.xml"/><Relationship Id="rId148" Type="http://schemas.openxmlformats.org/officeDocument/2006/relationships/image" Target="../media/image3.png"/><Relationship Id="rId4" Type="http://schemas.openxmlformats.org/officeDocument/2006/relationships/tags" Target="../tags/tag495.xml"/><Relationship Id="rId9" Type="http://schemas.openxmlformats.org/officeDocument/2006/relationships/tags" Target="../tags/tag500.xml"/><Relationship Id="rId26" Type="http://schemas.openxmlformats.org/officeDocument/2006/relationships/tags" Target="../tags/tag517.xml"/><Relationship Id="rId47" Type="http://schemas.openxmlformats.org/officeDocument/2006/relationships/tags" Target="../tags/tag538.xml"/><Relationship Id="rId68" Type="http://schemas.openxmlformats.org/officeDocument/2006/relationships/tags" Target="../tags/tag559.xml"/><Relationship Id="rId89" Type="http://schemas.openxmlformats.org/officeDocument/2006/relationships/tags" Target="../tags/tag580.xml"/><Relationship Id="rId112" Type="http://schemas.openxmlformats.org/officeDocument/2006/relationships/tags" Target="../tags/tag603.xml"/><Relationship Id="rId133" Type="http://schemas.openxmlformats.org/officeDocument/2006/relationships/tags" Target="../tags/tag624.xml"/><Relationship Id="rId16" Type="http://schemas.openxmlformats.org/officeDocument/2006/relationships/tags" Target="../tags/tag507.xml"/><Relationship Id="rId37" Type="http://schemas.openxmlformats.org/officeDocument/2006/relationships/tags" Target="../tags/tag528.xml"/><Relationship Id="rId58" Type="http://schemas.openxmlformats.org/officeDocument/2006/relationships/tags" Target="../tags/tag549.xml"/><Relationship Id="rId79" Type="http://schemas.openxmlformats.org/officeDocument/2006/relationships/tags" Target="../tags/tag570.xml"/><Relationship Id="rId102" Type="http://schemas.openxmlformats.org/officeDocument/2006/relationships/tags" Target="../tags/tag593.xml"/><Relationship Id="rId123" Type="http://schemas.openxmlformats.org/officeDocument/2006/relationships/tags" Target="../tags/tag614.xml"/><Relationship Id="rId144" Type="http://schemas.openxmlformats.org/officeDocument/2006/relationships/tags" Target="../tags/tag63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lin ang="36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0A161-D70B-1024-E9D8-8CD582A6C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9436083-3FF0-2FF4-0AE8-868DD20BD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41446702-0152-FA2B-72E7-789F402254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72" r="9543"/>
          <a:stretch>
            <a:fillRect/>
          </a:stretch>
        </p:blipFill>
        <p:spPr>
          <a:xfrm>
            <a:off x="0" y="23628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CA9DCF1-6C30-5BA6-BB00-777232389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pic>
        <p:nvPicPr>
          <p:cNvPr id="6" name="图片 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9198D872-FE7C-3BB0-3370-2490052AB6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72" r="9543"/>
          <a:stretch>
            <a:fillRect/>
          </a:stretch>
        </p:blipFill>
        <p:spPr>
          <a:xfrm>
            <a:off x="-3747750" y="682277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59" name="TextBox 20">
            <a:extLst>
              <a:ext uri="{FF2B5EF4-FFF2-40B4-BE49-F238E27FC236}">
                <a16:creationId xmlns:a16="http://schemas.microsoft.com/office/drawing/2014/main" id="{2D9D2925-0D81-0A8F-2122-46814790CAE4}"/>
              </a:ext>
            </a:extLst>
          </p:cNvPr>
          <p:cNvSpPr txBox="1"/>
          <p:nvPr/>
        </p:nvSpPr>
        <p:spPr>
          <a:xfrm>
            <a:off x="1752629" y="1053854"/>
            <a:ext cx="5454015" cy="656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70"/>
              </a:lnSpc>
              <a:spcBef>
                <a:spcPct val="0"/>
              </a:spcBef>
            </a:pPr>
            <a:r>
              <a:rPr lang="en-US" altLang="zh-CN" sz="3600" dirty="0">
                <a:solidFill>
                  <a:srgbClr val="FFFFFF">
                    <a:alpha val="50000"/>
                  </a:srgb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  <a:latin typeface="Times New Roman" panose="02020603050405020304" charset="0"/>
                <a:ea typeface="汉仪中简黑简" panose="00020600040101010101" charset="-122"/>
              </a:rPr>
              <a:t>ZHEJIANG UNIVERSITY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BB22769-4F41-3AE6-D4E5-6A481B977ADD}"/>
              </a:ext>
            </a:extLst>
          </p:cNvPr>
          <p:cNvGrpSpPr/>
          <p:nvPr/>
        </p:nvGrpSpPr>
        <p:grpSpPr>
          <a:xfrm>
            <a:off x="1707832" y="1777928"/>
            <a:ext cx="6764020" cy="3542030"/>
            <a:chOff x="2362835" y="1898332"/>
            <a:chExt cx="6764020" cy="35420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1A93EE3-75DB-B371-3B8E-A740E46CFEF9}"/>
                </a:ext>
              </a:extLst>
            </p:cNvPr>
            <p:cNvSpPr/>
            <p:nvPr/>
          </p:nvSpPr>
          <p:spPr>
            <a:xfrm>
              <a:off x="3007995" y="2232025"/>
              <a:ext cx="4018280" cy="3075940"/>
            </a:xfrm>
            <a:custGeom>
              <a:avLst/>
              <a:gdLst/>
              <a:ahLst/>
              <a:cxnLst/>
              <a:rect l="l" t="t" r="r" b="b"/>
              <a:pathLst>
                <a:path w="6027664" h="4614010">
                  <a:moveTo>
                    <a:pt x="0" y="0"/>
                  </a:moveTo>
                  <a:lnTo>
                    <a:pt x="6027665" y="0"/>
                  </a:lnTo>
                  <a:lnTo>
                    <a:pt x="6027665" y="4614010"/>
                  </a:lnTo>
                  <a:lnTo>
                    <a:pt x="0" y="4614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2BB95BDE-7D8B-7525-BDA0-BDC714883700}"/>
                </a:ext>
              </a:extLst>
            </p:cNvPr>
            <p:cNvGrpSpPr/>
            <p:nvPr/>
          </p:nvGrpSpPr>
          <p:grpSpPr>
            <a:xfrm>
              <a:off x="2362835" y="1898332"/>
              <a:ext cx="6764020" cy="3542030"/>
              <a:chOff x="1977806" y="1009437"/>
              <a:chExt cx="6764225" cy="3542334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6006190A-2553-F180-21FB-39887AF31BC8}"/>
                  </a:ext>
                </a:extLst>
              </p:cNvPr>
              <p:cNvSpPr/>
              <p:nvPr/>
            </p:nvSpPr>
            <p:spPr>
              <a:xfrm>
                <a:off x="3834501" y="4055864"/>
                <a:ext cx="501607" cy="495907"/>
              </a:xfrm>
              <a:custGeom>
                <a:avLst/>
                <a:gdLst/>
                <a:ahLst/>
                <a:cxnLst/>
                <a:rect l="l" t="t" r="r" b="b"/>
                <a:pathLst>
                  <a:path w="752411" h="743860">
                    <a:moveTo>
                      <a:pt x="0" y="0"/>
                    </a:moveTo>
                    <a:lnTo>
                      <a:pt x="752411" y="0"/>
                    </a:lnTo>
                    <a:lnTo>
                      <a:pt x="752411" y="743861"/>
                    </a:lnTo>
                    <a:lnTo>
                      <a:pt x="0" y="7438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4B2739D9-FE35-9350-4121-9FF3185CFDD3}"/>
                  </a:ext>
                </a:extLst>
              </p:cNvPr>
              <p:cNvSpPr txBox="1"/>
              <p:nvPr/>
            </p:nvSpPr>
            <p:spPr>
              <a:xfrm>
                <a:off x="1977806" y="1009437"/>
                <a:ext cx="6764225" cy="238887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9720"/>
                  </a:lnSpc>
                </a:pPr>
                <a:r>
                  <a:rPr lang="zh-CN" altLang="en-US" sz="6000" dirty="0">
                    <a:solidFill>
                      <a:srgbClr val="FFFFFF"/>
                    </a:solidFill>
                    <a:latin typeface="梦源宋体 CN" panose="02020200000000000000" pitchFamily="18" charset="-122"/>
                    <a:ea typeface="梦源宋体 CN" panose="02020200000000000000" pitchFamily="18" charset="-122"/>
                  </a:rPr>
                  <a:t>浙江大学</a:t>
                </a:r>
              </a:p>
              <a:p>
                <a:pPr>
                  <a:lnSpc>
                    <a:spcPts val="9720"/>
                  </a:lnSpc>
                </a:pPr>
                <a:r>
                  <a:rPr lang="zh-CN" altLang="en-US" sz="6000" dirty="0">
                    <a:solidFill>
                      <a:srgbClr val="FFFFFF"/>
                    </a:solidFill>
                    <a:latin typeface="梦源宋体 CN" panose="02020200000000000000" pitchFamily="18" charset="-122"/>
                    <a:ea typeface="梦源宋体 CN" panose="02020200000000000000" pitchFamily="18" charset="-122"/>
                  </a:rPr>
                  <a:t>灿若星辰风模板</a:t>
                </a:r>
                <a:endParaRPr lang="en-US" altLang="zh-CN" sz="6000" dirty="0">
                  <a:solidFill>
                    <a:srgbClr val="FFFFFF"/>
                  </a:solidFill>
                  <a:latin typeface="梦源宋体 CN" panose="02020200000000000000" pitchFamily="18" charset="-122"/>
                  <a:ea typeface="梦源宋体 CN" panose="02020200000000000000" pitchFamily="18" charset="-122"/>
                </a:endParaRPr>
              </a:p>
            </p:txBody>
          </p:sp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443FF58D-644F-E183-0E7C-CCB7B6B97956}"/>
                  </a:ext>
                </a:extLst>
              </p:cNvPr>
              <p:cNvSpPr/>
              <p:nvPr/>
            </p:nvSpPr>
            <p:spPr>
              <a:xfrm rot="1561435">
                <a:off x="5770512" y="1329607"/>
                <a:ext cx="501607" cy="495907"/>
              </a:xfrm>
              <a:custGeom>
                <a:avLst/>
                <a:gdLst/>
                <a:ahLst/>
                <a:cxnLst/>
                <a:rect l="l" t="t" r="r" b="b"/>
                <a:pathLst>
                  <a:path w="752411" h="743860">
                    <a:moveTo>
                      <a:pt x="0" y="0"/>
                    </a:moveTo>
                    <a:lnTo>
                      <a:pt x="752411" y="0"/>
                    </a:lnTo>
                    <a:lnTo>
                      <a:pt x="752411" y="743860"/>
                    </a:lnTo>
                    <a:lnTo>
                      <a:pt x="0" y="74386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4" name="TextBox 20">
            <a:extLst>
              <a:ext uri="{FF2B5EF4-FFF2-40B4-BE49-F238E27FC236}">
                <a16:creationId xmlns:a16="http://schemas.microsoft.com/office/drawing/2014/main" id="{E842B9AC-DF7B-4D2C-02B9-0353C91B5614}"/>
              </a:ext>
            </a:extLst>
          </p:cNvPr>
          <p:cNvSpPr txBox="1"/>
          <p:nvPr/>
        </p:nvSpPr>
        <p:spPr>
          <a:xfrm>
            <a:off x="1774849" y="5616288"/>
            <a:ext cx="3976370" cy="3498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新宋体" panose="02010609030101010101" charset="-122"/>
              </a:rPr>
              <a:t>汇报人：</a:t>
            </a:r>
            <a:r>
              <a:rPr lang="en-US" altLang="zh-CN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新宋体" panose="02010609030101010101" charset="-122"/>
              </a:rPr>
              <a:t>XXX       </a:t>
            </a: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新宋体" panose="02010609030101010101" charset="-122"/>
              </a:rPr>
              <a:t>汇报时间：</a:t>
            </a:r>
            <a:r>
              <a:rPr lang="en-US" altLang="zh-CN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新宋体" panose="02010609030101010101" charset="-122"/>
              </a:rPr>
              <a:t>XXX</a:t>
            </a: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CA2FE5BD-5066-75A3-EC8A-CE43E46E376D}"/>
              </a:ext>
            </a:extLst>
          </p:cNvPr>
          <p:cNvGrpSpPr/>
          <p:nvPr/>
        </p:nvGrpSpPr>
        <p:grpSpPr>
          <a:xfrm>
            <a:off x="11528527" y="6150694"/>
            <a:ext cx="294640" cy="303828"/>
            <a:chOff x="1259840" y="5827410"/>
            <a:chExt cx="670560" cy="691470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52B2A34D-FC9C-E32F-52B9-BCBCDEE95182}"/>
                </a:ext>
              </a:extLst>
            </p:cNvPr>
            <p:cNvGrpSpPr/>
            <p:nvPr/>
          </p:nvGrpSpPr>
          <p:grpSpPr>
            <a:xfrm>
              <a:off x="1259840" y="5827410"/>
              <a:ext cx="670560" cy="182880"/>
              <a:chOff x="1259840" y="5827410"/>
              <a:chExt cx="670560" cy="182880"/>
            </a:xfrm>
          </p:grpSpPr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05691947-27EC-33D1-41B0-3DBA37052D84}"/>
                  </a:ext>
                </a:extLst>
              </p:cNvPr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56791D7B-0B98-77F1-454D-D8AF2F1EE09D}"/>
                  </a:ext>
                </a:extLst>
              </p:cNvPr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97D7A7E4-C369-78B7-2C0C-66B179DE783F}"/>
                  </a:ext>
                </a:extLst>
              </p:cNvPr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9AD483ED-0BB0-72CE-A409-A73084EA4370}"/>
                </a:ext>
              </a:extLst>
            </p:cNvPr>
            <p:cNvGrpSpPr/>
            <p:nvPr/>
          </p:nvGrpSpPr>
          <p:grpSpPr>
            <a:xfrm>
              <a:off x="1259840" y="6081705"/>
              <a:ext cx="670560" cy="182880"/>
              <a:chOff x="1259840" y="5827410"/>
              <a:chExt cx="670560" cy="182880"/>
            </a:xfrm>
          </p:grpSpPr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DF30D636-4F4B-F12C-86C6-75DFC11629D7}"/>
                  </a:ext>
                </a:extLst>
              </p:cNvPr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F5272F74-876B-C90F-AEC6-7226FC2B8DBC}"/>
                  </a:ext>
                </a:extLst>
              </p:cNvPr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6B02C177-97D9-F28B-CF94-374088D0E709}"/>
                  </a:ext>
                </a:extLst>
              </p:cNvPr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18234B42-8357-844A-D642-E9961B89FA26}"/>
                </a:ext>
              </a:extLst>
            </p:cNvPr>
            <p:cNvGrpSpPr/>
            <p:nvPr/>
          </p:nvGrpSpPr>
          <p:grpSpPr>
            <a:xfrm>
              <a:off x="1259840" y="6336000"/>
              <a:ext cx="670560" cy="182880"/>
              <a:chOff x="1259840" y="5827410"/>
              <a:chExt cx="670560" cy="182880"/>
            </a:xfrm>
          </p:grpSpPr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E6225898-F22B-0C9A-7755-CC9E413D38AB}"/>
                  </a:ext>
                </a:extLst>
              </p:cNvPr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3BDB3A51-84B8-D4F8-C4DD-805118E05639}"/>
                  </a:ext>
                </a:extLst>
              </p:cNvPr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77CF34E8-72D1-21EE-F488-C16E21FF8C49}"/>
                  </a:ext>
                </a:extLst>
              </p:cNvPr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276D97D9-FCF9-71D1-5DA0-48CE9AA1F6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60" b="17743"/>
          <a:stretch>
            <a:fillRect/>
          </a:stretch>
        </p:blipFill>
        <p:spPr>
          <a:xfrm>
            <a:off x="-2150110" y="811530"/>
            <a:ext cx="5674995" cy="4642485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2035C447-BAA0-EBC1-AC87-D5717F1F928F}"/>
              </a:ext>
            </a:extLst>
          </p:cNvPr>
          <p:cNvGrpSpPr/>
          <p:nvPr/>
        </p:nvGrpSpPr>
        <p:grpSpPr>
          <a:xfrm>
            <a:off x="7402195" y="-49530"/>
            <a:ext cx="1907540" cy="1907540"/>
            <a:chOff x="11657" y="-78"/>
            <a:chExt cx="3004" cy="3004"/>
          </a:xfrm>
        </p:grpSpPr>
        <p:pic>
          <p:nvPicPr>
            <p:cNvPr id="64" name="图片 6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  <a:extLst>
                <a:ext uri="{FF2B5EF4-FFF2-40B4-BE49-F238E27FC236}">
                  <a16:creationId xmlns:a16="http://schemas.microsoft.com/office/drawing/2014/main" id="{F0223A14-DC65-BE7B-A010-ABCBCAAC9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9834415">
              <a:off x="11657" y="1394"/>
              <a:ext cx="3004" cy="250"/>
            </a:xfrm>
            <a:prstGeom prst="rect">
              <a:avLst/>
            </a:prstGeom>
          </p:spPr>
        </p:pic>
        <p:pic>
          <p:nvPicPr>
            <p:cNvPr id="5" name="图片 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  <a:extLst>
                <a:ext uri="{FF2B5EF4-FFF2-40B4-BE49-F238E27FC236}">
                  <a16:creationId xmlns:a16="http://schemas.microsoft.com/office/drawing/2014/main" id="{C27C8AFC-6E75-7CF9-1A19-7E503326C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30000"/>
            </a:blip>
            <a:stretch>
              <a:fillRect/>
            </a:stretch>
          </p:blipFill>
          <p:spPr>
            <a:xfrm rot="3634414">
              <a:off x="11655" y="1299"/>
              <a:ext cx="3004" cy="250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EC00F6B-4ACB-B360-7ACB-6624E1E3302C}"/>
              </a:ext>
            </a:extLst>
          </p:cNvPr>
          <p:cNvGrpSpPr/>
          <p:nvPr/>
        </p:nvGrpSpPr>
        <p:grpSpPr>
          <a:xfrm rot="8460000">
            <a:off x="10225689" y="3410919"/>
            <a:ext cx="1283335" cy="630555"/>
            <a:chOff x="13720" y="5589"/>
            <a:chExt cx="3004" cy="3004"/>
          </a:xfrm>
        </p:grpSpPr>
        <p:pic>
          <p:nvPicPr>
            <p:cNvPr id="12" name="图片 11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  <a:extLst>
                <a:ext uri="{FF2B5EF4-FFF2-40B4-BE49-F238E27FC236}">
                  <a16:creationId xmlns:a16="http://schemas.microsoft.com/office/drawing/2014/main" id="{ECCDF718-EAEB-370D-A932-502F86DAC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contrast="18000"/>
            </a:blip>
            <a:stretch>
              <a:fillRect/>
            </a:stretch>
          </p:blipFill>
          <p:spPr>
            <a:xfrm rot="19834415">
              <a:off x="13720" y="7061"/>
              <a:ext cx="3004" cy="250"/>
            </a:xfrm>
            <a:prstGeom prst="rect">
              <a:avLst/>
            </a:prstGeom>
          </p:spPr>
        </p:pic>
        <p:pic>
          <p:nvPicPr>
            <p:cNvPr id="13" name="图片 12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  <a:extLst>
                <a:ext uri="{FF2B5EF4-FFF2-40B4-BE49-F238E27FC236}">
                  <a16:creationId xmlns:a16="http://schemas.microsoft.com/office/drawing/2014/main" id="{1035A830-5C8E-90C6-328B-C25284FAA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30000" contrast="18000"/>
            </a:blip>
            <a:stretch>
              <a:fillRect/>
            </a:stretch>
          </p:blipFill>
          <p:spPr>
            <a:xfrm rot="3634414">
              <a:off x="13718" y="6966"/>
              <a:ext cx="3004" cy="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642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4367808" y="0"/>
            <a:ext cx="7824192" cy="6858000"/>
          </a:xfrm>
          <a:prstGeom prst="rect">
            <a:avLst/>
          </a:prstGeom>
          <a:gradFill>
            <a:gsLst>
              <a:gs pos="56000">
                <a:srgbClr val="001848"/>
              </a:gs>
              <a:gs pos="91000">
                <a:schemeClr val="tx1"/>
              </a:gs>
              <a:gs pos="3000">
                <a:schemeClr val="accent1"/>
              </a:gs>
              <a:gs pos="30000">
                <a:srgbClr val="002350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3F90B52-0BD0-BF4B-E835-3D547418611B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68"/>
          <a:stretch/>
        </p:blipFill>
        <p:spPr>
          <a:xfrm>
            <a:off x="8849487" y="0"/>
            <a:ext cx="3320081" cy="6858000"/>
          </a:xfrm>
          <a:prstGeom prst="rect">
            <a:avLst/>
          </a:prstGeom>
        </p:spPr>
      </p:pic>
      <p:sp useBgFill="1">
        <p:nvSpPr>
          <p:cNvPr id="4" name="任意多边形 3"/>
          <p:cNvSpPr/>
          <p:nvPr>
            <p:custDataLst>
              <p:tags r:id="rId3"/>
            </p:custDataLst>
          </p:nvPr>
        </p:nvSpPr>
        <p:spPr bwMode="auto">
          <a:xfrm flipV="1">
            <a:off x="2717165" y="-80010"/>
            <a:ext cx="6141720" cy="6938010"/>
          </a:xfrm>
          <a:custGeom>
            <a:avLst/>
            <a:gdLst>
              <a:gd name="connsiteX0" fmla="*/ 0 w 6179931"/>
              <a:gd name="connsiteY0" fmla="*/ 6858000 h 6858000"/>
              <a:gd name="connsiteX1" fmla="*/ 2890289 w 6179931"/>
              <a:gd name="connsiteY1" fmla="*/ 6858000 h 6858000"/>
              <a:gd name="connsiteX2" fmla="*/ 2890290 w 6179931"/>
              <a:gd name="connsiteY2" fmla="*/ 6858000 h 6858000"/>
              <a:gd name="connsiteX3" fmla="*/ 6179931 w 6179931"/>
              <a:gd name="connsiteY3" fmla="*/ 6858000 h 6858000"/>
              <a:gd name="connsiteX4" fmla="*/ 2890290 w 6179931"/>
              <a:gd name="connsiteY4" fmla="*/ 2 h 6858000"/>
              <a:gd name="connsiteX5" fmla="*/ 2890290 w 6179931"/>
              <a:gd name="connsiteY5" fmla="*/ 0 h 6858000"/>
              <a:gd name="connsiteX6" fmla="*/ 2890289 w 6179931"/>
              <a:gd name="connsiteY6" fmla="*/ 0 h 6858000"/>
              <a:gd name="connsiteX7" fmla="*/ 0 w 6179931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9931" h="6858000">
                <a:moveTo>
                  <a:pt x="0" y="6858000"/>
                </a:moveTo>
                <a:lnTo>
                  <a:pt x="2890289" y="6858000"/>
                </a:lnTo>
                <a:lnTo>
                  <a:pt x="2890290" y="6858000"/>
                </a:lnTo>
                <a:lnTo>
                  <a:pt x="6179931" y="6858000"/>
                </a:lnTo>
                <a:lnTo>
                  <a:pt x="2890290" y="2"/>
                </a:lnTo>
                <a:lnTo>
                  <a:pt x="2890290" y="0"/>
                </a:lnTo>
                <a:lnTo>
                  <a:pt x="2890289" y="0"/>
                </a:lnTo>
                <a:lnTo>
                  <a:pt x="0" y="0"/>
                </a:lnTo>
                <a:close/>
              </a:path>
            </a:pathLst>
          </a:custGeom>
          <a:ln w="25400" cap="flat">
            <a:solidFill>
              <a:srgbClr val="00000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sp>
        <p:nvSpPr>
          <p:cNvPr id="43" name="平行四边形 42"/>
          <p:cNvSpPr/>
          <p:nvPr>
            <p:custDataLst>
              <p:tags r:id="rId4"/>
            </p:custDataLst>
          </p:nvPr>
        </p:nvSpPr>
        <p:spPr>
          <a:xfrm>
            <a:off x="6324805" y="2900918"/>
            <a:ext cx="2455123" cy="1065229"/>
          </a:xfrm>
          <a:prstGeom prst="parallelogram">
            <a:avLst>
              <a:gd name="adj" fmla="val 52419"/>
            </a:avLst>
          </a:prstGeom>
          <a:gradFill>
            <a:gsLst>
              <a:gs pos="81000">
                <a:srgbClr val="001848"/>
              </a:gs>
              <a:gs pos="15000">
                <a:schemeClr val="accent1"/>
              </a:gs>
              <a:gs pos="43000">
                <a:srgbClr val="002350"/>
              </a:gs>
            </a:gsLst>
            <a:lin ang="1800000" scaled="0"/>
          </a:gradFill>
          <a:ln>
            <a:noFill/>
          </a:ln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"/>
            </p:custDataLst>
          </p:nvPr>
        </p:nvSpPr>
        <p:spPr bwMode="auto">
          <a:xfrm>
            <a:off x="7281435" y="3207168"/>
            <a:ext cx="541861" cy="540937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sp>
        <p:nvSpPr>
          <p:cNvPr id="39" name="平行四边形 38"/>
          <p:cNvSpPr/>
          <p:nvPr>
            <p:custDataLst>
              <p:tags r:id="rId6"/>
            </p:custDataLst>
          </p:nvPr>
        </p:nvSpPr>
        <p:spPr>
          <a:xfrm>
            <a:off x="6995934" y="1617647"/>
            <a:ext cx="2455123" cy="1065229"/>
          </a:xfrm>
          <a:prstGeom prst="parallelogram">
            <a:avLst>
              <a:gd name="adj" fmla="val 52419"/>
            </a:avLst>
          </a:prstGeom>
          <a:gradFill>
            <a:gsLst>
              <a:gs pos="81000">
                <a:srgbClr val="001848"/>
              </a:gs>
              <a:gs pos="15000">
                <a:schemeClr val="accent1"/>
              </a:gs>
              <a:gs pos="43000">
                <a:srgbClr val="002350"/>
              </a:gs>
            </a:gsLst>
            <a:lin ang="1800000" scaled="0"/>
          </a:gradFill>
          <a:ln>
            <a:noFill/>
          </a:ln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7"/>
            </p:custDataLst>
          </p:nvPr>
        </p:nvSpPr>
        <p:spPr bwMode="auto">
          <a:xfrm>
            <a:off x="8020990" y="1963937"/>
            <a:ext cx="405009" cy="27093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699" y="20255"/>
                </a:moveTo>
                <a:lnTo>
                  <a:pt x="899" y="20255"/>
                </a:lnTo>
                <a:lnTo>
                  <a:pt x="899" y="1350"/>
                </a:lnTo>
                <a:lnTo>
                  <a:pt x="20699" y="1350"/>
                </a:lnTo>
                <a:cubicBezTo>
                  <a:pt x="20699" y="1350"/>
                  <a:pt x="20699" y="20255"/>
                  <a:pt x="20699" y="20255"/>
                </a:cubicBezTo>
                <a:close/>
                <a:moveTo>
                  <a:pt x="20699" y="0"/>
                </a:moveTo>
                <a:lnTo>
                  <a:pt x="899" y="5"/>
                </a:lnTo>
                <a:cubicBezTo>
                  <a:pt x="402" y="5"/>
                  <a:pt x="0" y="603"/>
                  <a:pt x="0" y="1350"/>
                </a:cubicBezTo>
                <a:lnTo>
                  <a:pt x="0" y="20249"/>
                </a:lnTo>
                <a:cubicBezTo>
                  <a:pt x="0" y="20996"/>
                  <a:pt x="402" y="21599"/>
                  <a:pt x="899" y="21599"/>
                </a:cubicBezTo>
                <a:lnTo>
                  <a:pt x="20699" y="21599"/>
                </a:lnTo>
                <a:cubicBezTo>
                  <a:pt x="21197" y="21599"/>
                  <a:pt x="21600" y="20996"/>
                  <a:pt x="21600" y="20249"/>
                </a:cubicBezTo>
                <a:lnTo>
                  <a:pt x="21600" y="1350"/>
                </a:lnTo>
                <a:cubicBezTo>
                  <a:pt x="21600" y="603"/>
                  <a:pt x="21197" y="0"/>
                  <a:pt x="20699" y="0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8"/>
            </p:custDataLst>
          </p:nvPr>
        </p:nvSpPr>
        <p:spPr bwMode="auto">
          <a:xfrm>
            <a:off x="7952564" y="1896436"/>
            <a:ext cx="541861" cy="50764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49" y="16562"/>
                </a:moveTo>
                <a:cubicBezTo>
                  <a:pt x="20249" y="16959"/>
                  <a:pt x="19946" y="17282"/>
                  <a:pt x="19575" y="17282"/>
                </a:cubicBezTo>
                <a:lnTo>
                  <a:pt x="13499" y="17282"/>
                </a:lnTo>
                <a:lnTo>
                  <a:pt x="8099" y="17282"/>
                </a:lnTo>
                <a:lnTo>
                  <a:pt x="2024" y="17282"/>
                </a:lnTo>
                <a:cubicBezTo>
                  <a:pt x="1651" y="17282"/>
                  <a:pt x="1349" y="16959"/>
                  <a:pt x="1349" y="16562"/>
                </a:cubicBezTo>
                <a:lnTo>
                  <a:pt x="1349" y="2160"/>
                </a:lnTo>
                <a:cubicBezTo>
                  <a:pt x="1349" y="1762"/>
                  <a:pt x="1651" y="1440"/>
                  <a:pt x="2024" y="1440"/>
                </a:cubicBezTo>
                <a:lnTo>
                  <a:pt x="19575" y="1440"/>
                </a:lnTo>
                <a:cubicBezTo>
                  <a:pt x="19946" y="1440"/>
                  <a:pt x="20249" y="1762"/>
                  <a:pt x="20249" y="2160"/>
                </a:cubicBezTo>
                <a:cubicBezTo>
                  <a:pt x="20249" y="2160"/>
                  <a:pt x="20249" y="16562"/>
                  <a:pt x="20249" y="16562"/>
                </a:cubicBezTo>
                <a:close/>
                <a:moveTo>
                  <a:pt x="19575" y="0"/>
                </a:moveTo>
                <a:lnTo>
                  <a:pt x="2024" y="0"/>
                </a:lnTo>
                <a:cubicBezTo>
                  <a:pt x="905" y="0"/>
                  <a:pt x="0" y="966"/>
                  <a:pt x="0" y="2160"/>
                </a:cubicBezTo>
                <a:lnTo>
                  <a:pt x="0" y="16562"/>
                </a:lnTo>
                <a:cubicBezTo>
                  <a:pt x="0" y="17753"/>
                  <a:pt x="903" y="18718"/>
                  <a:pt x="2018" y="18721"/>
                </a:cubicBezTo>
                <a:lnTo>
                  <a:pt x="8774" y="18721"/>
                </a:lnTo>
                <a:lnTo>
                  <a:pt x="8774" y="19597"/>
                </a:lnTo>
                <a:lnTo>
                  <a:pt x="4561" y="20181"/>
                </a:lnTo>
                <a:cubicBezTo>
                  <a:pt x="4260" y="20262"/>
                  <a:pt x="4049" y="20549"/>
                  <a:pt x="4049" y="20879"/>
                </a:cubicBezTo>
                <a:cubicBezTo>
                  <a:pt x="4049" y="21277"/>
                  <a:pt x="4351" y="21599"/>
                  <a:pt x="4724" y="21599"/>
                </a:cubicBezTo>
                <a:lnTo>
                  <a:pt x="16874" y="21599"/>
                </a:lnTo>
                <a:cubicBezTo>
                  <a:pt x="17248" y="21599"/>
                  <a:pt x="17549" y="21277"/>
                  <a:pt x="17549" y="20879"/>
                </a:cubicBezTo>
                <a:cubicBezTo>
                  <a:pt x="17549" y="20549"/>
                  <a:pt x="17339" y="20262"/>
                  <a:pt x="17038" y="20181"/>
                </a:cubicBezTo>
                <a:lnTo>
                  <a:pt x="12824" y="19597"/>
                </a:lnTo>
                <a:lnTo>
                  <a:pt x="12824" y="18721"/>
                </a:lnTo>
                <a:lnTo>
                  <a:pt x="19581" y="18721"/>
                </a:lnTo>
                <a:cubicBezTo>
                  <a:pt x="20696" y="18718"/>
                  <a:pt x="21600" y="17753"/>
                  <a:pt x="21600" y="16562"/>
                </a:cubicBezTo>
                <a:lnTo>
                  <a:pt x="21600" y="2160"/>
                </a:lnTo>
                <a:cubicBezTo>
                  <a:pt x="21600" y="966"/>
                  <a:pt x="20692" y="0"/>
                  <a:pt x="19575" y="0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sp>
        <p:nvSpPr>
          <p:cNvPr id="35" name="平行四边形 34"/>
          <p:cNvSpPr/>
          <p:nvPr>
            <p:custDataLst>
              <p:tags r:id="rId9"/>
            </p:custDataLst>
          </p:nvPr>
        </p:nvSpPr>
        <p:spPr>
          <a:xfrm>
            <a:off x="4914921" y="5457702"/>
            <a:ext cx="2455123" cy="1065229"/>
          </a:xfrm>
          <a:prstGeom prst="parallelogram">
            <a:avLst>
              <a:gd name="adj" fmla="val 52419"/>
            </a:avLst>
          </a:prstGeom>
          <a:gradFill>
            <a:gsLst>
              <a:gs pos="81000">
                <a:srgbClr val="001848"/>
              </a:gs>
              <a:gs pos="15000">
                <a:schemeClr val="accent1"/>
              </a:gs>
              <a:gs pos="43000">
                <a:srgbClr val="002350"/>
              </a:gs>
            </a:gsLst>
            <a:lin ang="1800000" scaled="0"/>
          </a:gradFill>
          <a:ln>
            <a:noFill/>
          </a:ln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10"/>
            </p:custDataLst>
          </p:nvPr>
        </p:nvSpPr>
        <p:spPr bwMode="auto">
          <a:xfrm>
            <a:off x="5956622" y="5719385"/>
            <a:ext cx="371721" cy="54186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5386" y="14175"/>
                </a:moveTo>
                <a:lnTo>
                  <a:pt x="6223" y="14175"/>
                </a:lnTo>
                <a:cubicBezTo>
                  <a:pt x="5734" y="13446"/>
                  <a:pt x="5147" y="12716"/>
                  <a:pt x="4568" y="12003"/>
                </a:cubicBezTo>
                <a:cubicBezTo>
                  <a:pt x="3287" y="10427"/>
                  <a:pt x="1963" y="8797"/>
                  <a:pt x="1963" y="7425"/>
                </a:cubicBezTo>
                <a:cubicBezTo>
                  <a:pt x="1963" y="4075"/>
                  <a:pt x="5927" y="1350"/>
                  <a:pt x="10800" y="1350"/>
                </a:cubicBezTo>
                <a:cubicBezTo>
                  <a:pt x="15672" y="1350"/>
                  <a:pt x="19636" y="4075"/>
                  <a:pt x="19636" y="7425"/>
                </a:cubicBezTo>
                <a:cubicBezTo>
                  <a:pt x="19636" y="8787"/>
                  <a:pt x="18312" y="10425"/>
                  <a:pt x="17029" y="12011"/>
                </a:cubicBezTo>
                <a:cubicBezTo>
                  <a:pt x="16455" y="12723"/>
                  <a:pt x="15873" y="13449"/>
                  <a:pt x="15386" y="14175"/>
                </a:cubicBezTo>
                <a:moveTo>
                  <a:pt x="10800" y="20249"/>
                </a:moveTo>
                <a:cubicBezTo>
                  <a:pt x="9805" y="20249"/>
                  <a:pt x="9347" y="20171"/>
                  <a:pt x="8839" y="19406"/>
                </a:cubicBezTo>
                <a:lnTo>
                  <a:pt x="13000" y="19048"/>
                </a:lnTo>
                <a:cubicBezTo>
                  <a:pt x="12398" y="20164"/>
                  <a:pt x="11959" y="20249"/>
                  <a:pt x="10800" y="20249"/>
                </a:cubicBezTo>
                <a:moveTo>
                  <a:pt x="7595" y="16813"/>
                </a:moveTo>
                <a:cubicBezTo>
                  <a:pt x="7417" y="16407"/>
                  <a:pt x="7215" y="15978"/>
                  <a:pt x="6991" y="15525"/>
                </a:cubicBezTo>
                <a:lnTo>
                  <a:pt x="14616" y="15525"/>
                </a:lnTo>
                <a:cubicBezTo>
                  <a:pt x="14496" y="15767"/>
                  <a:pt x="14375" y="16010"/>
                  <a:pt x="14270" y="16239"/>
                </a:cubicBezTo>
                <a:cubicBezTo>
                  <a:pt x="14270" y="16239"/>
                  <a:pt x="7595" y="16813"/>
                  <a:pt x="7595" y="16813"/>
                </a:cubicBezTo>
                <a:close/>
                <a:moveTo>
                  <a:pt x="13345" y="18343"/>
                </a:moveTo>
                <a:lnTo>
                  <a:pt x="8476" y="18762"/>
                </a:lnTo>
                <a:cubicBezTo>
                  <a:pt x="8303" y="18416"/>
                  <a:pt x="8116" y="18011"/>
                  <a:pt x="7890" y="17483"/>
                </a:cubicBezTo>
                <a:cubicBezTo>
                  <a:pt x="7887" y="17477"/>
                  <a:pt x="7883" y="17469"/>
                  <a:pt x="7881" y="17462"/>
                </a:cubicBezTo>
                <a:lnTo>
                  <a:pt x="13957" y="16941"/>
                </a:lnTo>
                <a:cubicBezTo>
                  <a:pt x="13871" y="17140"/>
                  <a:pt x="13778" y="17350"/>
                  <a:pt x="13698" y="17537"/>
                </a:cubicBezTo>
                <a:cubicBezTo>
                  <a:pt x="13569" y="17841"/>
                  <a:pt x="13453" y="18104"/>
                  <a:pt x="13345" y="18343"/>
                </a:cubicBezTo>
                <a:moveTo>
                  <a:pt x="10800" y="0"/>
                </a:moveTo>
                <a:cubicBezTo>
                  <a:pt x="4835" y="0"/>
                  <a:pt x="0" y="3324"/>
                  <a:pt x="0" y="7425"/>
                </a:cubicBezTo>
                <a:cubicBezTo>
                  <a:pt x="0" y="10146"/>
                  <a:pt x="3621" y="13029"/>
                  <a:pt x="4939" y="15562"/>
                </a:cubicBezTo>
                <a:cubicBezTo>
                  <a:pt x="6906" y="19339"/>
                  <a:pt x="6688" y="21599"/>
                  <a:pt x="10800" y="21599"/>
                </a:cubicBezTo>
                <a:cubicBezTo>
                  <a:pt x="14972" y="21599"/>
                  <a:pt x="14692" y="19349"/>
                  <a:pt x="16660" y="15577"/>
                </a:cubicBezTo>
                <a:cubicBezTo>
                  <a:pt x="17983" y="13039"/>
                  <a:pt x="21600" y="10124"/>
                  <a:pt x="21600" y="7425"/>
                </a:cubicBezTo>
                <a:cubicBezTo>
                  <a:pt x="21600" y="3324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11"/>
            </p:custDataLst>
          </p:nvPr>
        </p:nvSpPr>
        <p:spPr bwMode="auto">
          <a:xfrm>
            <a:off x="6040768" y="5804455"/>
            <a:ext cx="110036" cy="11003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9938" y="0"/>
                </a:moveTo>
                <a:cubicBezTo>
                  <a:pt x="8943" y="0"/>
                  <a:pt x="0" y="8942"/>
                  <a:pt x="0" y="19938"/>
                </a:cubicBezTo>
                <a:cubicBezTo>
                  <a:pt x="0" y="20855"/>
                  <a:pt x="743" y="21600"/>
                  <a:pt x="1661" y="21600"/>
                </a:cubicBezTo>
                <a:cubicBezTo>
                  <a:pt x="2579" y="21600"/>
                  <a:pt x="3323" y="20855"/>
                  <a:pt x="3323" y="19938"/>
                </a:cubicBezTo>
                <a:cubicBezTo>
                  <a:pt x="3323" y="10777"/>
                  <a:pt x="10777" y="3323"/>
                  <a:pt x="19938" y="3323"/>
                </a:cubicBezTo>
                <a:cubicBezTo>
                  <a:pt x="20856" y="3323"/>
                  <a:pt x="21600" y="2578"/>
                  <a:pt x="21600" y="1661"/>
                </a:cubicBezTo>
                <a:cubicBezTo>
                  <a:pt x="21600" y="744"/>
                  <a:pt x="20856" y="0"/>
                  <a:pt x="19938" y="0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sp>
        <p:nvSpPr>
          <p:cNvPr id="30" name="平行四边形 29"/>
          <p:cNvSpPr/>
          <p:nvPr>
            <p:custDataLst>
              <p:tags r:id="rId12"/>
            </p:custDataLst>
          </p:nvPr>
        </p:nvSpPr>
        <p:spPr>
          <a:xfrm>
            <a:off x="5628705" y="4162134"/>
            <a:ext cx="2455123" cy="1065229"/>
          </a:xfrm>
          <a:prstGeom prst="parallelogram">
            <a:avLst>
              <a:gd name="adj" fmla="val 52419"/>
            </a:avLst>
          </a:prstGeom>
          <a:gradFill>
            <a:gsLst>
              <a:gs pos="81000">
                <a:srgbClr val="001848"/>
              </a:gs>
              <a:gs pos="15000">
                <a:schemeClr val="accent1"/>
              </a:gs>
              <a:gs pos="43000">
                <a:srgbClr val="002350"/>
              </a:gs>
            </a:gsLst>
            <a:lin ang="1800000" scaled="0"/>
          </a:gradFill>
          <a:ln>
            <a:noFill/>
          </a:ln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13"/>
            </p:custDataLst>
          </p:nvPr>
        </p:nvSpPr>
        <p:spPr bwMode="auto">
          <a:xfrm>
            <a:off x="6721263" y="4585174"/>
            <a:ext cx="270006" cy="27000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948" y="16070"/>
                </a:moveTo>
                <a:cubicBezTo>
                  <a:pt x="14037" y="19468"/>
                  <a:pt x="8925" y="19859"/>
                  <a:pt x="5529" y="16948"/>
                </a:cubicBezTo>
                <a:cubicBezTo>
                  <a:pt x="2130" y="14038"/>
                  <a:pt x="1740" y="8924"/>
                  <a:pt x="4651" y="5527"/>
                </a:cubicBezTo>
                <a:cubicBezTo>
                  <a:pt x="7559" y="2131"/>
                  <a:pt x="12674" y="1740"/>
                  <a:pt x="16070" y="4650"/>
                </a:cubicBezTo>
                <a:cubicBezTo>
                  <a:pt x="19466" y="7560"/>
                  <a:pt x="19859" y="12673"/>
                  <a:pt x="16948" y="16070"/>
                </a:cubicBezTo>
                <a:moveTo>
                  <a:pt x="10800" y="0"/>
                </a:moveTo>
                <a:cubicBezTo>
                  <a:pt x="4833" y="0"/>
                  <a:pt x="0" y="4834"/>
                  <a:pt x="0" y="10800"/>
                </a:cubicBezTo>
                <a:cubicBezTo>
                  <a:pt x="0" y="16765"/>
                  <a:pt x="4833" y="21599"/>
                  <a:pt x="10800" y="21599"/>
                </a:cubicBezTo>
                <a:cubicBezTo>
                  <a:pt x="16764" y="21599"/>
                  <a:pt x="21600" y="16765"/>
                  <a:pt x="21600" y="10800"/>
                </a:cubicBezTo>
                <a:cubicBezTo>
                  <a:pt x="21600" y="4834"/>
                  <a:pt x="16764" y="0"/>
                  <a:pt x="10800" y="0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14"/>
            </p:custDataLst>
          </p:nvPr>
        </p:nvSpPr>
        <p:spPr bwMode="auto">
          <a:xfrm>
            <a:off x="6788765" y="4652675"/>
            <a:ext cx="75824" cy="7582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9200" y="0"/>
                </a:moveTo>
                <a:cubicBezTo>
                  <a:pt x="8596" y="0"/>
                  <a:pt x="0" y="8596"/>
                  <a:pt x="0" y="19195"/>
                </a:cubicBezTo>
                <a:lnTo>
                  <a:pt x="0" y="19199"/>
                </a:lnTo>
                <a:cubicBezTo>
                  <a:pt x="0" y="20524"/>
                  <a:pt x="1068" y="21599"/>
                  <a:pt x="2400" y="21599"/>
                </a:cubicBezTo>
                <a:cubicBezTo>
                  <a:pt x="3721" y="21599"/>
                  <a:pt x="4800" y="20524"/>
                  <a:pt x="4800" y="19199"/>
                </a:cubicBezTo>
                <a:lnTo>
                  <a:pt x="4800" y="19195"/>
                </a:lnTo>
                <a:cubicBezTo>
                  <a:pt x="4800" y="11247"/>
                  <a:pt x="11240" y="4799"/>
                  <a:pt x="19200" y="4799"/>
                </a:cubicBezTo>
                <a:cubicBezTo>
                  <a:pt x="20521" y="4799"/>
                  <a:pt x="21600" y="3724"/>
                  <a:pt x="21600" y="2399"/>
                </a:cubicBezTo>
                <a:cubicBezTo>
                  <a:pt x="21600" y="1075"/>
                  <a:pt x="20521" y="0"/>
                  <a:pt x="19200" y="0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15"/>
            </p:custDataLst>
          </p:nvPr>
        </p:nvSpPr>
        <p:spPr bwMode="auto">
          <a:xfrm>
            <a:off x="6585336" y="4466815"/>
            <a:ext cx="541861" cy="45586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49" y="19199"/>
                </a:moveTo>
                <a:cubicBezTo>
                  <a:pt x="20249" y="19642"/>
                  <a:pt x="19948" y="19999"/>
                  <a:pt x="19575" y="19999"/>
                </a:cubicBezTo>
                <a:lnTo>
                  <a:pt x="2024" y="19999"/>
                </a:lnTo>
                <a:cubicBezTo>
                  <a:pt x="1651" y="19999"/>
                  <a:pt x="1349" y="19642"/>
                  <a:pt x="1349" y="19199"/>
                </a:cubicBezTo>
                <a:lnTo>
                  <a:pt x="1349" y="7200"/>
                </a:lnTo>
                <a:cubicBezTo>
                  <a:pt x="1349" y="6809"/>
                  <a:pt x="1588" y="6475"/>
                  <a:pt x="1914" y="6411"/>
                </a:cubicBezTo>
                <a:lnTo>
                  <a:pt x="5588" y="5684"/>
                </a:lnTo>
                <a:lnTo>
                  <a:pt x="6797" y="2103"/>
                </a:lnTo>
                <a:cubicBezTo>
                  <a:pt x="6900" y="1799"/>
                  <a:pt x="7148" y="1600"/>
                  <a:pt x="7424" y="1600"/>
                </a:cubicBezTo>
                <a:lnTo>
                  <a:pt x="14174" y="1600"/>
                </a:lnTo>
                <a:cubicBezTo>
                  <a:pt x="14450" y="1600"/>
                  <a:pt x="14698" y="1799"/>
                  <a:pt x="14801" y="2103"/>
                </a:cubicBezTo>
                <a:lnTo>
                  <a:pt x="16010" y="5684"/>
                </a:lnTo>
                <a:lnTo>
                  <a:pt x="19685" y="6411"/>
                </a:lnTo>
                <a:cubicBezTo>
                  <a:pt x="20011" y="6475"/>
                  <a:pt x="20249" y="6809"/>
                  <a:pt x="20249" y="7200"/>
                </a:cubicBezTo>
                <a:cubicBezTo>
                  <a:pt x="20249" y="7200"/>
                  <a:pt x="20249" y="19199"/>
                  <a:pt x="20249" y="19199"/>
                </a:cubicBezTo>
                <a:close/>
                <a:moveTo>
                  <a:pt x="19907" y="4832"/>
                </a:moveTo>
                <a:lnTo>
                  <a:pt x="16981" y="4254"/>
                </a:lnTo>
                <a:lnTo>
                  <a:pt x="16054" y="1507"/>
                </a:lnTo>
                <a:cubicBezTo>
                  <a:pt x="15745" y="591"/>
                  <a:pt x="15006" y="0"/>
                  <a:pt x="14174" y="0"/>
                </a:cubicBezTo>
                <a:lnTo>
                  <a:pt x="7424" y="0"/>
                </a:lnTo>
                <a:cubicBezTo>
                  <a:pt x="6593" y="0"/>
                  <a:pt x="5854" y="591"/>
                  <a:pt x="5543" y="1509"/>
                </a:cubicBezTo>
                <a:lnTo>
                  <a:pt x="4618" y="4254"/>
                </a:lnTo>
                <a:lnTo>
                  <a:pt x="1692" y="4832"/>
                </a:lnTo>
                <a:cubicBezTo>
                  <a:pt x="711" y="5025"/>
                  <a:pt x="0" y="6020"/>
                  <a:pt x="0" y="7200"/>
                </a:cubicBezTo>
                <a:lnTo>
                  <a:pt x="0" y="19199"/>
                </a:lnTo>
                <a:cubicBezTo>
                  <a:pt x="0" y="20523"/>
                  <a:pt x="908" y="21600"/>
                  <a:pt x="2024" y="21600"/>
                </a:cubicBezTo>
                <a:lnTo>
                  <a:pt x="19575" y="21600"/>
                </a:lnTo>
                <a:cubicBezTo>
                  <a:pt x="20691" y="21600"/>
                  <a:pt x="21600" y="20523"/>
                  <a:pt x="21600" y="19199"/>
                </a:cubicBezTo>
                <a:lnTo>
                  <a:pt x="21600" y="7200"/>
                </a:lnTo>
                <a:cubicBezTo>
                  <a:pt x="21600" y="6020"/>
                  <a:pt x="20888" y="5025"/>
                  <a:pt x="19907" y="4832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 dirty="0">
              <a:latin typeface="宋体" panose="02010600030101010101" pitchFamily="2" charset="-122"/>
            </a:endParaRPr>
          </a:p>
        </p:txBody>
      </p:sp>
      <p:pic>
        <p:nvPicPr>
          <p:cNvPr id="79" name="图片 78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 rotWithShape="1">
          <a:blip r:embed="rId32"/>
          <a:srcRect l="12972" r="47937"/>
          <a:stretch>
            <a:fillRect/>
          </a:stretch>
        </p:blipFill>
        <p:spPr>
          <a:xfrm>
            <a:off x="5869683" y="4563066"/>
            <a:ext cx="6322318" cy="3305476"/>
          </a:xfrm>
          <a:prstGeom prst="rect">
            <a:avLst/>
          </a:prstGeom>
        </p:spPr>
      </p:pic>
      <p:grpSp>
        <p:nvGrpSpPr>
          <p:cNvPr id="2" name="组合 1"/>
          <p:cNvGrpSpPr/>
          <p:nvPr>
            <p:custDataLst>
              <p:tags r:id="rId16"/>
            </p:custDataLst>
          </p:nvPr>
        </p:nvGrpSpPr>
        <p:grpSpPr>
          <a:xfrm>
            <a:off x="1485265" y="1897380"/>
            <a:ext cx="3982720" cy="4279772"/>
            <a:chOff x="12770" y="2308"/>
            <a:chExt cx="6272" cy="6894"/>
          </a:xfrm>
        </p:grpSpPr>
        <p:sp>
          <p:nvSpPr>
            <p:cNvPr id="5" name="TextBox 3"/>
            <p:cNvSpPr txBox="1"/>
            <p:nvPr>
              <p:custDataLst>
                <p:tags r:id="rId22"/>
              </p:custDataLst>
            </p:nvPr>
          </p:nvSpPr>
          <p:spPr>
            <a:xfrm>
              <a:off x="12770" y="2308"/>
              <a:ext cx="4684" cy="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520"/>
                </a:lnSpc>
              </a:pP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添加标题文本</a:t>
              </a:r>
            </a:p>
          </p:txBody>
        </p:sp>
        <p:sp>
          <p:nvSpPr>
            <p:cNvPr id="6" name="TextBox 4"/>
            <p:cNvSpPr txBox="1"/>
            <p:nvPr>
              <p:custDataLst>
                <p:tags r:id="rId23"/>
              </p:custDataLst>
            </p:nvPr>
          </p:nvSpPr>
          <p:spPr>
            <a:xfrm>
              <a:off x="12770" y="3067"/>
              <a:ext cx="6272" cy="3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20"/>
                </a:lnSpc>
                <a:spcBef>
                  <a:spcPct val="0"/>
                </a:spcBef>
              </a:pPr>
              <a:r>
                <a:rPr lang="en-US" altLang="zh-CN" sz="1265" dirty="0">
                  <a:latin typeface="Times New Roman" panose="02020603050405020304" charset="0"/>
                  <a:ea typeface="汉仪中简黑简" panose="00020600040101010101" charset="-122"/>
                </a:rPr>
                <a:t>ZHEJIANG UNIVERSITY</a:t>
              </a:r>
            </a:p>
          </p:txBody>
        </p:sp>
        <p:sp>
          <p:nvSpPr>
            <p:cNvPr id="10" name="TextBox 10"/>
            <p:cNvSpPr txBox="1"/>
            <p:nvPr>
              <p:custDataLst>
                <p:tags r:id="rId24"/>
              </p:custDataLst>
            </p:nvPr>
          </p:nvSpPr>
          <p:spPr>
            <a:xfrm>
              <a:off x="12770" y="4249"/>
              <a:ext cx="4684" cy="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520"/>
                </a:lnSpc>
              </a:pP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添加标题文本</a:t>
              </a:r>
            </a:p>
          </p:txBody>
        </p:sp>
        <p:sp>
          <p:nvSpPr>
            <p:cNvPr id="11" name="TextBox 11"/>
            <p:cNvSpPr txBox="1"/>
            <p:nvPr>
              <p:custDataLst>
                <p:tags r:id="rId25"/>
              </p:custDataLst>
            </p:nvPr>
          </p:nvSpPr>
          <p:spPr>
            <a:xfrm>
              <a:off x="12770" y="5007"/>
              <a:ext cx="6272" cy="3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20"/>
                </a:lnSpc>
                <a:spcBef>
                  <a:spcPct val="0"/>
                </a:spcBef>
              </a:pPr>
              <a:r>
                <a:rPr lang="en-US" altLang="zh-CN" sz="1265" dirty="0">
                  <a:latin typeface="Times New Roman" panose="02020603050405020304" charset="0"/>
                  <a:ea typeface="汉仪中简黑简" panose="00020600040101010101" charset="-122"/>
                </a:rPr>
                <a:t>ZHEJIANG UNIVERSITY</a:t>
              </a:r>
            </a:p>
          </p:txBody>
        </p:sp>
        <p:sp>
          <p:nvSpPr>
            <p:cNvPr id="16" name="TextBox 16"/>
            <p:cNvSpPr txBox="1"/>
            <p:nvPr>
              <p:custDataLst>
                <p:tags r:id="rId26"/>
              </p:custDataLst>
            </p:nvPr>
          </p:nvSpPr>
          <p:spPr>
            <a:xfrm>
              <a:off x="12770" y="6189"/>
              <a:ext cx="4684" cy="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520"/>
                </a:lnSpc>
              </a:pP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添加标题文本</a:t>
              </a:r>
            </a:p>
          </p:txBody>
        </p:sp>
        <p:sp>
          <p:nvSpPr>
            <p:cNvPr id="17" name="TextBox 17"/>
            <p:cNvSpPr txBox="1"/>
            <p:nvPr>
              <p:custDataLst>
                <p:tags r:id="rId27"/>
              </p:custDataLst>
            </p:nvPr>
          </p:nvSpPr>
          <p:spPr>
            <a:xfrm>
              <a:off x="12770" y="6947"/>
              <a:ext cx="6272" cy="3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20"/>
                </a:lnSpc>
                <a:spcBef>
                  <a:spcPct val="0"/>
                </a:spcBef>
              </a:pPr>
              <a:r>
                <a:rPr lang="en-US" altLang="zh-CN" sz="1265" dirty="0">
                  <a:latin typeface="Times New Roman" panose="02020603050405020304" charset="0"/>
                  <a:ea typeface="汉仪中简黑简" panose="00020600040101010101" charset="-122"/>
                </a:rPr>
                <a:t>ZHEJIANG UNIVERSITY</a:t>
              </a:r>
            </a:p>
          </p:txBody>
        </p:sp>
        <p:sp>
          <p:nvSpPr>
            <p:cNvPr id="7" name="TextBox 22"/>
            <p:cNvSpPr txBox="1"/>
            <p:nvPr>
              <p:custDataLst>
                <p:tags r:id="rId28"/>
              </p:custDataLst>
            </p:nvPr>
          </p:nvSpPr>
          <p:spPr>
            <a:xfrm>
              <a:off x="12770" y="8129"/>
              <a:ext cx="4684" cy="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520"/>
                </a:lnSpc>
              </a:pP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添加标题文本</a:t>
              </a:r>
            </a:p>
          </p:txBody>
        </p:sp>
        <p:sp>
          <p:nvSpPr>
            <p:cNvPr id="8" name="TextBox 23"/>
            <p:cNvSpPr txBox="1"/>
            <p:nvPr>
              <p:custDataLst>
                <p:tags r:id="rId29"/>
              </p:custDataLst>
            </p:nvPr>
          </p:nvSpPr>
          <p:spPr>
            <a:xfrm>
              <a:off x="12770" y="8889"/>
              <a:ext cx="6272" cy="3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20"/>
                </a:lnSpc>
                <a:spcBef>
                  <a:spcPct val="0"/>
                </a:spcBef>
              </a:pPr>
              <a:r>
                <a:rPr lang="en-US" altLang="zh-CN" sz="1265" dirty="0">
                  <a:latin typeface="Times New Roman" panose="02020603050405020304" charset="0"/>
                  <a:ea typeface="汉仪中简黑简" panose="00020600040101010101" charset="-122"/>
                </a:rPr>
                <a:t>ZHEJIANG UNIVERSITY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1305" y="1891030"/>
            <a:ext cx="829310" cy="4203065"/>
            <a:chOff x="225" y="2033"/>
            <a:chExt cx="1306" cy="6619"/>
          </a:xfrm>
        </p:grpSpPr>
        <p:sp>
          <p:nvSpPr>
            <p:cNvPr id="9" name="TextBox 9"/>
            <p:cNvSpPr txBox="1"/>
            <p:nvPr>
              <p:custDataLst>
                <p:tags r:id="rId18"/>
              </p:custDataLst>
            </p:nvPr>
          </p:nvSpPr>
          <p:spPr>
            <a:xfrm>
              <a:off x="225" y="2033"/>
              <a:ext cx="1307" cy="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00"/>
                </a:lnSpc>
              </a:pPr>
              <a:r>
                <a:rPr lang="en-US" sz="3335" dirty="0">
                  <a:latin typeface="宋体" panose="02010600030101010101" pitchFamily="2" charset="-122"/>
                  <a:ea typeface="宋体" panose="02010600030101010101" pitchFamily="2" charset="-122"/>
                </a:rPr>
                <a:t>01</a:t>
              </a:r>
            </a:p>
          </p:txBody>
        </p:sp>
        <p:sp>
          <p:nvSpPr>
            <p:cNvPr id="12" name="TextBox 9"/>
            <p:cNvSpPr txBox="1"/>
            <p:nvPr>
              <p:custDataLst>
                <p:tags r:id="rId19"/>
              </p:custDataLst>
            </p:nvPr>
          </p:nvSpPr>
          <p:spPr>
            <a:xfrm>
              <a:off x="225" y="3955"/>
              <a:ext cx="1307" cy="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00"/>
                </a:lnSpc>
              </a:pPr>
              <a:r>
                <a:rPr lang="en-US" sz="3335" dirty="0">
                  <a:latin typeface="宋体" panose="02010600030101010101" pitchFamily="2" charset="-122"/>
                  <a:ea typeface="宋体" panose="02010600030101010101" pitchFamily="2" charset="-122"/>
                </a:rPr>
                <a:t>02</a:t>
              </a:r>
            </a:p>
          </p:txBody>
        </p:sp>
        <p:sp>
          <p:nvSpPr>
            <p:cNvPr id="46" name="TextBox 9"/>
            <p:cNvSpPr txBox="1"/>
            <p:nvPr>
              <p:custDataLst>
                <p:tags r:id="rId20"/>
              </p:custDataLst>
            </p:nvPr>
          </p:nvSpPr>
          <p:spPr>
            <a:xfrm>
              <a:off x="225" y="5956"/>
              <a:ext cx="1307" cy="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00"/>
                </a:lnSpc>
              </a:pPr>
              <a:r>
                <a:rPr lang="en-US" sz="3335" dirty="0">
                  <a:latin typeface="宋体" panose="02010600030101010101" pitchFamily="2" charset="-122"/>
                  <a:ea typeface="宋体" panose="02010600030101010101" pitchFamily="2" charset="-122"/>
                </a:rPr>
                <a:t>03</a:t>
              </a:r>
            </a:p>
          </p:txBody>
        </p:sp>
        <p:sp>
          <p:nvSpPr>
            <p:cNvPr id="50" name="TextBox 9"/>
            <p:cNvSpPr txBox="1"/>
            <p:nvPr>
              <p:custDataLst>
                <p:tags r:id="rId21"/>
              </p:custDataLst>
            </p:nvPr>
          </p:nvSpPr>
          <p:spPr>
            <a:xfrm>
              <a:off x="225" y="7846"/>
              <a:ext cx="1307" cy="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00"/>
                </a:lnSpc>
              </a:pPr>
              <a:r>
                <a:rPr lang="en-US" sz="3335" dirty="0">
                  <a:latin typeface="宋体" panose="02010600030101010101" pitchFamily="2" charset="-122"/>
                  <a:ea typeface="宋体" panose="02010600030101010101" pitchFamily="2" charset="-122"/>
                </a:rPr>
                <a:t>04</a:t>
              </a:r>
            </a:p>
          </p:txBody>
        </p:sp>
      </p:grpSp>
      <p:sp>
        <p:nvSpPr>
          <p:cNvPr id="13" name="TextBox 29"/>
          <p:cNvSpPr txBox="1"/>
          <p:nvPr/>
        </p:nvSpPr>
        <p:spPr>
          <a:xfrm>
            <a:off x="281305" y="90805"/>
            <a:ext cx="2785110" cy="12668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10870"/>
              </a:lnSpc>
            </a:pPr>
            <a:r>
              <a:rPr lang="en-US" sz="7200" dirty="0">
                <a:solidFill>
                  <a:schemeClr val="bg1"/>
                </a:solidFill>
                <a:latin typeface="梦源宋体 CN" panose="02020200000000000000" pitchFamily="18" charset="-122"/>
                <a:ea typeface="梦源宋体 CN" panose="02020200000000000000" pitchFamily="18" charset="-122"/>
              </a:rPr>
              <a:t>目录</a:t>
            </a:r>
            <a:endParaRPr lang="en-US" sz="9060" dirty="0">
              <a:solidFill>
                <a:schemeClr val="bg1"/>
              </a:solidFill>
              <a:latin typeface="梦源宋体 CN" panose="02020200000000000000" pitchFamily="18" charset="-122"/>
              <a:ea typeface="梦源宋体 CN" panose="02020200000000000000" pitchFamily="18" charset="-122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A6336147-BAE8-BA03-028A-F90D93DF33D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 rotWithShape="1">
          <a:blip r:embed="rId3"/>
          <a:srcRect l="12972" r="9543"/>
          <a:stretch>
            <a:fillRect/>
          </a:stretch>
        </p:blipFill>
        <p:spPr>
          <a:xfrm>
            <a:off x="0" y="3611270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5" name="图片 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 rotWithShape="1">
          <a:blip r:embed="rId3"/>
          <a:srcRect l="12972" r="9543"/>
          <a:stretch>
            <a:fillRect/>
          </a:stretch>
        </p:blipFill>
        <p:spPr>
          <a:xfrm>
            <a:off x="0" y="29715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35" name="图片 3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pic>
        <p:nvPicPr>
          <p:cNvPr id="15" name="图片 1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834415">
            <a:off x="7402121" y="885262"/>
            <a:ext cx="1907585" cy="158734"/>
          </a:xfrm>
          <a:prstGeom prst="rect">
            <a:avLst/>
          </a:prstGeom>
        </p:spPr>
      </p:pic>
      <p:pic>
        <p:nvPicPr>
          <p:cNvPr id="16" name="图片 1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834415">
            <a:off x="10963615" y="5023104"/>
            <a:ext cx="888978" cy="113651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11528527" y="6150694"/>
            <a:ext cx="294640" cy="303828"/>
            <a:chOff x="1259840" y="5827410"/>
            <a:chExt cx="670560" cy="691470"/>
          </a:xfrm>
        </p:grpSpPr>
        <p:grpSp>
          <p:nvGrpSpPr>
            <p:cNvPr id="22" name="组合 21"/>
            <p:cNvGrpSpPr/>
            <p:nvPr/>
          </p:nvGrpSpPr>
          <p:grpSpPr>
            <a:xfrm>
              <a:off x="1259840" y="5827410"/>
              <a:ext cx="670560" cy="182880"/>
              <a:chOff x="1259840" y="5827410"/>
              <a:chExt cx="670560" cy="182880"/>
            </a:xfrm>
          </p:grpSpPr>
          <p:sp>
            <p:nvSpPr>
              <p:cNvPr id="34" name="椭圆 33"/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1259840" y="6081705"/>
              <a:ext cx="670560" cy="182880"/>
              <a:chOff x="1259840" y="5827410"/>
              <a:chExt cx="670560" cy="182880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259840" y="6336000"/>
              <a:ext cx="670560" cy="182880"/>
              <a:chOff x="1259840" y="5827410"/>
              <a:chExt cx="670560" cy="18288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" name="椭圆 8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59C21559-1AD2-FE26-1E45-26F140C0AA97}"/>
              </a:ext>
            </a:extLst>
          </p:cNvPr>
          <p:cNvSpPr/>
          <p:nvPr/>
        </p:nvSpPr>
        <p:spPr>
          <a:xfrm>
            <a:off x="2834005" y="-55245"/>
            <a:ext cx="6252210" cy="5247640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3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4106545" y="2607794"/>
            <a:ext cx="5695315" cy="1086836"/>
            <a:chOff x="-40138" y="1964962"/>
            <a:chExt cx="6975885" cy="1120761"/>
          </a:xfrm>
        </p:grpSpPr>
        <p:sp>
          <p:nvSpPr>
            <p:cNvPr id="23" name="Freeform 23"/>
            <p:cNvSpPr/>
            <p:nvPr/>
          </p:nvSpPr>
          <p:spPr>
            <a:xfrm rot="1561435">
              <a:off x="5426858" y="2014074"/>
              <a:ext cx="501666" cy="598507"/>
            </a:xfrm>
            <a:custGeom>
              <a:avLst/>
              <a:gdLst/>
              <a:ahLst/>
              <a:cxnLst/>
              <a:rect l="l" t="t" r="r" b="b"/>
              <a:pathLst>
                <a:path w="752411" h="743860">
                  <a:moveTo>
                    <a:pt x="0" y="0"/>
                  </a:moveTo>
                  <a:lnTo>
                    <a:pt x="752411" y="0"/>
                  </a:lnTo>
                  <a:lnTo>
                    <a:pt x="752411" y="743860"/>
                  </a:lnTo>
                  <a:lnTo>
                    <a:pt x="0" y="743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-40138" y="1964962"/>
              <a:ext cx="6975885" cy="11207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720"/>
                </a:lnSpc>
              </a:pPr>
              <a:r>
                <a:rPr lang="en-US" altLang="zh-CN" sz="54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01</a:t>
              </a:r>
              <a:r>
                <a:rPr lang="en-US" altLang="zh-CN" sz="5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54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请输入标题</a:t>
              </a:r>
              <a:endParaRPr lang="en-US" sz="6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7" name="Freeform 45"/>
          <p:cNvSpPr/>
          <p:nvPr/>
        </p:nvSpPr>
        <p:spPr>
          <a:xfrm rot="21440243">
            <a:off x="8072120" y="2988310"/>
            <a:ext cx="1222375" cy="1519555"/>
          </a:xfrm>
          <a:custGeom>
            <a:avLst/>
            <a:gdLst/>
            <a:ahLst/>
            <a:cxnLst/>
            <a:rect l="l" t="t" r="r" b="b"/>
            <a:pathLst>
              <a:path w="2149877" h="1645671">
                <a:moveTo>
                  <a:pt x="0" y="0"/>
                </a:moveTo>
                <a:lnTo>
                  <a:pt x="2149877" y="0"/>
                </a:lnTo>
                <a:lnTo>
                  <a:pt x="2149877" y="1645671"/>
                </a:lnTo>
                <a:lnTo>
                  <a:pt x="0" y="16456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46"/>
          <p:cNvSpPr/>
          <p:nvPr/>
        </p:nvSpPr>
        <p:spPr>
          <a:xfrm rot="18992739">
            <a:off x="8369300" y="4168140"/>
            <a:ext cx="526415" cy="762635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A40FE6-EA9C-16E0-FEA8-28A6F0222C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54224" y="1702282"/>
            <a:ext cx="5060391" cy="47786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17"/>
          <a:srcRect l="12972" r="9543"/>
          <a:stretch>
            <a:fillRect/>
          </a:stretch>
        </p:blipFill>
        <p:spPr>
          <a:xfrm>
            <a:off x="200418" y="1878030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pic>
        <p:nvPicPr>
          <p:cNvPr id="64" name="图片 6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19834415">
            <a:off x="7402121" y="885262"/>
            <a:ext cx="1907585" cy="158734"/>
          </a:xfrm>
          <a:prstGeom prst="rect">
            <a:avLst/>
          </a:prstGeom>
        </p:spPr>
      </p:pic>
      <p:pic>
        <p:nvPicPr>
          <p:cNvPr id="67" name="图片 66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/>
          <a:stretch>
            <a:fillRect/>
          </a:stretch>
        </p:blipFill>
        <p:spPr>
          <a:xfrm rot="19834415">
            <a:off x="10963615" y="5023104"/>
            <a:ext cx="888978" cy="113651"/>
          </a:xfrm>
          <a:prstGeom prst="rect">
            <a:avLst/>
          </a:prstGeom>
        </p:spPr>
      </p:pic>
      <p:sp>
        <p:nvSpPr>
          <p:cNvPr id="78" name="椭圆 77"/>
          <p:cNvSpPr/>
          <p:nvPr/>
        </p:nvSpPr>
        <p:spPr>
          <a:xfrm>
            <a:off x="11528425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1163574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1174242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11528425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1163574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1174242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11528425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1163574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1174242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902109" y="685800"/>
            <a:ext cx="4677847" cy="543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40"/>
              </a:lnSpc>
            </a:pPr>
            <a:r>
              <a:rPr lang="zh-CN" altLang="en-US" sz="3535" b="1" dirty="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</a:rPr>
              <a:t>请输入标题文本</a:t>
            </a:r>
          </a:p>
        </p:txBody>
      </p:sp>
      <p:sp>
        <p:nvSpPr>
          <p:cNvPr id="5" name="TextBox 7"/>
          <p:cNvSpPr txBox="1"/>
          <p:nvPr/>
        </p:nvSpPr>
        <p:spPr>
          <a:xfrm>
            <a:off x="948604" y="1231900"/>
            <a:ext cx="3757219" cy="17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60"/>
              </a:lnSpc>
              <a:spcBef>
                <a:spcPct val="0"/>
              </a:spcBef>
            </a:pPr>
            <a:r>
              <a:rPr lang="en-US" altLang="zh-CN" sz="1135" dirty="0">
                <a:solidFill>
                  <a:schemeClr val="bg1"/>
                </a:solidFill>
                <a:latin typeface="Times New Roman" panose="02020603050405020304" charset="0"/>
                <a:ea typeface="汉仪中简黑简" panose="00020600040101010101" charset="-122"/>
              </a:rPr>
              <a:t>ZHEJIANG UNIVERSITY</a:t>
            </a:r>
          </a:p>
        </p:txBody>
      </p:sp>
      <p:sp>
        <p:nvSpPr>
          <p:cNvPr id="6" name="TextBox 8"/>
          <p:cNvSpPr txBox="1"/>
          <p:nvPr>
            <p:custDataLst>
              <p:tags r:id="rId3"/>
            </p:custDataLst>
          </p:nvPr>
        </p:nvSpPr>
        <p:spPr>
          <a:xfrm>
            <a:off x="1338458" y="2895414"/>
            <a:ext cx="2540393" cy="810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pitchFamily="34" charset="0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2" name="TextBox 12"/>
          <p:cNvSpPr txBox="1"/>
          <p:nvPr>
            <p:custDataLst>
              <p:tags r:id="rId4"/>
            </p:custDataLst>
          </p:nvPr>
        </p:nvSpPr>
        <p:spPr>
          <a:xfrm>
            <a:off x="1488268" y="2311607"/>
            <a:ext cx="1539885" cy="3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0"/>
              </a:lnSpc>
            </a:pPr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添加文本</a:t>
            </a:r>
          </a:p>
        </p:txBody>
      </p:sp>
      <p:sp>
        <p:nvSpPr>
          <p:cNvPr id="21" name="TextBox 18"/>
          <p:cNvSpPr txBox="1"/>
          <p:nvPr>
            <p:custDataLst>
              <p:tags r:id="rId5"/>
            </p:custDataLst>
          </p:nvPr>
        </p:nvSpPr>
        <p:spPr>
          <a:xfrm>
            <a:off x="8313150" y="2895414"/>
            <a:ext cx="2540393" cy="810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pitchFamily="34" charset="0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37" name="流程图: 终止 36"/>
          <p:cNvSpPr/>
          <p:nvPr>
            <p:custDataLst>
              <p:tags r:id="rId6"/>
            </p:custDataLst>
          </p:nvPr>
        </p:nvSpPr>
        <p:spPr>
          <a:xfrm>
            <a:off x="1270000" y="2257204"/>
            <a:ext cx="1989667" cy="497972"/>
          </a:xfrm>
          <a:prstGeom prst="flowChartTerminator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TextBox 12"/>
          <p:cNvSpPr txBox="1"/>
          <p:nvPr>
            <p:custDataLst>
              <p:tags r:id="rId7"/>
            </p:custDataLst>
          </p:nvPr>
        </p:nvSpPr>
        <p:spPr>
          <a:xfrm>
            <a:off x="8509978" y="2295379"/>
            <a:ext cx="1539885" cy="3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0"/>
              </a:lnSpc>
            </a:pPr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添加文本</a:t>
            </a:r>
          </a:p>
        </p:txBody>
      </p:sp>
      <p:sp>
        <p:nvSpPr>
          <p:cNvPr id="40" name="流程图: 终止 39"/>
          <p:cNvSpPr/>
          <p:nvPr>
            <p:custDataLst>
              <p:tags r:id="rId8"/>
            </p:custDataLst>
          </p:nvPr>
        </p:nvSpPr>
        <p:spPr>
          <a:xfrm>
            <a:off x="8291710" y="2240976"/>
            <a:ext cx="1989667" cy="497972"/>
          </a:xfrm>
          <a:prstGeom prst="flowChartTerminator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TextBox 12"/>
          <p:cNvSpPr txBox="1"/>
          <p:nvPr>
            <p:custDataLst>
              <p:tags r:id="rId9"/>
            </p:custDataLst>
          </p:nvPr>
        </p:nvSpPr>
        <p:spPr>
          <a:xfrm>
            <a:off x="1488268" y="4157398"/>
            <a:ext cx="1539885" cy="3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0"/>
              </a:lnSpc>
            </a:pPr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添加文本</a:t>
            </a:r>
          </a:p>
        </p:txBody>
      </p:sp>
      <p:sp>
        <p:nvSpPr>
          <p:cNvPr id="43" name="流程图: 终止 42"/>
          <p:cNvSpPr/>
          <p:nvPr>
            <p:custDataLst>
              <p:tags r:id="rId10"/>
            </p:custDataLst>
          </p:nvPr>
        </p:nvSpPr>
        <p:spPr>
          <a:xfrm>
            <a:off x="1270000" y="4102995"/>
            <a:ext cx="1989667" cy="497972"/>
          </a:xfrm>
          <a:prstGeom prst="flowChartTerminator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TextBox 12"/>
          <p:cNvSpPr txBox="1"/>
          <p:nvPr>
            <p:custDataLst>
              <p:tags r:id="rId11"/>
            </p:custDataLst>
          </p:nvPr>
        </p:nvSpPr>
        <p:spPr>
          <a:xfrm>
            <a:off x="8515531" y="4163988"/>
            <a:ext cx="1539885" cy="3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0"/>
              </a:lnSpc>
            </a:pPr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添加文本</a:t>
            </a:r>
          </a:p>
        </p:txBody>
      </p:sp>
      <p:sp>
        <p:nvSpPr>
          <p:cNvPr id="45" name="流程图: 终止 44"/>
          <p:cNvSpPr/>
          <p:nvPr>
            <p:custDataLst>
              <p:tags r:id="rId12"/>
            </p:custDataLst>
          </p:nvPr>
        </p:nvSpPr>
        <p:spPr>
          <a:xfrm>
            <a:off x="8297263" y="4109585"/>
            <a:ext cx="1989667" cy="497972"/>
          </a:xfrm>
          <a:prstGeom prst="flowChartTerminator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流程图: 接点 45"/>
          <p:cNvSpPr/>
          <p:nvPr>
            <p:custDataLst>
              <p:tags r:id="rId13"/>
            </p:custDataLst>
          </p:nvPr>
        </p:nvSpPr>
        <p:spPr>
          <a:xfrm>
            <a:off x="4154170" y="1878330"/>
            <a:ext cx="3647440" cy="3645535"/>
          </a:xfrm>
          <a:prstGeom prst="flowChartConnector">
            <a:avLst/>
          </a:prstGeom>
          <a:blipFill>
            <a:blip r:embed="rId21" cstate="print">
              <a:alphaModFix amt="6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24089" b="-24089"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Freeform 46"/>
          <p:cNvSpPr/>
          <p:nvPr/>
        </p:nvSpPr>
        <p:spPr>
          <a:xfrm rot="18992739">
            <a:off x="694583" y="5870217"/>
            <a:ext cx="549249" cy="543008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91" name="Freeform 46"/>
          <p:cNvSpPr/>
          <p:nvPr/>
        </p:nvSpPr>
        <p:spPr>
          <a:xfrm rot="18992739">
            <a:off x="8160360" y="8317546"/>
            <a:ext cx="549249" cy="543008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2" name="TextBox 18"/>
          <p:cNvSpPr txBox="1"/>
          <p:nvPr>
            <p:custDataLst>
              <p:tags r:id="rId14"/>
            </p:custDataLst>
          </p:nvPr>
        </p:nvSpPr>
        <p:spPr>
          <a:xfrm>
            <a:off x="1218186" y="4763305"/>
            <a:ext cx="2540393" cy="810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pitchFamily="34" charset="0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3" name="TextBox 18"/>
          <p:cNvSpPr txBox="1"/>
          <p:nvPr>
            <p:custDataLst>
              <p:tags r:id="rId15"/>
            </p:custDataLst>
          </p:nvPr>
        </p:nvSpPr>
        <p:spPr>
          <a:xfrm>
            <a:off x="8283884" y="4829535"/>
            <a:ext cx="2540393" cy="810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pitchFamily="34" charset="0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星形: 四角 29"/>
          <p:cNvSpPr>
            <a:spLocks noChangeAspect="1"/>
          </p:cNvSpPr>
          <p:nvPr/>
        </p:nvSpPr>
        <p:spPr>
          <a:xfrm flipH="1">
            <a:off x="11314430" y="22542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星形: 四角 30"/>
          <p:cNvSpPr>
            <a:spLocks noChangeAspect="1"/>
          </p:cNvSpPr>
          <p:nvPr/>
        </p:nvSpPr>
        <p:spPr>
          <a:xfrm flipH="1">
            <a:off x="10765155" y="20802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星形: 四角 31"/>
          <p:cNvSpPr>
            <a:spLocks noChangeAspect="1"/>
          </p:cNvSpPr>
          <p:nvPr/>
        </p:nvSpPr>
        <p:spPr>
          <a:xfrm flipH="1">
            <a:off x="10090785" y="19640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星形: 四角 32"/>
          <p:cNvSpPr>
            <a:spLocks noChangeAspect="1"/>
          </p:cNvSpPr>
          <p:nvPr/>
        </p:nvSpPr>
        <p:spPr>
          <a:xfrm flipH="1">
            <a:off x="9963785" y="246380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星形: 四角 33"/>
          <p:cNvSpPr>
            <a:spLocks noChangeAspect="1"/>
          </p:cNvSpPr>
          <p:nvPr/>
        </p:nvSpPr>
        <p:spPr>
          <a:xfrm flipH="1">
            <a:off x="10484485" y="25501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星形: 四角 34"/>
          <p:cNvSpPr>
            <a:spLocks noChangeAspect="1"/>
          </p:cNvSpPr>
          <p:nvPr/>
        </p:nvSpPr>
        <p:spPr>
          <a:xfrm flipH="1">
            <a:off x="10746740" y="27749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星形: 四角 35"/>
          <p:cNvSpPr>
            <a:spLocks noChangeAspect="1"/>
          </p:cNvSpPr>
          <p:nvPr/>
        </p:nvSpPr>
        <p:spPr>
          <a:xfrm flipH="1">
            <a:off x="11962765" y="23971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星形: 四角 36"/>
          <p:cNvSpPr>
            <a:spLocks noChangeAspect="1"/>
          </p:cNvSpPr>
          <p:nvPr/>
        </p:nvSpPr>
        <p:spPr>
          <a:xfrm flipH="1">
            <a:off x="9269730" y="227203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星形: 四角 37"/>
          <p:cNvSpPr>
            <a:spLocks noChangeAspect="1"/>
          </p:cNvSpPr>
          <p:nvPr/>
        </p:nvSpPr>
        <p:spPr>
          <a:xfrm flipH="1">
            <a:off x="11105515" y="30340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星形: 四角 38"/>
          <p:cNvSpPr>
            <a:spLocks noChangeAspect="1"/>
          </p:cNvSpPr>
          <p:nvPr/>
        </p:nvSpPr>
        <p:spPr>
          <a:xfrm flipH="1">
            <a:off x="10484485" y="32994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星形: 四角 39"/>
          <p:cNvSpPr>
            <a:spLocks noChangeAspect="1"/>
          </p:cNvSpPr>
          <p:nvPr/>
        </p:nvSpPr>
        <p:spPr>
          <a:xfrm flipH="1">
            <a:off x="10011410" y="31597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星形: 四角 40"/>
          <p:cNvSpPr>
            <a:spLocks noChangeAspect="1"/>
          </p:cNvSpPr>
          <p:nvPr/>
        </p:nvSpPr>
        <p:spPr>
          <a:xfrm flipH="1">
            <a:off x="9486265" y="36645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星形: 四角 41"/>
          <p:cNvSpPr>
            <a:spLocks noChangeAspect="1"/>
          </p:cNvSpPr>
          <p:nvPr/>
        </p:nvSpPr>
        <p:spPr>
          <a:xfrm flipH="1">
            <a:off x="9784715" y="381381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星形: 四角 42"/>
          <p:cNvSpPr>
            <a:spLocks noChangeAspect="1"/>
          </p:cNvSpPr>
          <p:nvPr/>
        </p:nvSpPr>
        <p:spPr>
          <a:xfrm flipH="1">
            <a:off x="10349865" y="39217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星形: 四角 43"/>
          <p:cNvSpPr>
            <a:spLocks noChangeAspect="1"/>
          </p:cNvSpPr>
          <p:nvPr/>
        </p:nvSpPr>
        <p:spPr>
          <a:xfrm flipH="1">
            <a:off x="9918065" y="4020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星形: 四角 44"/>
          <p:cNvSpPr>
            <a:spLocks noChangeAspect="1"/>
          </p:cNvSpPr>
          <p:nvPr/>
        </p:nvSpPr>
        <p:spPr>
          <a:xfrm flipH="1">
            <a:off x="9638665" y="4147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星形: 四角 45"/>
          <p:cNvSpPr>
            <a:spLocks noChangeAspect="1"/>
          </p:cNvSpPr>
          <p:nvPr/>
        </p:nvSpPr>
        <p:spPr>
          <a:xfrm flipH="1">
            <a:off x="11708765" y="37776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星形: 四角 46"/>
          <p:cNvSpPr>
            <a:spLocks noChangeAspect="1"/>
          </p:cNvSpPr>
          <p:nvPr/>
        </p:nvSpPr>
        <p:spPr>
          <a:xfrm flipH="1">
            <a:off x="11347450" y="4147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星形: 四角 47"/>
          <p:cNvSpPr>
            <a:spLocks noChangeAspect="1"/>
          </p:cNvSpPr>
          <p:nvPr/>
        </p:nvSpPr>
        <p:spPr>
          <a:xfrm flipH="1">
            <a:off x="11639550" y="43757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星形: 四角 48"/>
          <p:cNvSpPr>
            <a:spLocks noChangeAspect="1"/>
          </p:cNvSpPr>
          <p:nvPr/>
        </p:nvSpPr>
        <p:spPr>
          <a:xfrm flipH="1">
            <a:off x="11802745" y="45758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星形: 四角 49"/>
          <p:cNvSpPr>
            <a:spLocks noChangeAspect="1"/>
          </p:cNvSpPr>
          <p:nvPr/>
        </p:nvSpPr>
        <p:spPr>
          <a:xfrm flipH="1">
            <a:off x="11314430" y="4772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星形: 四角 50"/>
          <p:cNvSpPr>
            <a:spLocks noChangeAspect="1"/>
          </p:cNvSpPr>
          <p:nvPr/>
        </p:nvSpPr>
        <p:spPr>
          <a:xfrm flipH="1">
            <a:off x="11206480" y="53282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星形: 四角 51"/>
          <p:cNvSpPr>
            <a:spLocks noChangeAspect="1"/>
          </p:cNvSpPr>
          <p:nvPr/>
        </p:nvSpPr>
        <p:spPr>
          <a:xfrm flipH="1">
            <a:off x="10422255" y="50901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星形: 四角 52"/>
          <p:cNvSpPr>
            <a:spLocks noChangeAspect="1"/>
          </p:cNvSpPr>
          <p:nvPr/>
        </p:nvSpPr>
        <p:spPr>
          <a:xfrm flipH="1">
            <a:off x="9196705" y="4772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星形: 四角 53"/>
          <p:cNvSpPr>
            <a:spLocks noChangeAspect="1"/>
          </p:cNvSpPr>
          <p:nvPr/>
        </p:nvSpPr>
        <p:spPr>
          <a:xfrm flipH="1">
            <a:off x="10282555" y="54679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星形: 四角 54"/>
          <p:cNvSpPr>
            <a:spLocks noChangeAspect="1"/>
          </p:cNvSpPr>
          <p:nvPr/>
        </p:nvSpPr>
        <p:spPr>
          <a:xfrm flipH="1">
            <a:off x="9715500" y="558863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星形: 四角 55"/>
          <p:cNvSpPr>
            <a:spLocks noChangeAspect="1"/>
          </p:cNvSpPr>
          <p:nvPr/>
        </p:nvSpPr>
        <p:spPr>
          <a:xfrm flipH="1">
            <a:off x="9387840" y="55708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星形: 四角 56"/>
          <p:cNvSpPr>
            <a:spLocks noChangeAspect="1"/>
          </p:cNvSpPr>
          <p:nvPr/>
        </p:nvSpPr>
        <p:spPr>
          <a:xfrm flipH="1">
            <a:off x="9121775" y="546798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星形: 四角 57"/>
          <p:cNvSpPr>
            <a:spLocks noChangeAspect="1"/>
          </p:cNvSpPr>
          <p:nvPr/>
        </p:nvSpPr>
        <p:spPr>
          <a:xfrm flipH="1">
            <a:off x="8918575" y="55708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星形: 四角 58"/>
          <p:cNvSpPr>
            <a:spLocks noChangeAspect="1"/>
          </p:cNvSpPr>
          <p:nvPr/>
        </p:nvSpPr>
        <p:spPr>
          <a:xfrm flipH="1">
            <a:off x="4175125" y="55410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星形: 四角 59"/>
          <p:cNvSpPr>
            <a:spLocks noChangeAspect="1"/>
          </p:cNvSpPr>
          <p:nvPr/>
        </p:nvSpPr>
        <p:spPr>
          <a:xfrm flipH="1">
            <a:off x="4235450" y="56807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星形: 四角 60"/>
          <p:cNvSpPr>
            <a:spLocks noChangeAspect="1"/>
          </p:cNvSpPr>
          <p:nvPr/>
        </p:nvSpPr>
        <p:spPr>
          <a:xfrm flipH="1">
            <a:off x="10246360" y="583819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星形: 四角 61"/>
          <p:cNvSpPr>
            <a:spLocks noChangeAspect="1"/>
          </p:cNvSpPr>
          <p:nvPr/>
        </p:nvSpPr>
        <p:spPr>
          <a:xfrm flipH="1">
            <a:off x="10448290" y="62096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星形: 四角 62"/>
          <p:cNvSpPr>
            <a:spLocks noChangeAspect="1"/>
          </p:cNvSpPr>
          <p:nvPr/>
        </p:nvSpPr>
        <p:spPr>
          <a:xfrm flipH="1">
            <a:off x="11419840" y="57778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星形: 四角 63"/>
          <p:cNvSpPr>
            <a:spLocks noChangeAspect="1"/>
          </p:cNvSpPr>
          <p:nvPr/>
        </p:nvSpPr>
        <p:spPr>
          <a:xfrm flipH="1">
            <a:off x="11402695" y="63722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星形: 四角 64"/>
          <p:cNvSpPr>
            <a:spLocks noChangeAspect="1"/>
          </p:cNvSpPr>
          <p:nvPr/>
        </p:nvSpPr>
        <p:spPr>
          <a:xfrm flipH="1">
            <a:off x="11637645" y="57962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星形: 四角 65"/>
          <p:cNvSpPr>
            <a:spLocks noChangeAspect="1"/>
          </p:cNvSpPr>
          <p:nvPr/>
        </p:nvSpPr>
        <p:spPr>
          <a:xfrm flipH="1">
            <a:off x="8341995" y="51365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星形: 四角 66"/>
          <p:cNvSpPr>
            <a:spLocks noChangeAspect="1"/>
          </p:cNvSpPr>
          <p:nvPr/>
        </p:nvSpPr>
        <p:spPr>
          <a:xfrm flipH="1">
            <a:off x="8145145" y="5231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星形: 四角 67"/>
          <p:cNvSpPr>
            <a:spLocks noChangeAspect="1"/>
          </p:cNvSpPr>
          <p:nvPr/>
        </p:nvSpPr>
        <p:spPr>
          <a:xfrm flipH="1">
            <a:off x="6617970" y="642239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星形: 四角 68"/>
          <p:cNvSpPr>
            <a:spLocks noChangeAspect="1"/>
          </p:cNvSpPr>
          <p:nvPr/>
        </p:nvSpPr>
        <p:spPr>
          <a:xfrm rot="2700000" flipH="1">
            <a:off x="2590800" y="8159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星形: 四角 69"/>
          <p:cNvSpPr>
            <a:spLocks noChangeAspect="1"/>
          </p:cNvSpPr>
          <p:nvPr/>
        </p:nvSpPr>
        <p:spPr>
          <a:xfrm flipH="1">
            <a:off x="2912745" y="9772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星形: 四角 70"/>
          <p:cNvSpPr>
            <a:spLocks noChangeAspect="1"/>
          </p:cNvSpPr>
          <p:nvPr/>
        </p:nvSpPr>
        <p:spPr>
          <a:xfrm flipH="1">
            <a:off x="3056890" y="11842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星形: 四角 71"/>
          <p:cNvSpPr>
            <a:spLocks noChangeAspect="1"/>
          </p:cNvSpPr>
          <p:nvPr/>
        </p:nvSpPr>
        <p:spPr>
          <a:xfrm flipH="1">
            <a:off x="461645" y="9410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星形: 四角 72"/>
          <p:cNvSpPr>
            <a:spLocks noChangeAspect="1"/>
          </p:cNvSpPr>
          <p:nvPr/>
        </p:nvSpPr>
        <p:spPr>
          <a:xfrm flipH="1">
            <a:off x="702945" y="6997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星形: 四角 73"/>
          <p:cNvSpPr>
            <a:spLocks noChangeAspect="1"/>
          </p:cNvSpPr>
          <p:nvPr/>
        </p:nvSpPr>
        <p:spPr>
          <a:xfrm rot="2700000" flipH="1">
            <a:off x="2196465" y="12890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星形: 四角 74"/>
          <p:cNvSpPr>
            <a:spLocks noChangeAspect="1"/>
          </p:cNvSpPr>
          <p:nvPr/>
        </p:nvSpPr>
        <p:spPr>
          <a:xfrm rot="2700000" flipH="1">
            <a:off x="1769110" y="125285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星形: 四角 75"/>
          <p:cNvSpPr>
            <a:spLocks noChangeAspect="1"/>
          </p:cNvSpPr>
          <p:nvPr/>
        </p:nvSpPr>
        <p:spPr>
          <a:xfrm rot="2700000" flipH="1">
            <a:off x="1962150" y="14255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星形: 四角 76"/>
          <p:cNvSpPr>
            <a:spLocks noChangeAspect="1"/>
          </p:cNvSpPr>
          <p:nvPr/>
        </p:nvSpPr>
        <p:spPr>
          <a:xfrm rot="2700000" flipH="1">
            <a:off x="2313305" y="16186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星形: 四角 77"/>
          <p:cNvSpPr>
            <a:spLocks noChangeAspect="1"/>
          </p:cNvSpPr>
          <p:nvPr/>
        </p:nvSpPr>
        <p:spPr>
          <a:xfrm rot="2700000" flipH="1">
            <a:off x="1413510" y="16008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星形: 四角 78"/>
          <p:cNvSpPr>
            <a:spLocks noChangeAspect="1"/>
          </p:cNvSpPr>
          <p:nvPr/>
        </p:nvSpPr>
        <p:spPr>
          <a:xfrm flipH="1">
            <a:off x="769620" y="140779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星形: 四角 79"/>
          <p:cNvSpPr>
            <a:spLocks noChangeAspect="1"/>
          </p:cNvSpPr>
          <p:nvPr/>
        </p:nvSpPr>
        <p:spPr>
          <a:xfrm rot="2700000" flipH="1">
            <a:off x="1285240" y="19665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星形: 四角 80"/>
          <p:cNvSpPr>
            <a:spLocks noChangeAspect="1"/>
          </p:cNvSpPr>
          <p:nvPr/>
        </p:nvSpPr>
        <p:spPr>
          <a:xfrm flipH="1">
            <a:off x="1940560" y="220345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星形: 四角 81"/>
          <p:cNvSpPr>
            <a:spLocks noChangeAspect="1"/>
          </p:cNvSpPr>
          <p:nvPr/>
        </p:nvSpPr>
        <p:spPr>
          <a:xfrm rot="2700000" flipH="1">
            <a:off x="2367280" y="19157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星形: 四角 82"/>
          <p:cNvSpPr>
            <a:spLocks noChangeAspect="1"/>
          </p:cNvSpPr>
          <p:nvPr/>
        </p:nvSpPr>
        <p:spPr>
          <a:xfrm flipH="1">
            <a:off x="2824480" y="253619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星形: 四角 83"/>
          <p:cNvSpPr>
            <a:spLocks noChangeAspect="1"/>
          </p:cNvSpPr>
          <p:nvPr/>
        </p:nvSpPr>
        <p:spPr>
          <a:xfrm flipH="1">
            <a:off x="1071880" y="24504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星形: 四角 84"/>
          <p:cNvSpPr>
            <a:spLocks noChangeAspect="1"/>
          </p:cNvSpPr>
          <p:nvPr/>
        </p:nvSpPr>
        <p:spPr>
          <a:xfrm flipH="1">
            <a:off x="720725" y="20440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星形: 四角 85"/>
          <p:cNvSpPr>
            <a:spLocks noChangeAspect="1"/>
          </p:cNvSpPr>
          <p:nvPr/>
        </p:nvSpPr>
        <p:spPr>
          <a:xfrm flipH="1">
            <a:off x="344805" y="2486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星形: 四角 86"/>
          <p:cNvSpPr>
            <a:spLocks noChangeAspect="1"/>
          </p:cNvSpPr>
          <p:nvPr/>
        </p:nvSpPr>
        <p:spPr>
          <a:xfrm flipH="1">
            <a:off x="608965" y="26473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星形: 四角 87"/>
          <p:cNvSpPr>
            <a:spLocks noChangeAspect="1"/>
          </p:cNvSpPr>
          <p:nvPr/>
        </p:nvSpPr>
        <p:spPr>
          <a:xfrm flipH="1">
            <a:off x="769620" y="291147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星形: 四角 88"/>
          <p:cNvSpPr>
            <a:spLocks noChangeAspect="1"/>
          </p:cNvSpPr>
          <p:nvPr/>
        </p:nvSpPr>
        <p:spPr>
          <a:xfrm flipH="1">
            <a:off x="909320" y="31045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星形: 四角 89"/>
          <p:cNvSpPr>
            <a:spLocks noChangeAspect="1"/>
          </p:cNvSpPr>
          <p:nvPr/>
        </p:nvSpPr>
        <p:spPr>
          <a:xfrm flipH="1">
            <a:off x="472440" y="32308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星形: 四角 90"/>
          <p:cNvSpPr>
            <a:spLocks noChangeAspect="1"/>
          </p:cNvSpPr>
          <p:nvPr/>
        </p:nvSpPr>
        <p:spPr>
          <a:xfrm flipH="1">
            <a:off x="193040" y="35680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星形: 四角 91"/>
          <p:cNvSpPr>
            <a:spLocks noChangeAspect="1"/>
          </p:cNvSpPr>
          <p:nvPr/>
        </p:nvSpPr>
        <p:spPr>
          <a:xfrm flipH="1">
            <a:off x="890905" y="37458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星形: 四角 92"/>
          <p:cNvSpPr>
            <a:spLocks noChangeAspect="1"/>
          </p:cNvSpPr>
          <p:nvPr/>
        </p:nvSpPr>
        <p:spPr>
          <a:xfrm flipH="1">
            <a:off x="591185" y="42170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星形: 四角 93"/>
          <p:cNvSpPr>
            <a:spLocks noChangeAspect="1"/>
          </p:cNvSpPr>
          <p:nvPr/>
        </p:nvSpPr>
        <p:spPr>
          <a:xfrm flipH="1">
            <a:off x="1085215" y="33356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星形: 四角 94"/>
          <p:cNvSpPr>
            <a:spLocks noChangeAspect="1"/>
          </p:cNvSpPr>
          <p:nvPr/>
        </p:nvSpPr>
        <p:spPr>
          <a:xfrm flipH="1">
            <a:off x="1249680" y="32486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星形: 四角 95"/>
          <p:cNvSpPr>
            <a:spLocks noChangeAspect="1"/>
          </p:cNvSpPr>
          <p:nvPr/>
        </p:nvSpPr>
        <p:spPr>
          <a:xfrm flipH="1">
            <a:off x="1226820" y="352298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星形: 四角 96"/>
          <p:cNvSpPr>
            <a:spLocks noChangeAspect="1"/>
          </p:cNvSpPr>
          <p:nvPr/>
        </p:nvSpPr>
        <p:spPr>
          <a:xfrm flipH="1">
            <a:off x="1404620" y="349631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星形: 四角 97"/>
          <p:cNvSpPr>
            <a:spLocks noChangeAspect="1"/>
          </p:cNvSpPr>
          <p:nvPr/>
        </p:nvSpPr>
        <p:spPr>
          <a:xfrm flipH="1">
            <a:off x="1443990" y="367855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星形: 四角 98"/>
          <p:cNvSpPr>
            <a:spLocks noChangeAspect="1"/>
          </p:cNvSpPr>
          <p:nvPr/>
        </p:nvSpPr>
        <p:spPr>
          <a:xfrm flipH="1">
            <a:off x="1434465" y="393319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星形: 四角 99"/>
          <p:cNvSpPr>
            <a:spLocks noChangeAspect="1"/>
          </p:cNvSpPr>
          <p:nvPr/>
        </p:nvSpPr>
        <p:spPr>
          <a:xfrm flipH="1">
            <a:off x="1802130" y="34283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星形: 四角 100"/>
          <p:cNvSpPr>
            <a:spLocks noChangeAspect="1"/>
          </p:cNvSpPr>
          <p:nvPr/>
        </p:nvSpPr>
        <p:spPr>
          <a:xfrm flipH="1">
            <a:off x="2016125" y="31946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星形: 四角 101"/>
          <p:cNvSpPr>
            <a:spLocks noChangeAspect="1"/>
          </p:cNvSpPr>
          <p:nvPr/>
        </p:nvSpPr>
        <p:spPr>
          <a:xfrm flipH="1">
            <a:off x="2573020" y="32956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星形: 四角 102"/>
          <p:cNvSpPr>
            <a:spLocks noChangeAspect="1"/>
          </p:cNvSpPr>
          <p:nvPr/>
        </p:nvSpPr>
        <p:spPr>
          <a:xfrm flipH="1">
            <a:off x="2385060" y="36601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星形: 四角 103"/>
          <p:cNvSpPr>
            <a:spLocks noChangeAspect="1"/>
          </p:cNvSpPr>
          <p:nvPr/>
        </p:nvSpPr>
        <p:spPr>
          <a:xfrm flipH="1">
            <a:off x="3170555" y="34220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星形: 四角 104"/>
          <p:cNvSpPr>
            <a:spLocks noChangeAspect="1"/>
          </p:cNvSpPr>
          <p:nvPr/>
        </p:nvSpPr>
        <p:spPr>
          <a:xfrm flipH="1">
            <a:off x="3536315" y="34778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星形: 四角 105"/>
          <p:cNvSpPr>
            <a:spLocks noChangeAspect="1"/>
          </p:cNvSpPr>
          <p:nvPr/>
        </p:nvSpPr>
        <p:spPr>
          <a:xfrm flipH="1">
            <a:off x="3475990" y="42170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星形: 四角 106"/>
          <p:cNvSpPr>
            <a:spLocks noChangeAspect="1"/>
          </p:cNvSpPr>
          <p:nvPr/>
        </p:nvSpPr>
        <p:spPr>
          <a:xfrm flipH="1">
            <a:off x="2894965" y="41541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星形: 四角 107"/>
          <p:cNvSpPr>
            <a:spLocks noChangeAspect="1"/>
          </p:cNvSpPr>
          <p:nvPr/>
        </p:nvSpPr>
        <p:spPr>
          <a:xfrm flipH="1">
            <a:off x="5401310" y="10890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星形: 四角 108"/>
          <p:cNvSpPr>
            <a:spLocks noChangeAspect="1"/>
          </p:cNvSpPr>
          <p:nvPr/>
        </p:nvSpPr>
        <p:spPr>
          <a:xfrm rot="2700000" flipH="1">
            <a:off x="4343400" y="198120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星形: 四角 109"/>
          <p:cNvSpPr>
            <a:spLocks noChangeAspect="1"/>
          </p:cNvSpPr>
          <p:nvPr/>
        </p:nvSpPr>
        <p:spPr>
          <a:xfrm rot="2700000" flipH="1">
            <a:off x="4556760" y="174752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星形: 四角 110"/>
          <p:cNvSpPr>
            <a:spLocks noChangeAspect="1"/>
          </p:cNvSpPr>
          <p:nvPr/>
        </p:nvSpPr>
        <p:spPr>
          <a:xfrm rot="2700000" flipH="1">
            <a:off x="5114290" y="184848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星形: 四角 111"/>
          <p:cNvSpPr>
            <a:spLocks noChangeAspect="1"/>
          </p:cNvSpPr>
          <p:nvPr/>
        </p:nvSpPr>
        <p:spPr>
          <a:xfrm rot="2700000" flipH="1">
            <a:off x="4926330" y="22136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星形: 四角 112"/>
          <p:cNvSpPr>
            <a:spLocks noChangeAspect="1"/>
          </p:cNvSpPr>
          <p:nvPr/>
        </p:nvSpPr>
        <p:spPr>
          <a:xfrm flipH="1">
            <a:off x="5747385" y="197485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星形: 四角 113"/>
          <p:cNvSpPr>
            <a:spLocks noChangeAspect="1"/>
          </p:cNvSpPr>
          <p:nvPr/>
        </p:nvSpPr>
        <p:spPr>
          <a:xfrm flipH="1">
            <a:off x="6113145" y="203073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星形: 四角 114"/>
          <p:cNvSpPr>
            <a:spLocks noChangeAspect="1"/>
          </p:cNvSpPr>
          <p:nvPr/>
        </p:nvSpPr>
        <p:spPr>
          <a:xfrm flipH="1">
            <a:off x="6052820" y="27698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星形: 四角 115"/>
          <p:cNvSpPr>
            <a:spLocks noChangeAspect="1"/>
          </p:cNvSpPr>
          <p:nvPr/>
        </p:nvSpPr>
        <p:spPr>
          <a:xfrm flipH="1">
            <a:off x="5471795" y="27070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星形: 四角 116"/>
          <p:cNvSpPr>
            <a:spLocks noChangeAspect="1"/>
          </p:cNvSpPr>
          <p:nvPr/>
        </p:nvSpPr>
        <p:spPr>
          <a:xfrm flipH="1">
            <a:off x="4271010" y="7067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" name="星形: 四角 117"/>
          <p:cNvSpPr>
            <a:spLocks noChangeAspect="1"/>
          </p:cNvSpPr>
          <p:nvPr/>
        </p:nvSpPr>
        <p:spPr>
          <a:xfrm flipH="1">
            <a:off x="684530" y="51993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9" name="星形: 四角 118"/>
          <p:cNvSpPr>
            <a:spLocks noChangeAspect="1"/>
          </p:cNvSpPr>
          <p:nvPr/>
        </p:nvSpPr>
        <p:spPr>
          <a:xfrm flipH="1">
            <a:off x="897890" y="49663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0" name="星形: 四角 119"/>
          <p:cNvSpPr>
            <a:spLocks noChangeAspect="1"/>
          </p:cNvSpPr>
          <p:nvPr/>
        </p:nvSpPr>
        <p:spPr>
          <a:xfrm flipH="1">
            <a:off x="1383030" y="506730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" name="星形: 四角 120"/>
          <p:cNvSpPr>
            <a:spLocks noChangeAspect="1"/>
          </p:cNvSpPr>
          <p:nvPr/>
        </p:nvSpPr>
        <p:spPr>
          <a:xfrm flipH="1">
            <a:off x="1195705" y="543179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" name="星形: 四角 121"/>
          <p:cNvSpPr>
            <a:spLocks noChangeAspect="1"/>
          </p:cNvSpPr>
          <p:nvPr/>
        </p:nvSpPr>
        <p:spPr>
          <a:xfrm flipH="1">
            <a:off x="1962785" y="519366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3" name="星形: 四角 122"/>
          <p:cNvSpPr>
            <a:spLocks noChangeAspect="1"/>
          </p:cNvSpPr>
          <p:nvPr/>
        </p:nvSpPr>
        <p:spPr>
          <a:xfrm flipH="1">
            <a:off x="2418080" y="524954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4" name="星形: 四角 123"/>
          <p:cNvSpPr>
            <a:spLocks noChangeAspect="1"/>
          </p:cNvSpPr>
          <p:nvPr/>
        </p:nvSpPr>
        <p:spPr>
          <a:xfrm flipH="1">
            <a:off x="2357755" y="59880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5" name="星形: 四角 124"/>
          <p:cNvSpPr>
            <a:spLocks noChangeAspect="1"/>
          </p:cNvSpPr>
          <p:nvPr/>
        </p:nvSpPr>
        <p:spPr>
          <a:xfrm flipH="1">
            <a:off x="1776730" y="59258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6" name="星形: 四角 125"/>
          <p:cNvSpPr>
            <a:spLocks noChangeAspect="1"/>
          </p:cNvSpPr>
          <p:nvPr/>
        </p:nvSpPr>
        <p:spPr>
          <a:xfrm flipH="1">
            <a:off x="6913880" y="21609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7" name="星形: 四角 126"/>
          <p:cNvSpPr>
            <a:spLocks noChangeAspect="1"/>
          </p:cNvSpPr>
          <p:nvPr/>
        </p:nvSpPr>
        <p:spPr>
          <a:xfrm flipH="1">
            <a:off x="7212330" y="23101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8" name="星形: 四角 127"/>
          <p:cNvSpPr>
            <a:spLocks noChangeAspect="1"/>
          </p:cNvSpPr>
          <p:nvPr/>
        </p:nvSpPr>
        <p:spPr>
          <a:xfrm flipH="1">
            <a:off x="7777480" y="24180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9" name="星形: 四角 128"/>
          <p:cNvSpPr>
            <a:spLocks noChangeAspect="1"/>
          </p:cNvSpPr>
          <p:nvPr/>
        </p:nvSpPr>
        <p:spPr>
          <a:xfrm flipH="1">
            <a:off x="7345680" y="25165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0" name="星形: 四角 129"/>
          <p:cNvSpPr>
            <a:spLocks noChangeAspect="1"/>
          </p:cNvSpPr>
          <p:nvPr/>
        </p:nvSpPr>
        <p:spPr>
          <a:xfrm flipH="1">
            <a:off x="7066280" y="26435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1" name="星形: 四角 130"/>
          <p:cNvSpPr>
            <a:spLocks noChangeAspect="1"/>
          </p:cNvSpPr>
          <p:nvPr/>
        </p:nvSpPr>
        <p:spPr>
          <a:xfrm rot="2700000" flipH="1">
            <a:off x="7078980" y="46120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2" name="星形: 四角 131"/>
          <p:cNvSpPr>
            <a:spLocks noChangeAspect="1"/>
          </p:cNvSpPr>
          <p:nvPr/>
        </p:nvSpPr>
        <p:spPr>
          <a:xfrm flipH="1">
            <a:off x="6624320" y="32689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3" name="星形: 四角 132"/>
          <p:cNvSpPr>
            <a:spLocks noChangeAspect="1"/>
          </p:cNvSpPr>
          <p:nvPr/>
        </p:nvSpPr>
        <p:spPr>
          <a:xfrm rot="2700000" flipH="1">
            <a:off x="7844155" y="46882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4" name="星形: 四角 133"/>
          <p:cNvSpPr>
            <a:spLocks noChangeAspect="1"/>
          </p:cNvSpPr>
          <p:nvPr/>
        </p:nvSpPr>
        <p:spPr>
          <a:xfrm rot="2700000" flipH="1">
            <a:off x="7241540" y="480885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5" name="星形: 四角 134"/>
          <p:cNvSpPr>
            <a:spLocks noChangeAspect="1"/>
          </p:cNvSpPr>
          <p:nvPr/>
        </p:nvSpPr>
        <p:spPr>
          <a:xfrm rot="2700000" flipH="1">
            <a:off x="6913880" y="479044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6" name="星形: 四角 135"/>
          <p:cNvSpPr>
            <a:spLocks noChangeAspect="1"/>
          </p:cNvSpPr>
          <p:nvPr/>
        </p:nvSpPr>
        <p:spPr>
          <a:xfrm flipH="1">
            <a:off x="6621780" y="39643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7" name="星形: 四角 136"/>
          <p:cNvSpPr>
            <a:spLocks noChangeAspect="1"/>
          </p:cNvSpPr>
          <p:nvPr/>
        </p:nvSpPr>
        <p:spPr>
          <a:xfrm flipH="1">
            <a:off x="6400800" y="40665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8" name="星形: 四角 137"/>
          <p:cNvSpPr>
            <a:spLocks noChangeAspect="1"/>
          </p:cNvSpPr>
          <p:nvPr/>
        </p:nvSpPr>
        <p:spPr>
          <a:xfrm flipH="1">
            <a:off x="5715635" y="36328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9" name="星形: 四角 138"/>
          <p:cNvSpPr>
            <a:spLocks noChangeAspect="1"/>
          </p:cNvSpPr>
          <p:nvPr/>
        </p:nvSpPr>
        <p:spPr>
          <a:xfrm flipH="1">
            <a:off x="5518785" y="372808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" name="星形: 四角 139"/>
          <p:cNvSpPr>
            <a:spLocks noChangeAspect="1"/>
          </p:cNvSpPr>
          <p:nvPr/>
        </p:nvSpPr>
        <p:spPr>
          <a:xfrm flipH="1">
            <a:off x="8837295" y="7874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1" name="星形: 四角 140"/>
          <p:cNvSpPr>
            <a:spLocks noChangeAspect="1"/>
          </p:cNvSpPr>
          <p:nvPr/>
        </p:nvSpPr>
        <p:spPr>
          <a:xfrm flipH="1">
            <a:off x="1086485" y="32766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2" name="星形: 四角 141"/>
          <p:cNvSpPr>
            <a:spLocks noChangeAspect="1"/>
          </p:cNvSpPr>
          <p:nvPr/>
        </p:nvSpPr>
        <p:spPr>
          <a:xfrm flipH="1">
            <a:off x="10489565" y="43561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3" name="星形: 四角 142"/>
          <p:cNvSpPr>
            <a:spLocks noChangeAspect="1"/>
          </p:cNvSpPr>
          <p:nvPr/>
        </p:nvSpPr>
        <p:spPr>
          <a:xfrm flipH="1">
            <a:off x="10057765" y="5340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4" name="星形: 四角 143"/>
          <p:cNvSpPr>
            <a:spLocks noChangeAspect="1"/>
          </p:cNvSpPr>
          <p:nvPr/>
        </p:nvSpPr>
        <p:spPr>
          <a:xfrm flipH="1">
            <a:off x="10746740" y="42322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5" name="星形: 四角 144"/>
          <p:cNvSpPr>
            <a:spLocks noChangeAspect="1"/>
          </p:cNvSpPr>
          <p:nvPr/>
        </p:nvSpPr>
        <p:spPr>
          <a:xfrm flipH="1">
            <a:off x="9336405" y="128651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6" name="星形: 四角 145"/>
          <p:cNvSpPr>
            <a:spLocks noChangeAspect="1"/>
          </p:cNvSpPr>
          <p:nvPr/>
        </p:nvSpPr>
        <p:spPr>
          <a:xfrm flipH="1">
            <a:off x="9405620" y="19818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7" name="星形: 四角 146"/>
          <p:cNvSpPr>
            <a:spLocks noChangeAspect="1"/>
          </p:cNvSpPr>
          <p:nvPr/>
        </p:nvSpPr>
        <p:spPr>
          <a:xfrm flipH="1">
            <a:off x="9184640" y="20847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8" name="星形: 四角 147"/>
          <p:cNvSpPr>
            <a:spLocks noChangeAspect="1"/>
          </p:cNvSpPr>
          <p:nvPr/>
        </p:nvSpPr>
        <p:spPr>
          <a:xfrm flipH="1">
            <a:off x="8571865" y="16503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9" name="星形: 四角 148"/>
          <p:cNvSpPr>
            <a:spLocks noChangeAspect="1"/>
          </p:cNvSpPr>
          <p:nvPr/>
        </p:nvSpPr>
        <p:spPr>
          <a:xfrm flipH="1">
            <a:off x="6661785" y="45212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0" name="星形: 四角 149"/>
          <p:cNvSpPr>
            <a:spLocks noChangeAspect="1"/>
          </p:cNvSpPr>
          <p:nvPr/>
        </p:nvSpPr>
        <p:spPr>
          <a:xfrm flipH="1">
            <a:off x="7027545" y="5080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1" name="星形: 四角 150"/>
          <p:cNvSpPr>
            <a:spLocks noChangeAspect="1"/>
          </p:cNvSpPr>
          <p:nvPr/>
        </p:nvSpPr>
        <p:spPr>
          <a:xfrm flipH="1">
            <a:off x="6967220" y="12471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2" name="星形: 四角 151"/>
          <p:cNvSpPr>
            <a:spLocks noChangeAspect="1"/>
          </p:cNvSpPr>
          <p:nvPr/>
        </p:nvSpPr>
        <p:spPr>
          <a:xfrm flipH="1">
            <a:off x="6386195" y="11842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3" name="星形: 四角 152"/>
          <p:cNvSpPr>
            <a:spLocks noChangeAspect="1"/>
          </p:cNvSpPr>
          <p:nvPr/>
        </p:nvSpPr>
        <p:spPr>
          <a:xfrm flipH="1">
            <a:off x="4973320" y="37331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4" name="星形: 四角 153"/>
          <p:cNvSpPr>
            <a:spLocks noChangeAspect="1"/>
          </p:cNvSpPr>
          <p:nvPr/>
        </p:nvSpPr>
        <p:spPr>
          <a:xfrm flipH="1">
            <a:off x="4246880" y="37693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5" name="星形: 四角 154"/>
          <p:cNvSpPr>
            <a:spLocks noChangeAspect="1"/>
          </p:cNvSpPr>
          <p:nvPr/>
        </p:nvSpPr>
        <p:spPr>
          <a:xfrm flipH="1">
            <a:off x="4511040" y="39300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6" name="星形: 四角 155"/>
          <p:cNvSpPr>
            <a:spLocks noChangeAspect="1"/>
          </p:cNvSpPr>
          <p:nvPr/>
        </p:nvSpPr>
        <p:spPr>
          <a:xfrm flipH="1">
            <a:off x="4671060" y="419417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7" name="星形: 四角 156"/>
          <p:cNvSpPr>
            <a:spLocks noChangeAspect="1"/>
          </p:cNvSpPr>
          <p:nvPr/>
        </p:nvSpPr>
        <p:spPr>
          <a:xfrm flipH="1">
            <a:off x="4810760" y="43872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8" name="星形: 四角 157"/>
          <p:cNvSpPr>
            <a:spLocks noChangeAspect="1"/>
          </p:cNvSpPr>
          <p:nvPr/>
        </p:nvSpPr>
        <p:spPr>
          <a:xfrm flipH="1">
            <a:off x="4373880" y="451294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9" name="星形: 四角 158"/>
          <p:cNvSpPr>
            <a:spLocks noChangeAspect="1"/>
          </p:cNvSpPr>
          <p:nvPr/>
        </p:nvSpPr>
        <p:spPr>
          <a:xfrm flipH="1">
            <a:off x="4094480" y="4850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0" name="星形: 四角 159"/>
          <p:cNvSpPr>
            <a:spLocks noChangeAspect="1"/>
          </p:cNvSpPr>
          <p:nvPr/>
        </p:nvSpPr>
        <p:spPr>
          <a:xfrm flipH="1">
            <a:off x="4792345" y="50285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1" name="星形: 四角 160"/>
          <p:cNvSpPr>
            <a:spLocks noChangeAspect="1"/>
          </p:cNvSpPr>
          <p:nvPr/>
        </p:nvSpPr>
        <p:spPr>
          <a:xfrm flipH="1">
            <a:off x="4986655" y="46183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2" name="星形: 四角 161"/>
          <p:cNvSpPr>
            <a:spLocks noChangeAspect="1"/>
          </p:cNvSpPr>
          <p:nvPr/>
        </p:nvSpPr>
        <p:spPr>
          <a:xfrm flipH="1">
            <a:off x="8766175" y="34994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3" name="星形: 四角 162"/>
          <p:cNvSpPr>
            <a:spLocks noChangeAspect="1"/>
          </p:cNvSpPr>
          <p:nvPr/>
        </p:nvSpPr>
        <p:spPr>
          <a:xfrm flipH="1">
            <a:off x="9064625" y="36487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4" name="星形: 四角 163"/>
          <p:cNvSpPr>
            <a:spLocks noChangeAspect="1"/>
          </p:cNvSpPr>
          <p:nvPr/>
        </p:nvSpPr>
        <p:spPr>
          <a:xfrm flipH="1">
            <a:off x="9629775" y="37566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5" name="星形: 四角 164"/>
          <p:cNvSpPr>
            <a:spLocks noChangeAspect="1"/>
          </p:cNvSpPr>
          <p:nvPr/>
        </p:nvSpPr>
        <p:spPr>
          <a:xfrm flipH="1">
            <a:off x="9197975" y="38550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6" name="星形: 四角 165"/>
          <p:cNvSpPr>
            <a:spLocks noChangeAspect="1"/>
          </p:cNvSpPr>
          <p:nvPr/>
        </p:nvSpPr>
        <p:spPr>
          <a:xfrm flipH="1">
            <a:off x="8918575" y="39820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7" name="星形: 四角 166"/>
          <p:cNvSpPr>
            <a:spLocks noChangeAspect="1"/>
          </p:cNvSpPr>
          <p:nvPr/>
        </p:nvSpPr>
        <p:spPr>
          <a:xfrm rot="2700000" flipH="1">
            <a:off x="11504930" y="9220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8" name="星形: 四角 167"/>
          <p:cNvSpPr>
            <a:spLocks noChangeAspect="1"/>
          </p:cNvSpPr>
          <p:nvPr/>
        </p:nvSpPr>
        <p:spPr>
          <a:xfrm flipH="1">
            <a:off x="11149330" y="8864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9" name="星形: 四角 168"/>
          <p:cNvSpPr>
            <a:spLocks noChangeAspect="1"/>
          </p:cNvSpPr>
          <p:nvPr/>
        </p:nvSpPr>
        <p:spPr>
          <a:xfrm rot="2700000" flipH="1">
            <a:off x="11269980" y="105918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0" name="星形: 四角 169"/>
          <p:cNvSpPr>
            <a:spLocks noChangeAspect="1"/>
          </p:cNvSpPr>
          <p:nvPr/>
        </p:nvSpPr>
        <p:spPr>
          <a:xfrm rot="2700000" flipH="1">
            <a:off x="11621770" y="12522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1" name="星形: 四角 170"/>
          <p:cNvSpPr>
            <a:spLocks noChangeAspect="1"/>
          </p:cNvSpPr>
          <p:nvPr/>
        </p:nvSpPr>
        <p:spPr>
          <a:xfrm rot="2700000" flipH="1">
            <a:off x="10757535" y="12192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2" name="星形: 四角 171"/>
          <p:cNvSpPr>
            <a:spLocks noChangeAspect="1"/>
          </p:cNvSpPr>
          <p:nvPr/>
        </p:nvSpPr>
        <p:spPr>
          <a:xfrm flipH="1">
            <a:off x="10077450" y="1040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3" name="星形: 四角 172"/>
          <p:cNvSpPr>
            <a:spLocks noChangeAspect="1"/>
          </p:cNvSpPr>
          <p:nvPr/>
        </p:nvSpPr>
        <p:spPr>
          <a:xfrm rot="2700000" flipH="1">
            <a:off x="10584815" y="16033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" name="星形: 四角 173"/>
          <p:cNvSpPr>
            <a:spLocks noChangeAspect="1"/>
          </p:cNvSpPr>
          <p:nvPr/>
        </p:nvSpPr>
        <p:spPr>
          <a:xfrm rot="2700000" flipH="1">
            <a:off x="11239500" y="18402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5" name="星形: 四角 174"/>
          <p:cNvSpPr>
            <a:spLocks noChangeAspect="1"/>
          </p:cNvSpPr>
          <p:nvPr/>
        </p:nvSpPr>
        <p:spPr>
          <a:xfrm rot="2700000" flipH="1">
            <a:off x="11675745" y="15487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6" name="星形: 四角 175"/>
          <p:cNvSpPr>
            <a:spLocks noChangeAspect="1"/>
          </p:cNvSpPr>
          <p:nvPr/>
        </p:nvSpPr>
        <p:spPr>
          <a:xfrm flipH="1">
            <a:off x="10029190" y="167767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7" name="星形: 四角 176"/>
          <p:cNvSpPr>
            <a:spLocks noChangeAspect="1"/>
          </p:cNvSpPr>
          <p:nvPr/>
        </p:nvSpPr>
        <p:spPr>
          <a:xfrm rot="2700000" flipH="1">
            <a:off x="4182745" y="18288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8" name="星形: 四角 177"/>
          <p:cNvSpPr>
            <a:spLocks noChangeAspect="1"/>
          </p:cNvSpPr>
          <p:nvPr/>
        </p:nvSpPr>
        <p:spPr>
          <a:xfrm flipH="1">
            <a:off x="3124200" y="272034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9" name="星形: 四角 178"/>
          <p:cNvSpPr>
            <a:spLocks noChangeAspect="1"/>
          </p:cNvSpPr>
          <p:nvPr/>
        </p:nvSpPr>
        <p:spPr>
          <a:xfrm rot="2700000" flipH="1">
            <a:off x="3338195" y="24872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0" name="星形: 四角 179"/>
          <p:cNvSpPr>
            <a:spLocks noChangeAspect="1"/>
          </p:cNvSpPr>
          <p:nvPr/>
        </p:nvSpPr>
        <p:spPr>
          <a:xfrm rot="2700000" flipH="1">
            <a:off x="3895090" y="258826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1" name="星形: 四角 180"/>
          <p:cNvSpPr>
            <a:spLocks noChangeAspect="1"/>
          </p:cNvSpPr>
          <p:nvPr/>
        </p:nvSpPr>
        <p:spPr>
          <a:xfrm flipH="1">
            <a:off x="3707765" y="295275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2" name="星形: 四角 181"/>
          <p:cNvSpPr>
            <a:spLocks noChangeAspect="1"/>
          </p:cNvSpPr>
          <p:nvPr/>
        </p:nvSpPr>
        <p:spPr>
          <a:xfrm flipH="1">
            <a:off x="4528820" y="27146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3" name="星形: 四角 182"/>
          <p:cNvSpPr>
            <a:spLocks noChangeAspect="1"/>
          </p:cNvSpPr>
          <p:nvPr/>
        </p:nvSpPr>
        <p:spPr>
          <a:xfrm flipH="1">
            <a:off x="3052445" y="14458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" name="星形: 四角 183"/>
          <p:cNvSpPr>
            <a:spLocks noChangeAspect="1"/>
          </p:cNvSpPr>
          <p:nvPr/>
        </p:nvSpPr>
        <p:spPr>
          <a:xfrm flipH="1">
            <a:off x="7700645" y="7245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5" name="星形: 四角 184"/>
          <p:cNvSpPr>
            <a:spLocks noChangeAspect="1"/>
          </p:cNvSpPr>
          <p:nvPr/>
        </p:nvSpPr>
        <p:spPr>
          <a:xfrm flipH="1">
            <a:off x="7999095" y="8737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6" name="星形: 四角 185"/>
          <p:cNvSpPr>
            <a:spLocks noChangeAspect="1"/>
          </p:cNvSpPr>
          <p:nvPr/>
        </p:nvSpPr>
        <p:spPr>
          <a:xfrm flipH="1">
            <a:off x="8564245" y="9817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7" name="星形: 四角 186"/>
          <p:cNvSpPr>
            <a:spLocks noChangeAspect="1"/>
          </p:cNvSpPr>
          <p:nvPr/>
        </p:nvSpPr>
        <p:spPr>
          <a:xfrm flipH="1">
            <a:off x="8132445" y="10801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8" name="星形: 四角 187"/>
          <p:cNvSpPr>
            <a:spLocks noChangeAspect="1"/>
          </p:cNvSpPr>
          <p:nvPr/>
        </p:nvSpPr>
        <p:spPr>
          <a:xfrm flipH="1">
            <a:off x="7853045" y="12071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9" name="星形: 四角 188"/>
          <p:cNvSpPr>
            <a:spLocks noChangeAspect="1"/>
          </p:cNvSpPr>
          <p:nvPr/>
        </p:nvSpPr>
        <p:spPr>
          <a:xfrm flipH="1">
            <a:off x="7411085" y="18326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>
            <a:off x="11528425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163574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174242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1528425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1" name="图表 20"/>
          <p:cNvGraphicFramePr/>
          <p:nvPr>
            <p:extLst>
              <p:ext uri="{D42A27DB-BD31-4B8C-83A1-F6EECF244321}">
                <p14:modId xmlns:p14="http://schemas.microsoft.com/office/powerpoint/2010/main" val="1946999469"/>
              </p:ext>
            </p:extLst>
          </p:nvPr>
        </p:nvGraphicFramePr>
        <p:xfrm>
          <a:off x="1001309" y="1792649"/>
          <a:ext cx="5900046" cy="28464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椭圆 11"/>
          <p:cNvSpPr/>
          <p:nvPr/>
        </p:nvSpPr>
        <p:spPr>
          <a:xfrm>
            <a:off x="1163574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74242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528425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7363460" y="1680882"/>
            <a:ext cx="2157058" cy="481763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l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输入小标题</a:t>
            </a:r>
          </a:p>
        </p:txBody>
      </p:sp>
      <p:sp>
        <p:nvSpPr>
          <p:cNvPr id="9" name="椭圆 8"/>
          <p:cNvSpPr/>
          <p:nvPr/>
        </p:nvSpPr>
        <p:spPr>
          <a:xfrm>
            <a:off x="1163574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4242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8" name="Freeform 158"/>
          <p:cNvSpPr>
            <a:spLocks noEditPoints="1"/>
          </p:cNvSpPr>
          <p:nvPr/>
        </p:nvSpPr>
        <p:spPr bwMode="auto">
          <a:xfrm>
            <a:off x="10755971" y="3027923"/>
            <a:ext cx="103418" cy="103418"/>
          </a:xfrm>
          <a:custGeom>
            <a:avLst/>
            <a:gdLst>
              <a:gd name="T0" fmla="*/ 16 w 32"/>
              <a:gd name="T1" fmla="*/ 0 h 32"/>
              <a:gd name="T2" fmla="*/ 0 w 32"/>
              <a:gd name="T3" fmla="*/ 16 h 32"/>
              <a:gd name="T4" fmla="*/ 16 w 32"/>
              <a:gd name="T5" fmla="*/ 32 h 32"/>
              <a:gd name="T6" fmla="*/ 32 w 32"/>
              <a:gd name="T7" fmla="*/ 16 h 32"/>
              <a:gd name="T8" fmla="*/ 16 w 32"/>
              <a:gd name="T9" fmla="*/ 0 h 32"/>
              <a:gd name="T10" fmla="*/ 16 w 32"/>
              <a:gd name="T11" fmla="*/ 28 h 32"/>
              <a:gd name="T12" fmla="*/ 4 w 32"/>
              <a:gd name="T13" fmla="*/ 16 h 32"/>
              <a:gd name="T14" fmla="*/ 16 w 32"/>
              <a:gd name="T15" fmla="*/ 4 h 32"/>
              <a:gd name="T16" fmla="*/ 28 w 32"/>
              <a:gd name="T17" fmla="*/ 16 h 32"/>
              <a:gd name="T18" fmla="*/ 16 w 32"/>
              <a:gd name="T19" fmla="*/ 2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" h="32">
                <a:moveTo>
                  <a:pt x="16" y="0"/>
                </a:moveTo>
                <a:cubicBezTo>
                  <a:pt x="7" y="0"/>
                  <a:pt x="0" y="7"/>
                  <a:pt x="0" y="16"/>
                </a:cubicBezTo>
                <a:cubicBezTo>
                  <a:pt x="0" y="25"/>
                  <a:pt x="7" y="32"/>
                  <a:pt x="16" y="32"/>
                </a:cubicBezTo>
                <a:cubicBezTo>
                  <a:pt x="25" y="32"/>
                  <a:pt x="32" y="25"/>
                  <a:pt x="32" y="16"/>
                </a:cubicBezTo>
                <a:cubicBezTo>
                  <a:pt x="32" y="7"/>
                  <a:pt x="25" y="0"/>
                  <a:pt x="16" y="0"/>
                </a:cubicBezTo>
                <a:close/>
                <a:moveTo>
                  <a:pt x="16" y="28"/>
                </a:moveTo>
                <a:cubicBezTo>
                  <a:pt x="9" y="28"/>
                  <a:pt x="4" y="23"/>
                  <a:pt x="4" y="16"/>
                </a:cubicBezTo>
                <a:cubicBezTo>
                  <a:pt x="4" y="9"/>
                  <a:pt x="9" y="4"/>
                  <a:pt x="16" y="4"/>
                </a:cubicBezTo>
                <a:cubicBezTo>
                  <a:pt x="23" y="4"/>
                  <a:pt x="28" y="9"/>
                  <a:pt x="28" y="16"/>
                </a:cubicBezTo>
                <a:cubicBezTo>
                  <a:pt x="28" y="23"/>
                  <a:pt x="23" y="28"/>
                  <a:pt x="16" y="28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 sz="2400" dirty="0">
              <a:solidFill>
                <a:schemeClr val="bg1"/>
              </a:solidFill>
              <a:latin typeface="宋体" panose="02010600030101010101" pitchFamily="2" charset="-122"/>
              <a:sym typeface="+mn-lt"/>
            </a:endParaRPr>
          </a:p>
        </p:txBody>
      </p:sp>
      <p:sp>
        <p:nvSpPr>
          <p:cNvPr id="219" name="Freeform 158"/>
          <p:cNvSpPr>
            <a:spLocks noEditPoints="1"/>
          </p:cNvSpPr>
          <p:nvPr/>
        </p:nvSpPr>
        <p:spPr bwMode="auto">
          <a:xfrm>
            <a:off x="10690315" y="2959138"/>
            <a:ext cx="234193" cy="234193"/>
          </a:xfrm>
          <a:custGeom>
            <a:avLst/>
            <a:gdLst>
              <a:gd name="T0" fmla="*/ 16 w 32"/>
              <a:gd name="T1" fmla="*/ 0 h 32"/>
              <a:gd name="T2" fmla="*/ 0 w 32"/>
              <a:gd name="T3" fmla="*/ 16 h 32"/>
              <a:gd name="T4" fmla="*/ 16 w 32"/>
              <a:gd name="T5" fmla="*/ 32 h 32"/>
              <a:gd name="T6" fmla="*/ 32 w 32"/>
              <a:gd name="T7" fmla="*/ 16 h 32"/>
              <a:gd name="T8" fmla="*/ 16 w 32"/>
              <a:gd name="T9" fmla="*/ 0 h 32"/>
              <a:gd name="T10" fmla="*/ 16 w 32"/>
              <a:gd name="T11" fmla="*/ 28 h 32"/>
              <a:gd name="T12" fmla="*/ 4 w 32"/>
              <a:gd name="T13" fmla="*/ 16 h 32"/>
              <a:gd name="T14" fmla="*/ 16 w 32"/>
              <a:gd name="T15" fmla="*/ 4 h 32"/>
              <a:gd name="T16" fmla="*/ 28 w 32"/>
              <a:gd name="T17" fmla="*/ 16 h 32"/>
              <a:gd name="T18" fmla="*/ 16 w 32"/>
              <a:gd name="T19" fmla="*/ 2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" h="32">
                <a:moveTo>
                  <a:pt x="16" y="0"/>
                </a:moveTo>
                <a:cubicBezTo>
                  <a:pt x="7" y="0"/>
                  <a:pt x="0" y="7"/>
                  <a:pt x="0" y="16"/>
                </a:cubicBezTo>
                <a:cubicBezTo>
                  <a:pt x="0" y="25"/>
                  <a:pt x="7" y="32"/>
                  <a:pt x="16" y="32"/>
                </a:cubicBezTo>
                <a:cubicBezTo>
                  <a:pt x="25" y="32"/>
                  <a:pt x="32" y="25"/>
                  <a:pt x="32" y="16"/>
                </a:cubicBezTo>
                <a:cubicBezTo>
                  <a:pt x="32" y="7"/>
                  <a:pt x="25" y="0"/>
                  <a:pt x="16" y="0"/>
                </a:cubicBezTo>
                <a:close/>
                <a:moveTo>
                  <a:pt x="16" y="28"/>
                </a:moveTo>
                <a:cubicBezTo>
                  <a:pt x="9" y="28"/>
                  <a:pt x="4" y="23"/>
                  <a:pt x="4" y="16"/>
                </a:cubicBezTo>
                <a:cubicBezTo>
                  <a:pt x="4" y="9"/>
                  <a:pt x="9" y="4"/>
                  <a:pt x="16" y="4"/>
                </a:cubicBezTo>
                <a:cubicBezTo>
                  <a:pt x="23" y="4"/>
                  <a:pt x="28" y="9"/>
                  <a:pt x="28" y="16"/>
                </a:cubicBezTo>
                <a:cubicBezTo>
                  <a:pt x="28" y="23"/>
                  <a:pt x="23" y="28"/>
                  <a:pt x="16" y="28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 sz="2400" dirty="0">
              <a:solidFill>
                <a:schemeClr val="bg1"/>
              </a:solidFill>
              <a:latin typeface="宋体" panose="02010600030101010101" pitchFamily="2" charset="-122"/>
              <a:sym typeface="+mn-lt"/>
            </a:endParaRPr>
          </a:p>
        </p:txBody>
      </p:sp>
      <p:sp>
        <p:nvSpPr>
          <p:cNvPr id="18" name="object 8" descr="e7d195523061f1c01d60fa9f1cfcbfb3d7dea265119d71e15FBB43640B43E9A75E03FE54C774D5D4779ED45933E78901D3CB0E69E39D04A9E1E9B25CF060C4BCA4D072860494D0D8E683C2FE58414E15877B695135D6CEB30962CF2075449C804E6F29D49CE62F2EB207CEA50615BC9B65D91765878A06D1A54029FD44ADE983229E43F72FFED854"/>
          <p:cNvSpPr txBox="1"/>
          <p:nvPr/>
        </p:nvSpPr>
        <p:spPr>
          <a:xfrm>
            <a:off x="1800860" y="688340"/>
            <a:ext cx="4108450" cy="541655"/>
          </a:xfrm>
          <a:prstGeom prst="rect">
            <a:avLst/>
          </a:prstGeom>
        </p:spPr>
        <p:txBody>
          <a:bodyPr lIns="0" tIns="0" rIns="0" bIns="0"/>
          <a:lstStyle/>
          <a:p>
            <a:pPr marL="7620" defTabSz="544195"/>
            <a:r>
              <a:rPr lang="zh-CN" altLang="en-US" sz="3200" b="1" spc="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Sans Pro Semibold"/>
              </a:rPr>
              <a:t>添加标题文本</a:t>
            </a:r>
          </a:p>
        </p:txBody>
      </p:sp>
      <p:sp>
        <p:nvSpPr>
          <p:cNvPr id="19" name="Freeform 23"/>
          <p:cNvSpPr/>
          <p:nvPr/>
        </p:nvSpPr>
        <p:spPr>
          <a:xfrm rot="1561435">
            <a:off x="994410" y="762635"/>
            <a:ext cx="501650" cy="495935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Freeform 23"/>
          <p:cNvSpPr/>
          <p:nvPr/>
        </p:nvSpPr>
        <p:spPr>
          <a:xfrm rot="20879087">
            <a:off x="1325880" y="598805"/>
            <a:ext cx="347345" cy="372745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7363460" y="4460916"/>
            <a:ext cx="373888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0" name="矩形 189"/>
          <p:cNvSpPr/>
          <p:nvPr/>
        </p:nvSpPr>
        <p:spPr>
          <a:xfrm>
            <a:off x="7417253" y="2432183"/>
            <a:ext cx="3457476" cy="20313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 2.0 55 Regular" panose="00020600040101010101" pitchFamily="18" charset="-122"/>
                <a:sym typeface="微软雅黑" panose="020B0503020204020204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  <a:endParaRPr lang="en-US" altLang="zh-CN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阿里巴巴普惠体 2.0 55 Regular" panose="00020600040101010101" pitchFamily="18" charset="-122"/>
              <a:sym typeface="微软雅黑" panose="020B0503020204020204" charset="-122"/>
            </a:endParaRPr>
          </a:p>
          <a:p>
            <a:pPr lvl="0">
              <a:lnSpc>
                <a:spcPct val="150000"/>
              </a:lnSpc>
            </a:pPr>
            <a:endParaRPr lang="en-US" altLang="zh-CN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阿里巴巴普惠体 2.0 55 Regular" panose="00020600040101010101" pitchFamily="18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 2.0 55 Regular" panose="00020600040101010101" pitchFamily="18" charset="-122"/>
                <a:sym typeface="微软雅黑" panose="020B0503020204020204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  <a:p>
            <a:pPr lvl="0">
              <a:lnSpc>
                <a:spcPct val="150000"/>
              </a:lnSpc>
            </a:pPr>
            <a:endParaRPr lang="zh-CN" altLang="en-US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阿里巴巴普惠体 2.0 55 Regular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191" name="矩形 190"/>
          <p:cNvSpPr/>
          <p:nvPr/>
        </p:nvSpPr>
        <p:spPr>
          <a:xfrm>
            <a:off x="7441185" y="4807568"/>
            <a:ext cx="3359704" cy="722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 2.0 55 Regular" panose="00020600040101010101" pitchFamily="18" charset="-122"/>
                <a:sym typeface="微软雅黑" panose="020B0503020204020204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pic>
        <p:nvPicPr>
          <p:cNvPr id="192" name="图片 191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934085" y="4601210"/>
            <a:ext cx="1929130" cy="1929130"/>
          </a:xfrm>
          <a:prstGeom prst="rect">
            <a:avLst/>
          </a:prstGeom>
        </p:spPr>
      </p:pic>
      <p:sp>
        <p:nvSpPr>
          <p:cNvPr id="4" name="矩形: 圆角 25"/>
          <p:cNvSpPr/>
          <p:nvPr/>
        </p:nvSpPr>
        <p:spPr>
          <a:xfrm>
            <a:off x="2968625" y="4490085"/>
            <a:ext cx="1125855" cy="430530"/>
          </a:xfrm>
          <a:prstGeom prst="roundRect">
            <a:avLst/>
          </a:prstGeom>
          <a:solidFill>
            <a:srgbClr val="2B55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微软雅黑" panose="020B0503020204020204" charset="-122"/>
              </a:rPr>
              <a:t>输入小标题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>
        <p:bldAsOne/>
      </p:bldGraphic>
      <p:bldP spid="26" grpId="0" bldLvl="0" animBg="1"/>
      <p:bldP spid="190" grpId="0"/>
      <p:bldP spid="191" grpId="0"/>
      <p:bldP spid="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427730" y="-1828165"/>
            <a:ext cx="5340350" cy="8695690"/>
            <a:chOff x="5398" y="-2879"/>
            <a:chExt cx="8410" cy="13694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7"/>
            <a:srcRect r="-262" b="24583"/>
            <a:stretch>
              <a:fillRect/>
            </a:stretch>
          </p:blipFill>
          <p:spPr>
            <a:xfrm>
              <a:off x="5398" y="-2879"/>
              <a:ext cx="8410" cy="13695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>
              <p:custDataLst>
                <p:tags r:id="rId43"/>
              </p:custDataLst>
            </p:nvPr>
          </p:nvGrpSpPr>
          <p:grpSpPr>
            <a:xfrm>
              <a:off x="6006" y="1099"/>
              <a:ext cx="6636" cy="9716"/>
              <a:chOff x="6006" y="1099"/>
              <a:chExt cx="6636" cy="9716"/>
            </a:xfrm>
          </p:grpSpPr>
          <p:sp>
            <p:nvSpPr>
              <p:cNvPr id="7" name="等腰三角形 6"/>
              <p:cNvSpPr/>
              <p:nvPr>
                <p:custDataLst>
                  <p:tags r:id="rId44"/>
                </p:custDataLst>
              </p:nvPr>
            </p:nvSpPr>
            <p:spPr>
              <a:xfrm>
                <a:off x="9013" y="1099"/>
                <a:ext cx="1055" cy="9717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椭圆 62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    <p:cNvSpPr/>
              <p:nvPr>
                <p:custDataLst>
                  <p:tags r:id="rId45"/>
                </p:custDataLst>
              </p:nvPr>
            </p:nvSpPr>
            <p:spPr>
              <a:xfrm>
                <a:off x="6006" y="2881"/>
                <a:ext cx="6637" cy="663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33000"/>
                    </a:schemeClr>
                  </a:gs>
                  <a:gs pos="100000">
                    <a:schemeClr val="bg1">
                      <a:alpha val="3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62" name="图片 61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8"/>
          <a:srcRect l="12972" r="9543"/>
          <a:stretch>
            <a:fillRect/>
          </a:stretch>
        </p:blipFill>
        <p:spPr>
          <a:xfrm>
            <a:off x="-175331" y="1602699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8" name="TextBox 8"/>
          <p:cNvSpPr txBox="1"/>
          <p:nvPr/>
        </p:nvSpPr>
        <p:spPr>
          <a:xfrm>
            <a:off x="378641" y="-1580841"/>
            <a:ext cx="12148566" cy="696471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5"/>
              </a:lnSpc>
              <a:spcBef>
                <a:spcPct val="0"/>
              </a:spcBef>
            </a:pPr>
            <a:endParaRPr sz="1200" dirty="0">
              <a:latin typeface="宋体" panose="02010600030101010101" pitchFamily="2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9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pic>
        <p:nvPicPr>
          <p:cNvPr id="64" name="图片 6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0"/>
          <a:stretch>
            <a:fillRect/>
          </a:stretch>
        </p:blipFill>
        <p:spPr>
          <a:xfrm rot="19834415">
            <a:off x="7402121" y="885262"/>
            <a:ext cx="1907585" cy="158734"/>
          </a:xfrm>
          <a:prstGeom prst="rect">
            <a:avLst/>
          </a:prstGeom>
        </p:spPr>
      </p:pic>
      <p:pic>
        <p:nvPicPr>
          <p:cNvPr id="67" name="图片 66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1"/>
          <a:stretch>
            <a:fillRect/>
          </a:stretch>
        </p:blipFill>
        <p:spPr>
          <a:xfrm rot="19834415">
            <a:off x="10963615" y="5023104"/>
            <a:ext cx="888978" cy="113651"/>
          </a:xfrm>
          <a:prstGeom prst="rect">
            <a:avLst/>
          </a:prstGeom>
        </p:spPr>
      </p:pic>
      <p:sp>
        <p:nvSpPr>
          <p:cNvPr id="78" name="椭圆 77"/>
          <p:cNvSpPr/>
          <p:nvPr>
            <p:custDataLst>
              <p:tags r:id="rId5"/>
            </p:custDataLst>
          </p:nvPr>
        </p:nvSpPr>
        <p:spPr>
          <a:xfrm>
            <a:off x="11528425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椭圆 78"/>
          <p:cNvSpPr/>
          <p:nvPr>
            <p:custDataLst>
              <p:tags r:id="rId6"/>
            </p:custDataLst>
          </p:nvPr>
        </p:nvSpPr>
        <p:spPr>
          <a:xfrm>
            <a:off x="1163574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椭圆 79"/>
          <p:cNvSpPr/>
          <p:nvPr>
            <p:custDataLst>
              <p:tags r:id="rId7"/>
            </p:custDataLst>
          </p:nvPr>
        </p:nvSpPr>
        <p:spPr>
          <a:xfrm>
            <a:off x="1174242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椭圆 74"/>
          <p:cNvSpPr/>
          <p:nvPr>
            <p:custDataLst>
              <p:tags r:id="rId8"/>
            </p:custDataLst>
          </p:nvPr>
        </p:nvSpPr>
        <p:spPr>
          <a:xfrm>
            <a:off x="11528425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椭圆 75"/>
          <p:cNvSpPr/>
          <p:nvPr>
            <p:custDataLst>
              <p:tags r:id="rId9"/>
            </p:custDataLst>
          </p:nvPr>
        </p:nvSpPr>
        <p:spPr>
          <a:xfrm>
            <a:off x="1163574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椭圆 76"/>
          <p:cNvSpPr/>
          <p:nvPr>
            <p:custDataLst>
              <p:tags r:id="rId10"/>
            </p:custDataLst>
          </p:nvPr>
        </p:nvSpPr>
        <p:spPr>
          <a:xfrm>
            <a:off x="1174242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椭圆 71"/>
          <p:cNvSpPr/>
          <p:nvPr>
            <p:custDataLst>
              <p:tags r:id="rId11"/>
            </p:custDataLst>
          </p:nvPr>
        </p:nvSpPr>
        <p:spPr>
          <a:xfrm>
            <a:off x="11528425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椭圆 72"/>
          <p:cNvSpPr/>
          <p:nvPr>
            <p:custDataLst>
              <p:tags r:id="rId12"/>
            </p:custDataLst>
          </p:nvPr>
        </p:nvSpPr>
        <p:spPr>
          <a:xfrm>
            <a:off x="1163574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椭圆 73"/>
          <p:cNvSpPr/>
          <p:nvPr>
            <p:custDataLst>
              <p:tags r:id="rId13"/>
            </p:custDataLst>
          </p:nvPr>
        </p:nvSpPr>
        <p:spPr>
          <a:xfrm>
            <a:off x="1174242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4"/>
            </p:custDataLst>
          </p:nvPr>
        </p:nvSpPr>
        <p:spPr>
          <a:xfrm>
            <a:off x="1427632" y="1768775"/>
            <a:ext cx="3713088" cy="8143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0" name="文本框 9"/>
          <p:cNvSpPr txBox="1"/>
          <p:nvPr>
            <p:custDataLst>
              <p:tags r:id="rId15"/>
            </p:custDataLst>
          </p:nvPr>
        </p:nvSpPr>
        <p:spPr>
          <a:xfrm>
            <a:off x="3863372" y="1396168"/>
            <a:ext cx="1437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r"/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添加标题文本</a:t>
            </a:r>
          </a:p>
        </p:txBody>
      </p:sp>
      <p:sp>
        <p:nvSpPr>
          <p:cNvPr id="15" name="文本框 14"/>
          <p:cNvSpPr txBox="1"/>
          <p:nvPr>
            <p:custDataLst>
              <p:tags r:id="rId16"/>
            </p:custDataLst>
          </p:nvPr>
        </p:nvSpPr>
        <p:spPr>
          <a:xfrm>
            <a:off x="2507585" y="3416016"/>
            <a:ext cx="1437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r"/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添加标题文本</a:t>
            </a: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3129562" y="4987953"/>
            <a:ext cx="1437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r"/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添加标题文本</a:t>
            </a:r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7766879" y="2223684"/>
            <a:ext cx="1437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添加标题文本</a:t>
            </a:r>
          </a:p>
        </p:txBody>
      </p:sp>
      <p:sp>
        <p:nvSpPr>
          <p:cNvPr id="25" name="文本框 24"/>
          <p:cNvSpPr txBox="1"/>
          <p:nvPr>
            <p:custDataLst>
              <p:tags r:id="rId19"/>
            </p:custDataLst>
          </p:nvPr>
        </p:nvSpPr>
        <p:spPr>
          <a:xfrm>
            <a:off x="7481653" y="5142687"/>
            <a:ext cx="14376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添加标题文本</a:t>
            </a:r>
          </a:p>
        </p:txBody>
      </p:sp>
      <p:sp>
        <p:nvSpPr>
          <p:cNvPr id="28" name="Arc 1"/>
          <p:cNvSpPr/>
          <p:nvPr>
            <p:custDataLst>
              <p:tags r:id="rId20"/>
            </p:custDataLst>
          </p:nvPr>
        </p:nvSpPr>
        <p:spPr>
          <a:xfrm>
            <a:off x="4337685" y="2182495"/>
            <a:ext cx="3508375" cy="3508375"/>
          </a:xfrm>
          <a:prstGeom prst="arc">
            <a:avLst>
              <a:gd name="adj1" fmla="val 2901203"/>
              <a:gd name="adj2" fmla="val 21394969"/>
            </a:avLst>
          </a:prstGeom>
          <a:ln w="152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400"/>
            <a:endParaRPr lang="en-US" dirty="0">
              <a:solidFill>
                <a:prstClr val="white">
                  <a:lumMod val="50000"/>
                </a:prstClr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4" name="Oval 87"/>
          <p:cNvSpPr/>
          <p:nvPr>
            <p:custDataLst>
              <p:tags r:id="rId21"/>
            </p:custDataLst>
          </p:nvPr>
        </p:nvSpPr>
        <p:spPr>
          <a:xfrm>
            <a:off x="4121785" y="3557270"/>
            <a:ext cx="499110" cy="4991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5" name="TextBox 88"/>
          <p:cNvSpPr txBox="1"/>
          <p:nvPr>
            <p:custDataLst>
              <p:tags r:id="rId22"/>
            </p:custDataLst>
          </p:nvPr>
        </p:nvSpPr>
        <p:spPr>
          <a:xfrm>
            <a:off x="3886200" y="3637280"/>
            <a:ext cx="97409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2000" dirty="0">
                <a:solidFill>
                  <a:schemeClr val="bg1"/>
                </a:solidFill>
                <a:latin typeface="宋体" panose="02010600030101010101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52" name="Oval 87"/>
          <p:cNvSpPr/>
          <p:nvPr>
            <p:custDataLst>
              <p:tags r:id="rId23"/>
            </p:custDataLst>
          </p:nvPr>
        </p:nvSpPr>
        <p:spPr>
          <a:xfrm>
            <a:off x="6630670" y="5240020"/>
            <a:ext cx="499110" cy="4991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3" name="TextBox 88"/>
          <p:cNvSpPr txBox="1"/>
          <p:nvPr>
            <p:custDataLst>
              <p:tags r:id="rId24"/>
            </p:custDataLst>
          </p:nvPr>
        </p:nvSpPr>
        <p:spPr>
          <a:xfrm>
            <a:off x="6393180" y="5300345"/>
            <a:ext cx="97409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2000" dirty="0">
                <a:solidFill>
                  <a:schemeClr val="bg1"/>
                </a:solidFill>
                <a:latin typeface="宋体" panose="02010600030101010101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50" name="Oval 87"/>
          <p:cNvSpPr/>
          <p:nvPr>
            <p:custDataLst>
              <p:tags r:id="rId25"/>
            </p:custDataLst>
          </p:nvPr>
        </p:nvSpPr>
        <p:spPr>
          <a:xfrm>
            <a:off x="4780280" y="5114290"/>
            <a:ext cx="499110" cy="4991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1" name="TextBox 88"/>
          <p:cNvSpPr txBox="1"/>
          <p:nvPr>
            <p:custDataLst>
              <p:tags r:id="rId26"/>
            </p:custDataLst>
          </p:nvPr>
        </p:nvSpPr>
        <p:spPr>
          <a:xfrm>
            <a:off x="4544695" y="5194300"/>
            <a:ext cx="97409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2000" dirty="0">
                <a:solidFill>
                  <a:schemeClr val="bg1"/>
                </a:solidFill>
                <a:latin typeface="宋体" panose="02010600030101010101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48" name="Oval 87"/>
          <p:cNvSpPr/>
          <p:nvPr>
            <p:custDataLst>
              <p:tags r:id="rId27"/>
            </p:custDataLst>
          </p:nvPr>
        </p:nvSpPr>
        <p:spPr>
          <a:xfrm>
            <a:off x="5307330" y="1983105"/>
            <a:ext cx="499110" cy="4991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49" name="TextBox 88"/>
          <p:cNvSpPr txBox="1"/>
          <p:nvPr>
            <p:custDataLst>
              <p:tags r:id="rId28"/>
            </p:custDataLst>
          </p:nvPr>
        </p:nvSpPr>
        <p:spPr>
          <a:xfrm>
            <a:off x="5071745" y="2063115"/>
            <a:ext cx="97409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4</a:t>
            </a:r>
            <a:endParaRPr lang="en-US" sz="2000" dirty="0">
              <a:solidFill>
                <a:schemeClr val="bg1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42" name="Oval 87"/>
          <p:cNvSpPr/>
          <p:nvPr>
            <p:custDataLst>
              <p:tags r:id="rId29"/>
            </p:custDataLst>
          </p:nvPr>
        </p:nvSpPr>
        <p:spPr>
          <a:xfrm>
            <a:off x="7135495" y="2503170"/>
            <a:ext cx="499110" cy="4991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47" name="TextBox 88"/>
          <p:cNvSpPr txBox="1"/>
          <p:nvPr>
            <p:custDataLst>
              <p:tags r:id="rId30"/>
            </p:custDataLst>
          </p:nvPr>
        </p:nvSpPr>
        <p:spPr>
          <a:xfrm>
            <a:off x="6899910" y="2583180"/>
            <a:ext cx="97409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5</a:t>
            </a:r>
            <a:endParaRPr lang="en-US" sz="2000" dirty="0">
              <a:solidFill>
                <a:schemeClr val="bg1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6" name="流程图: 接点 55"/>
          <p:cNvSpPr/>
          <p:nvPr>
            <p:custDataLst>
              <p:tags r:id="rId31"/>
            </p:custDataLst>
          </p:nvPr>
        </p:nvSpPr>
        <p:spPr>
          <a:xfrm>
            <a:off x="5337155" y="2042858"/>
            <a:ext cx="464767" cy="464767"/>
          </a:xfrm>
          <a:prstGeom prst="flowChartConnector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流程图: 接点 56"/>
          <p:cNvSpPr/>
          <p:nvPr>
            <p:custDataLst>
              <p:tags r:id="rId32"/>
            </p:custDataLst>
          </p:nvPr>
        </p:nvSpPr>
        <p:spPr>
          <a:xfrm>
            <a:off x="7147592" y="2541878"/>
            <a:ext cx="464767" cy="464767"/>
          </a:xfrm>
          <a:prstGeom prst="flowChartConnector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流程图: 接点 57"/>
          <p:cNvSpPr/>
          <p:nvPr>
            <p:custDataLst>
              <p:tags r:id="rId33"/>
            </p:custDataLst>
          </p:nvPr>
        </p:nvSpPr>
        <p:spPr>
          <a:xfrm>
            <a:off x="4123711" y="3562883"/>
            <a:ext cx="464767" cy="464767"/>
          </a:xfrm>
          <a:prstGeom prst="flowChartConnector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流程图: 接点 58"/>
          <p:cNvSpPr/>
          <p:nvPr>
            <p:custDataLst>
              <p:tags r:id="rId34"/>
            </p:custDataLst>
          </p:nvPr>
        </p:nvSpPr>
        <p:spPr>
          <a:xfrm>
            <a:off x="4794122" y="5142108"/>
            <a:ext cx="464767" cy="464767"/>
          </a:xfrm>
          <a:prstGeom prst="flowChartConnector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流程图: 接点 59"/>
          <p:cNvSpPr/>
          <p:nvPr>
            <p:custDataLst>
              <p:tags r:id="rId35"/>
            </p:custDataLst>
          </p:nvPr>
        </p:nvSpPr>
        <p:spPr>
          <a:xfrm>
            <a:off x="6657149" y="5279455"/>
            <a:ext cx="464767" cy="464767"/>
          </a:xfrm>
          <a:prstGeom prst="flowChartConnector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Freeform 46"/>
          <p:cNvSpPr/>
          <p:nvPr>
            <p:custDataLst>
              <p:tags r:id="rId36"/>
            </p:custDataLst>
          </p:nvPr>
        </p:nvSpPr>
        <p:spPr>
          <a:xfrm rot="18992739">
            <a:off x="365196" y="442763"/>
            <a:ext cx="765016" cy="786233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/>
            </a:stretch>
          </a:blipFill>
        </p:spPr>
      </p:sp>
      <p:sp>
        <p:nvSpPr>
          <p:cNvPr id="82" name="Freeform 46"/>
          <p:cNvSpPr/>
          <p:nvPr>
            <p:custDataLst>
              <p:tags r:id="rId37"/>
            </p:custDataLst>
          </p:nvPr>
        </p:nvSpPr>
        <p:spPr>
          <a:xfrm rot="18992739">
            <a:off x="343245" y="1508220"/>
            <a:ext cx="577263" cy="603656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/>
            </a:stretch>
          </a:blipFill>
        </p:spPr>
      </p:sp>
      <p:sp>
        <p:nvSpPr>
          <p:cNvPr id="2" name="文本框 1"/>
          <p:cNvSpPr txBox="1"/>
          <p:nvPr>
            <p:custDataLst>
              <p:tags r:id="rId38"/>
            </p:custDataLst>
          </p:nvPr>
        </p:nvSpPr>
        <p:spPr>
          <a:xfrm>
            <a:off x="326677" y="3839642"/>
            <a:ext cx="3713088" cy="8143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4" name="文本框 3"/>
          <p:cNvSpPr txBox="1"/>
          <p:nvPr>
            <p:custDataLst>
              <p:tags r:id="rId39"/>
            </p:custDataLst>
          </p:nvPr>
        </p:nvSpPr>
        <p:spPr>
          <a:xfrm>
            <a:off x="1081032" y="5322046"/>
            <a:ext cx="3713088" cy="8143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5" name="文本框 4"/>
          <p:cNvSpPr txBox="1"/>
          <p:nvPr>
            <p:custDataLst>
              <p:tags r:id="rId40"/>
            </p:custDataLst>
          </p:nvPr>
        </p:nvSpPr>
        <p:spPr>
          <a:xfrm>
            <a:off x="8143311" y="2646041"/>
            <a:ext cx="3713088" cy="8143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6" name="文本框 5"/>
          <p:cNvSpPr txBox="1"/>
          <p:nvPr>
            <p:custDataLst>
              <p:tags r:id="rId41"/>
            </p:custDataLst>
          </p:nvPr>
        </p:nvSpPr>
        <p:spPr>
          <a:xfrm>
            <a:off x="7446608" y="5514864"/>
            <a:ext cx="3713088" cy="8143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B90A6-F7F0-2287-32DF-8E70C3A6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2965A0E7-7C98-E391-A8BB-BEA3B104D1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72" r="9543"/>
          <a:stretch>
            <a:fillRect/>
          </a:stretch>
        </p:blipFill>
        <p:spPr>
          <a:xfrm>
            <a:off x="0" y="3611270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5" name="图片 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BFD8CB63-297B-D65E-B5B1-6C00A3024C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72" r="9543"/>
          <a:stretch>
            <a:fillRect/>
          </a:stretch>
        </p:blipFill>
        <p:spPr>
          <a:xfrm>
            <a:off x="0" y="29715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74FAF787-531B-CB97-5CC1-8FCCA8A8B0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pic>
        <p:nvPicPr>
          <p:cNvPr id="15" name="图片 1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303A3B21-F025-50D2-B6EF-9B4FAD230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834415">
            <a:off x="7402121" y="885262"/>
            <a:ext cx="1907585" cy="158734"/>
          </a:xfrm>
          <a:prstGeom prst="rect">
            <a:avLst/>
          </a:prstGeom>
        </p:spPr>
      </p:pic>
      <p:pic>
        <p:nvPicPr>
          <p:cNvPr id="16" name="图片 1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EC94D76B-3EDA-D5E4-B109-6D0C864A56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834415">
            <a:off x="10963615" y="5023104"/>
            <a:ext cx="888978" cy="113651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D5E3553A-6AF6-74BF-A768-B116FD513336}"/>
              </a:ext>
            </a:extLst>
          </p:cNvPr>
          <p:cNvGrpSpPr/>
          <p:nvPr/>
        </p:nvGrpSpPr>
        <p:grpSpPr>
          <a:xfrm>
            <a:off x="11528527" y="6150694"/>
            <a:ext cx="294640" cy="303828"/>
            <a:chOff x="1259840" y="5827410"/>
            <a:chExt cx="670560" cy="691470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9E6E3B22-509A-3533-34C0-F5A956F813A0}"/>
                </a:ext>
              </a:extLst>
            </p:cNvPr>
            <p:cNvGrpSpPr/>
            <p:nvPr/>
          </p:nvGrpSpPr>
          <p:grpSpPr>
            <a:xfrm>
              <a:off x="1259840" y="5827410"/>
              <a:ext cx="670560" cy="182880"/>
              <a:chOff x="1259840" y="5827410"/>
              <a:chExt cx="670560" cy="182880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90348CAB-7256-B572-FEC0-DB1A1B773A41}"/>
                  </a:ext>
                </a:extLst>
              </p:cNvPr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AD97C499-E24C-FF50-D9BA-CE7C06232434}"/>
                  </a:ext>
                </a:extLst>
              </p:cNvPr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00420612-CB41-0BCD-AF98-B513086E8CB2}"/>
                  </a:ext>
                </a:extLst>
              </p:cNvPr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206160B-3C71-5A4D-595A-DC96AEF64457}"/>
                </a:ext>
              </a:extLst>
            </p:cNvPr>
            <p:cNvGrpSpPr/>
            <p:nvPr/>
          </p:nvGrpSpPr>
          <p:grpSpPr>
            <a:xfrm>
              <a:off x="1259840" y="6081705"/>
              <a:ext cx="670560" cy="182880"/>
              <a:chOff x="1259840" y="5827410"/>
              <a:chExt cx="670560" cy="182880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9185E35F-605D-BB51-2746-D2C1CFF33014}"/>
                  </a:ext>
                </a:extLst>
              </p:cNvPr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E43A31EE-18EB-69CE-6999-BCC249C6B75D}"/>
                  </a:ext>
                </a:extLst>
              </p:cNvPr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939C82A7-B3C3-FC44-C40B-C2C218DC9569}"/>
                  </a:ext>
                </a:extLst>
              </p:cNvPr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CE2F4A40-7291-EDB6-4073-789F4D405E04}"/>
                </a:ext>
              </a:extLst>
            </p:cNvPr>
            <p:cNvGrpSpPr/>
            <p:nvPr/>
          </p:nvGrpSpPr>
          <p:grpSpPr>
            <a:xfrm>
              <a:off x="1259840" y="6336000"/>
              <a:ext cx="670560" cy="182880"/>
              <a:chOff x="1259840" y="5827410"/>
              <a:chExt cx="670560" cy="182880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592A51F6-8841-2663-3633-69645E757753}"/>
                  </a:ext>
                </a:extLst>
              </p:cNvPr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1AE2EF97-6520-524B-2C6B-75DF3CCD40E4}"/>
                  </a:ext>
                </a:extLst>
              </p:cNvPr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42D968D7-83A3-BCD6-B908-F358B89D1342}"/>
                  </a:ext>
                </a:extLst>
              </p:cNvPr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" name="椭圆 8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863C82AC-04AA-70A2-B338-ACFD5CB99C57}"/>
              </a:ext>
            </a:extLst>
          </p:cNvPr>
          <p:cNvSpPr/>
          <p:nvPr/>
        </p:nvSpPr>
        <p:spPr>
          <a:xfrm>
            <a:off x="2834005" y="-55245"/>
            <a:ext cx="6252210" cy="5247640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3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93BDA638-2C2F-4831-CFEA-E3A4A67EA5D8}"/>
              </a:ext>
            </a:extLst>
          </p:cNvPr>
          <p:cNvGrpSpPr/>
          <p:nvPr/>
        </p:nvGrpSpPr>
        <p:grpSpPr>
          <a:xfrm>
            <a:off x="4106545" y="2607794"/>
            <a:ext cx="5695315" cy="1086836"/>
            <a:chOff x="-40138" y="1964962"/>
            <a:chExt cx="6975885" cy="1120761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E613E5C-A650-0D3B-E931-A384AE1200BE}"/>
                </a:ext>
              </a:extLst>
            </p:cNvPr>
            <p:cNvSpPr/>
            <p:nvPr/>
          </p:nvSpPr>
          <p:spPr>
            <a:xfrm rot="1561435">
              <a:off x="5426858" y="2014074"/>
              <a:ext cx="501666" cy="598507"/>
            </a:xfrm>
            <a:custGeom>
              <a:avLst/>
              <a:gdLst/>
              <a:ahLst/>
              <a:cxnLst/>
              <a:rect l="l" t="t" r="r" b="b"/>
              <a:pathLst>
                <a:path w="752411" h="743860">
                  <a:moveTo>
                    <a:pt x="0" y="0"/>
                  </a:moveTo>
                  <a:lnTo>
                    <a:pt x="752411" y="0"/>
                  </a:lnTo>
                  <a:lnTo>
                    <a:pt x="752411" y="743860"/>
                  </a:lnTo>
                  <a:lnTo>
                    <a:pt x="0" y="743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E043484-4644-515B-0180-9CE131F6ACD0}"/>
                </a:ext>
              </a:extLst>
            </p:cNvPr>
            <p:cNvSpPr txBox="1"/>
            <p:nvPr/>
          </p:nvSpPr>
          <p:spPr>
            <a:xfrm>
              <a:off x="-40138" y="1964962"/>
              <a:ext cx="6975885" cy="11207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720"/>
                </a:lnSpc>
              </a:pPr>
              <a:r>
                <a:rPr lang="en-US" altLang="zh-CN" sz="5400" dirty="0">
                  <a:solidFill>
                    <a:srgbClr val="FFFF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02 </a:t>
              </a:r>
              <a:r>
                <a:rPr lang="zh-CN" altLang="en-US" sz="5400" b="1" dirty="0">
                  <a:solidFill>
                    <a:srgbClr val="FFFF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请输入标题</a:t>
              </a:r>
              <a:endParaRPr lang="en-US" sz="6000" b="1" dirty="0">
                <a:solidFill>
                  <a:srgbClr val="FFFFFF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" name="Freeform 45">
            <a:extLst>
              <a:ext uri="{FF2B5EF4-FFF2-40B4-BE49-F238E27FC236}">
                <a16:creationId xmlns:a16="http://schemas.microsoft.com/office/drawing/2014/main" id="{41F8AD5D-717C-B490-9A96-0655D860FE97}"/>
              </a:ext>
            </a:extLst>
          </p:cNvPr>
          <p:cNvSpPr/>
          <p:nvPr/>
        </p:nvSpPr>
        <p:spPr>
          <a:xfrm rot="21440243">
            <a:off x="8072120" y="2988310"/>
            <a:ext cx="1222375" cy="1519555"/>
          </a:xfrm>
          <a:custGeom>
            <a:avLst/>
            <a:gdLst/>
            <a:ahLst/>
            <a:cxnLst/>
            <a:rect l="l" t="t" r="r" b="b"/>
            <a:pathLst>
              <a:path w="2149877" h="1645671">
                <a:moveTo>
                  <a:pt x="0" y="0"/>
                </a:moveTo>
                <a:lnTo>
                  <a:pt x="2149877" y="0"/>
                </a:lnTo>
                <a:lnTo>
                  <a:pt x="2149877" y="1645671"/>
                </a:lnTo>
                <a:lnTo>
                  <a:pt x="0" y="16456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46">
            <a:extLst>
              <a:ext uri="{FF2B5EF4-FFF2-40B4-BE49-F238E27FC236}">
                <a16:creationId xmlns:a16="http://schemas.microsoft.com/office/drawing/2014/main" id="{04F69082-F55B-B18F-5E6C-DC3196A969C5}"/>
              </a:ext>
            </a:extLst>
          </p:cNvPr>
          <p:cNvSpPr/>
          <p:nvPr/>
        </p:nvSpPr>
        <p:spPr>
          <a:xfrm rot="18992739">
            <a:off x="8369300" y="4168140"/>
            <a:ext cx="526415" cy="762635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E7637D-398C-A522-ECA1-22C3A5E271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54224" y="1702282"/>
            <a:ext cx="5060391" cy="477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95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386080" y="-1786890"/>
            <a:ext cx="10857230" cy="8696325"/>
            <a:chOff x="5398" y="-2879"/>
            <a:chExt cx="17098" cy="13695"/>
          </a:xfrm>
        </p:grpSpPr>
        <p:pic>
          <p:nvPicPr>
            <p:cNvPr id="9" name="图片 8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/>
            <a:srcRect r="-262" b="24583"/>
            <a:stretch>
              <a:fillRect/>
            </a:stretch>
          </p:blipFill>
          <p:spPr>
            <a:xfrm>
              <a:off x="5398" y="-2879"/>
              <a:ext cx="8410" cy="13695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>
              <p:custDataLst>
                <p:tags r:id="rId2"/>
              </p:custDataLst>
            </p:nvPr>
          </p:nvGrpSpPr>
          <p:grpSpPr>
            <a:xfrm>
              <a:off x="9013" y="780"/>
              <a:ext cx="13483" cy="10036"/>
              <a:chOff x="9013" y="780"/>
              <a:chExt cx="13483" cy="10036"/>
            </a:xfrm>
          </p:grpSpPr>
          <p:sp>
            <p:nvSpPr>
              <p:cNvPr id="19" name="椭圆 18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    <p:cNvSpPr/>
              <p:nvPr>
                <p:custDataLst>
                  <p:tags r:id="rId3"/>
                </p:custDataLst>
              </p:nvPr>
            </p:nvSpPr>
            <p:spPr>
              <a:xfrm>
                <a:off x="15859" y="780"/>
                <a:ext cx="6637" cy="663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33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等腰三角形 13"/>
              <p:cNvSpPr/>
              <p:nvPr>
                <p:custDataLst>
                  <p:tags r:id="rId4"/>
                </p:custDataLst>
              </p:nvPr>
            </p:nvSpPr>
            <p:spPr>
              <a:xfrm>
                <a:off x="9013" y="1099"/>
                <a:ext cx="1055" cy="9717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12" name="图片 11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6545" y="693540"/>
            <a:ext cx="12190057" cy="536943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pic>
        <p:nvPicPr>
          <p:cNvPr id="64" name="图片 6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9834415">
            <a:off x="371295" y="1086101"/>
            <a:ext cx="1907585" cy="158734"/>
          </a:xfrm>
          <a:prstGeom prst="rect">
            <a:avLst/>
          </a:prstGeom>
        </p:spPr>
      </p:pic>
      <p:pic>
        <p:nvPicPr>
          <p:cNvPr id="67" name="图片 66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9834415">
            <a:off x="10963615" y="5023104"/>
            <a:ext cx="888978" cy="113651"/>
          </a:xfrm>
          <a:prstGeom prst="rect">
            <a:avLst/>
          </a:prstGeom>
        </p:spPr>
      </p:pic>
      <p:sp>
        <p:nvSpPr>
          <p:cNvPr id="78" name="椭圆 77"/>
          <p:cNvSpPr/>
          <p:nvPr/>
        </p:nvSpPr>
        <p:spPr>
          <a:xfrm>
            <a:off x="11528425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1163574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1174242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11528425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1163574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1174242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11528425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1163574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1174242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椭圆 1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SpPr/>
          <p:nvPr/>
        </p:nvSpPr>
        <p:spPr>
          <a:xfrm>
            <a:off x="834616" y="1771595"/>
            <a:ext cx="3612663" cy="3612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53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8140" y="5308600"/>
            <a:ext cx="1082040" cy="9645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8140" y="5308600"/>
            <a:ext cx="1082040" cy="964565"/>
          </a:xfrm>
          <a:prstGeom prst="rect">
            <a:avLst/>
          </a:prstGeom>
        </p:spPr>
      </p:pic>
      <p:pic>
        <p:nvPicPr>
          <p:cNvPr id="13" name="图片 12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53877" y="953900"/>
            <a:ext cx="749300" cy="749300"/>
          </a:xfrm>
          <a:prstGeom prst="rect">
            <a:avLst/>
          </a:prstGeom>
        </p:spPr>
      </p:pic>
      <p:sp>
        <p:nvSpPr>
          <p:cNvPr id="16" name="Rectangle 12" descr="e7d195523061f1c03a90ee8e42cb24248e56383cd534985688F9F494128731F165EE95AB4B0C0A38076AAEA07667B1565C446FC45FF01DFB0E885BCDBDF3A284F3DB14DA61DD97F0BAB2E6C668FB49318036C4C7D782F6BDE19F92129220AA4B6FDFAD75447861AE4CF4978A657099D2FE153C858A27D28331000F834BD4E44D9EA41F24362F38F2"/>
          <p:cNvSpPr/>
          <p:nvPr/>
        </p:nvSpPr>
        <p:spPr>
          <a:xfrm>
            <a:off x="5236185" y="2904411"/>
            <a:ext cx="5743558" cy="292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pitchFamily="34" charset="0"/>
              </a:rPr>
              <a:t>此处输入你的正文，文字是您理想的提炼，为了最终演示的良好效果，正文尽量简明扼要，内容可酌情增减文字，以便观者可以清楚理解您所传达的信息。此处输入你的正文，文字是您理想的提炼，为了最终演示的良好效果，正文尽量简明扼要内容可酌情增减文字，以便观者可以清楚理解您所传达的信息。</a:t>
            </a:r>
            <a:endParaRPr lang="en-US" altLang="zh-CN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pitchFamily="34" charset="0"/>
              </a:rPr>
              <a:t>此处输入你的正文，文字是您理想的提炼，为了最终演示的良好效果，正文尽量简明扼要，内容可酌情增减文字，以便观者可以清楚理解您所传达的信息。此处输入你的正文，文字是您理想的提炼，为了最终演示的良好效果，正文尽量简明扼要，内容可酌情增减文字，以便观者可以清楚理解您所传达的信息。</a:t>
            </a:r>
            <a:endParaRPr lang="en-US" altLang="zh-CN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pitchFamily="34" charset="0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  <a:p>
            <a:pPr>
              <a:lnSpc>
                <a:spcPct val="120000"/>
              </a:lnSpc>
            </a:pPr>
            <a:endParaRPr lang="zh-CN" altLang="en-US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7" name="Freeform 23"/>
          <p:cNvSpPr/>
          <p:nvPr/>
        </p:nvSpPr>
        <p:spPr>
          <a:xfrm rot="20074715">
            <a:off x="9246632" y="1640736"/>
            <a:ext cx="501607" cy="495907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Freeform 23"/>
          <p:cNvSpPr/>
          <p:nvPr/>
        </p:nvSpPr>
        <p:spPr>
          <a:xfrm rot="1561435">
            <a:off x="11879219" y="-98599"/>
            <a:ext cx="132869" cy="158075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object 8" descr="e7d195523061f1c01d60fa9f1cfcbfb3d7dea265119d71e15FBB43640B43E9A75E03FE54C774D5D4779ED45933E78901D3CB0E69E39D04A9E1E9B25CF060C4BCA4D072860494D0D8E683C2FE58414E15877B695135D6CEB30962CF2075449C804E6F29D49CE62F2EB207CEA50615BC9B65D91765878A06D1A54029FD44ADE983229E43F72FFED854"/>
          <p:cNvSpPr txBox="1"/>
          <p:nvPr/>
        </p:nvSpPr>
        <p:spPr>
          <a:xfrm>
            <a:off x="5746115" y="1626235"/>
            <a:ext cx="4108450" cy="541655"/>
          </a:xfrm>
          <a:prstGeom prst="rect">
            <a:avLst/>
          </a:prstGeom>
        </p:spPr>
        <p:txBody>
          <a:bodyPr lIns="0" tIns="0" rIns="0" bIns="0"/>
          <a:lstStyle/>
          <a:p>
            <a:pPr marL="7620" defTabSz="544195"/>
            <a:r>
              <a:rPr lang="zh-CN" altLang="en-US" sz="4400" b="1" spc="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Sans Pro Semibold"/>
              </a:rPr>
              <a:t>添加标题文本</a:t>
            </a:r>
          </a:p>
        </p:txBody>
      </p:sp>
      <p:sp>
        <p:nvSpPr>
          <p:cNvPr id="18" name="Freeform 23"/>
          <p:cNvSpPr/>
          <p:nvPr/>
        </p:nvSpPr>
        <p:spPr>
          <a:xfrm rot="1561435">
            <a:off x="4989195" y="1955800"/>
            <a:ext cx="501650" cy="495935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2" name="直线连接符 1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CxnSpPr/>
          <p:nvPr/>
        </p:nvCxnSpPr>
        <p:spPr>
          <a:xfrm>
            <a:off x="5787390" y="2391410"/>
            <a:ext cx="3644265" cy="0"/>
          </a:xfrm>
          <a:prstGeom prst="line">
            <a:avLst/>
          </a:prstGeom>
          <a:ln w="6350">
            <a:solidFill>
              <a:schemeClr val="bg1">
                <a:lumMod val="85000"/>
                <a:alpha val="9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9"/>
          <p:cNvSpPr/>
          <p:nvPr/>
        </p:nvSpPr>
        <p:spPr>
          <a:xfrm>
            <a:off x="8787765" y="1757045"/>
            <a:ext cx="1064260" cy="980440"/>
          </a:xfrm>
          <a:custGeom>
            <a:avLst/>
            <a:gdLst/>
            <a:ahLst/>
            <a:cxnLst/>
            <a:rect l="l" t="t" r="r" b="b"/>
            <a:pathLst>
              <a:path w="6027664" h="4614010">
                <a:moveTo>
                  <a:pt x="0" y="0"/>
                </a:moveTo>
                <a:lnTo>
                  <a:pt x="6027665" y="0"/>
                </a:lnTo>
                <a:lnTo>
                  <a:pt x="6027665" y="4614010"/>
                </a:lnTo>
                <a:lnTo>
                  <a:pt x="0" y="461401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7" name="Freeform 23"/>
          <p:cNvSpPr/>
          <p:nvPr/>
        </p:nvSpPr>
        <p:spPr>
          <a:xfrm rot="20879087">
            <a:off x="5271135" y="1536700"/>
            <a:ext cx="347345" cy="372745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2321752" y="2385179"/>
            <a:ext cx="547633" cy="547633"/>
          </a:xfrm>
          <a:prstGeom prst="rect">
            <a:avLst/>
          </a:prstGeom>
        </p:spPr>
      </p:pic>
      <p:pic>
        <p:nvPicPr>
          <p:cNvPr id="11" name="图片 10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7"/>
          <a:srcRect l="12972" r="9543"/>
          <a:stretch>
            <a:fillRect/>
          </a:stretch>
        </p:blipFill>
        <p:spPr>
          <a:xfrm>
            <a:off x="-925711" y="2043336"/>
            <a:ext cx="13237022" cy="3491474"/>
          </a:xfrm>
          <a:prstGeom prst="rect">
            <a:avLst/>
          </a:prstGeom>
        </p:spPr>
      </p:pic>
      <p:sp>
        <p:nvSpPr>
          <p:cNvPr id="6" name="椭圆 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SpPr/>
          <p:nvPr/>
        </p:nvSpPr>
        <p:spPr>
          <a:xfrm>
            <a:off x="1801376" y="-423472"/>
            <a:ext cx="4634228" cy="2808834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3000"/>
                </a:schemeClr>
              </a:gs>
              <a:gs pos="100000">
                <a:schemeClr val="bg1">
                  <a:alpha val="3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e7d195523061f1c0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 hidden="1"/>
          <p:cNvSpPr txBox="1"/>
          <p:nvPr/>
        </p:nvSpPr>
        <p:spPr>
          <a:xfrm>
            <a:off x="-383544" y="1803400"/>
            <a:ext cx="290195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汉仪中简黑简" panose="00020600040101010101" charset="-122"/>
                <a:cs typeface="+mn-cs"/>
              </a:rPr>
              <a:t>e7d195523061f1c01d60fa9f1cfcbfb3d7dea265119d71e15FBB43640B43E9A75E03FE54C774D5D4779ED45933E78901D3CB0E69E39D04A9E1E9B25CF060C4BCA4D072860494D0D8E683C2FE58414E15F715CF188FAA5D78EE3E8905D0111583BA92C73AE9E925E1EAE0A45DA8AD0AB7B65294B3F69C4AB093D0EBE744F13A4B0C2E7C926BB619DB</a:t>
            </a:r>
          </a:p>
        </p:txBody>
      </p:sp>
      <p:sp>
        <p:nvSpPr>
          <p:cNvPr id="4" name="Freeform 7"/>
          <p:cNvSpPr/>
          <p:nvPr>
            <p:custDataLst>
              <p:tags r:id="rId3"/>
            </p:custDataLst>
          </p:nvPr>
        </p:nvSpPr>
        <p:spPr>
          <a:xfrm>
            <a:off x="996315" y="2313940"/>
            <a:ext cx="4370070" cy="1485265"/>
          </a:xfrm>
          <a:custGeom>
            <a:avLst/>
            <a:gdLst/>
            <a:ahLst/>
            <a:cxnLst/>
            <a:rect l="l" t="t" r="r" b="b"/>
            <a:pathLst>
              <a:path w="1956443" h="664859">
                <a:moveTo>
                  <a:pt x="0" y="0"/>
                </a:moveTo>
                <a:lnTo>
                  <a:pt x="1956443" y="0"/>
                </a:lnTo>
                <a:lnTo>
                  <a:pt x="1956443" y="664859"/>
                </a:lnTo>
                <a:lnTo>
                  <a:pt x="0" y="664859"/>
                </a:lnTo>
                <a:close/>
              </a:path>
            </a:pathLst>
          </a:custGeom>
          <a:solidFill>
            <a:schemeClr val="bg1">
              <a:alpha val="58000"/>
            </a:schemeClr>
          </a:solidFill>
        </p:spPr>
      </p:sp>
      <p:sp>
        <p:nvSpPr>
          <p:cNvPr id="7" name="TextBox 8"/>
          <p:cNvSpPr txBox="1"/>
          <p:nvPr>
            <p:custDataLst>
              <p:tags r:id="rId4"/>
            </p:custDataLst>
          </p:nvPr>
        </p:nvSpPr>
        <p:spPr>
          <a:xfrm>
            <a:off x="996315" y="2207895"/>
            <a:ext cx="4370070" cy="1591310"/>
          </a:xfrm>
          <a:prstGeom prst="rect">
            <a:avLst/>
          </a:prstGeom>
          <a:solidFill>
            <a:schemeClr val="bg1">
              <a:alpha val="58000"/>
            </a:schemeClr>
          </a:solidFill>
        </p:spPr>
        <p:txBody>
          <a:bodyPr lIns="31261" tIns="31261" rIns="31261" bIns="31261" rtlCol="0" anchor="ctr"/>
          <a:lstStyle/>
          <a:p>
            <a:pPr algn="ctr">
              <a:lnSpc>
                <a:spcPts val="1775"/>
              </a:lnSpc>
            </a:pPr>
            <a:endParaRPr sz="1200" dirty="0">
              <a:latin typeface="宋体" panose="02010600030101010101" pitchFamily="2" charset="-122"/>
            </a:endParaRPr>
          </a:p>
        </p:txBody>
      </p:sp>
      <p:sp>
        <p:nvSpPr>
          <p:cNvPr id="9" name="Freeform 10"/>
          <p:cNvSpPr/>
          <p:nvPr>
            <p:custDataLst>
              <p:tags r:id="rId5"/>
            </p:custDataLst>
          </p:nvPr>
        </p:nvSpPr>
        <p:spPr>
          <a:xfrm>
            <a:off x="656590" y="2717165"/>
            <a:ext cx="678815" cy="67881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Box 11"/>
          <p:cNvSpPr txBox="1"/>
          <p:nvPr/>
        </p:nvSpPr>
        <p:spPr>
          <a:xfrm>
            <a:off x="720090" y="2740660"/>
            <a:ext cx="551815" cy="591185"/>
          </a:xfrm>
          <a:prstGeom prst="rect">
            <a:avLst/>
          </a:prstGeom>
        </p:spPr>
        <p:txBody>
          <a:bodyPr lIns="10314" tIns="10314" rIns="10314" bIns="10314" rtlCol="0" anchor="ctr"/>
          <a:lstStyle/>
          <a:p>
            <a:pPr algn="ctr">
              <a:lnSpc>
                <a:spcPts val="1775"/>
              </a:lnSpc>
            </a:pPr>
            <a:endParaRPr sz="1200" dirty="0">
              <a:latin typeface="宋体" panose="02010600030101010101" pitchFamily="2" charset="-122"/>
            </a:endParaRPr>
          </a:p>
        </p:txBody>
      </p:sp>
      <p:sp>
        <p:nvSpPr>
          <p:cNvPr id="13" name="Freeform 13"/>
          <p:cNvSpPr/>
          <p:nvPr>
            <p:custDataLst>
              <p:tags r:id="rId6"/>
            </p:custDataLst>
          </p:nvPr>
        </p:nvSpPr>
        <p:spPr>
          <a:xfrm>
            <a:off x="883920" y="2933065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203200" y="0"/>
                </a:lnTo>
                <a:lnTo>
                  <a:pt x="406400" y="203200"/>
                </a:lnTo>
                <a:lnTo>
                  <a:pt x="203200" y="406400"/>
                </a:lnTo>
                <a:lnTo>
                  <a:pt x="0" y="406400"/>
                </a:lnTo>
                <a:lnTo>
                  <a:pt x="203200" y="203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14" name="TextBox 14"/>
          <p:cNvSpPr txBox="1"/>
          <p:nvPr/>
        </p:nvSpPr>
        <p:spPr>
          <a:xfrm>
            <a:off x="998855" y="2901950"/>
            <a:ext cx="98425" cy="293370"/>
          </a:xfrm>
          <a:prstGeom prst="rect">
            <a:avLst/>
          </a:prstGeom>
        </p:spPr>
        <p:txBody>
          <a:bodyPr lIns="10314" tIns="10314" rIns="10314" bIns="10314" rtlCol="0" anchor="ctr"/>
          <a:lstStyle/>
          <a:p>
            <a:pPr algn="ctr">
              <a:lnSpc>
                <a:spcPts val="1775"/>
              </a:lnSpc>
            </a:pPr>
            <a:endParaRPr sz="1200" dirty="0">
              <a:ln w="12700">
                <a:solidFill>
                  <a:schemeClr val="tx1"/>
                </a:solidFill>
              </a:ln>
              <a:latin typeface="宋体" panose="02010600030101010101" pitchFamily="2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7"/>
            </p:custDataLst>
          </p:nvPr>
        </p:nvSpPr>
        <p:spPr>
          <a:xfrm>
            <a:off x="1605280" y="3009900"/>
            <a:ext cx="3392805" cy="58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pitchFamily="34" charset="0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6" name="TextBox 16"/>
          <p:cNvSpPr txBox="1"/>
          <p:nvPr>
            <p:custDataLst>
              <p:tags r:id="rId8"/>
            </p:custDataLst>
          </p:nvPr>
        </p:nvSpPr>
        <p:spPr>
          <a:xfrm>
            <a:off x="1602740" y="2530475"/>
            <a:ext cx="3392805" cy="37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zh-CN" altLang="en-US" sz="2400" b="1" dirty="0">
                <a:solidFill>
                  <a:srgbClr val="001E4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添加标题文本</a:t>
            </a:r>
          </a:p>
        </p:txBody>
      </p:sp>
      <p:sp>
        <p:nvSpPr>
          <p:cNvPr id="17" name="Freeform 17"/>
          <p:cNvSpPr/>
          <p:nvPr>
            <p:custDataLst>
              <p:tags r:id="rId9"/>
            </p:custDataLst>
          </p:nvPr>
        </p:nvSpPr>
        <p:spPr>
          <a:xfrm rot="20453822">
            <a:off x="4828572" y="3136621"/>
            <a:ext cx="1074939" cy="822836"/>
          </a:xfrm>
          <a:custGeom>
            <a:avLst/>
            <a:gdLst/>
            <a:ahLst/>
            <a:cxnLst/>
            <a:rect l="l" t="t" r="r" b="b"/>
            <a:pathLst>
              <a:path w="2149877" h="1645671">
                <a:moveTo>
                  <a:pt x="0" y="0"/>
                </a:moveTo>
                <a:lnTo>
                  <a:pt x="2149877" y="0"/>
                </a:lnTo>
                <a:lnTo>
                  <a:pt x="2149877" y="1645671"/>
                </a:lnTo>
                <a:lnTo>
                  <a:pt x="0" y="1645671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18" name="Freeform 18"/>
          <p:cNvSpPr/>
          <p:nvPr>
            <p:custDataLst>
              <p:tags r:id="rId10"/>
            </p:custDataLst>
          </p:nvPr>
        </p:nvSpPr>
        <p:spPr>
          <a:xfrm rot="18992739">
            <a:off x="5440352" y="3472197"/>
            <a:ext cx="366166" cy="362005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21" name="Freeform 7"/>
          <p:cNvSpPr/>
          <p:nvPr>
            <p:custDataLst>
              <p:tags r:id="rId11"/>
            </p:custDataLst>
          </p:nvPr>
        </p:nvSpPr>
        <p:spPr>
          <a:xfrm>
            <a:off x="6774815" y="2328545"/>
            <a:ext cx="4370070" cy="1485265"/>
          </a:xfrm>
          <a:custGeom>
            <a:avLst/>
            <a:gdLst/>
            <a:ahLst/>
            <a:cxnLst/>
            <a:rect l="l" t="t" r="r" b="b"/>
            <a:pathLst>
              <a:path w="1956443" h="664859">
                <a:moveTo>
                  <a:pt x="0" y="0"/>
                </a:moveTo>
                <a:lnTo>
                  <a:pt x="1956443" y="0"/>
                </a:lnTo>
                <a:lnTo>
                  <a:pt x="1956443" y="664859"/>
                </a:lnTo>
                <a:lnTo>
                  <a:pt x="0" y="664859"/>
                </a:lnTo>
                <a:close/>
              </a:path>
            </a:pathLst>
          </a:custGeom>
          <a:solidFill>
            <a:schemeClr val="bg1">
              <a:alpha val="58000"/>
            </a:schemeClr>
          </a:solidFill>
        </p:spPr>
      </p:sp>
      <p:sp>
        <p:nvSpPr>
          <p:cNvPr id="22" name="TextBox 8"/>
          <p:cNvSpPr txBox="1"/>
          <p:nvPr>
            <p:custDataLst>
              <p:tags r:id="rId12"/>
            </p:custDataLst>
          </p:nvPr>
        </p:nvSpPr>
        <p:spPr>
          <a:xfrm>
            <a:off x="6774815" y="2221865"/>
            <a:ext cx="4370070" cy="1591310"/>
          </a:xfrm>
          <a:prstGeom prst="rect">
            <a:avLst/>
          </a:prstGeom>
          <a:solidFill>
            <a:schemeClr val="bg1">
              <a:alpha val="58000"/>
            </a:schemeClr>
          </a:solidFill>
        </p:spPr>
        <p:txBody>
          <a:bodyPr lIns="31261" tIns="31261" rIns="31261" bIns="31261" rtlCol="0" anchor="ctr"/>
          <a:lstStyle/>
          <a:p>
            <a:pPr algn="ctr">
              <a:lnSpc>
                <a:spcPts val="1775"/>
              </a:lnSpc>
            </a:pPr>
            <a:endParaRPr sz="1200" dirty="0">
              <a:latin typeface="宋体" panose="02010600030101010101" pitchFamily="2" charset="-122"/>
            </a:endParaRPr>
          </a:p>
        </p:txBody>
      </p:sp>
      <p:sp>
        <p:nvSpPr>
          <p:cNvPr id="26" name="Freeform 10"/>
          <p:cNvSpPr/>
          <p:nvPr>
            <p:custDataLst>
              <p:tags r:id="rId13"/>
            </p:custDataLst>
          </p:nvPr>
        </p:nvSpPr>
        <p:spPr>
          <a:xfrm>
            <a:off x="6435725" y="2731770"/>
            <a:ext cx="678815" cy="67881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TextBox 11"/>
          <p:cNvSpPr txBox="1"/>
          <p:nvPr/>
        </p:nvSpPr>
        <p:spPr>
          <a:xfrm>
            <a:off x="6499225" y="2755265"/>
            <a:ext cx="551815" cy="591185"/>
          </a:xfrm>
          <a:prstGeom prst="rect">
            <a:avLst/>
          </a:prstGeom>
        </p:spPr>
        <p:txBody>
          <a:bodyPr lIns="10314" tIns="10314" rIns="10314" bIns="10314" rtlCol="0" anchor="ctr"/>
          <a:lstStyle/>
          <a:p>
            <a:pPr algn="ctr">
              <a:lnSpc>
                <a:spcPts val="1775"/>
              </a:lnSpc>
            </a:pPr>
            <a:endParaRPr sz="1200" dirty="0">
              <a:latin typeface="宋体" panose="02010600030101010101" pitchFamily="2" charset="-122"/>
            </a:endParaRPr>
          </a:p>
        </p:txBody>
      </p:sp>
      <p:sp>
        <p:nvSpPr>
          <p:cNvPr id="29" name="Freeform 13"/>
          <p:cNvSpPr/>
          <p:nvPr>
            <p:custDataLst>
              <p:tags r:id="rId14"/>
            </p:custDataLst>
          </p:nvPr>
        </p:nvSpPr>
        <p:spPr>
          <a:xfrm>
            <a:off x="6663055" y="2947670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203200" y="0"/>
                </a:lnTo>
                <a:lnTo>
                  <a:pt x="406400" y="203200"/>
                </a:lnTo>
                <a:lnTo>
                  <a:pt x="203200" y="406400"/>
                </a:lnTo>
                <a:lnTo>
                  <a:pt x="0" y="406400"/>
                </a:lnTo>
                <a:lnTo>
                  <a:pt x="203200" y="203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30" name="TextBox 14"/>
          <p:cNvSpPr txBox="1"/>
          <p:nvPr/>
        </p:nvSpPr>
        <p:spPr>
          <a:xfrm>
            <a:off x="6777990" y="2916555"/>
            <a:ext cx="98425" cy="293370"/>
          </a:xfrm>
          <a:prstGeom prst="rect">
            <a:avLst/>
          </a:prstGeom>
        </p:spPr>
        <p:txBody>
          <a:bodyPr lIns="10314" tIns="10314" rIns="10314" bIns="10314" rtlCol="0" anchor="ctr"/>
          <a:lstStyle/>
          <a:p>
            <a:pPr algn="ctr">
              <a:lnSpc>
                <a:spcPts val="1775"/>
              </a:lnSpc>
            </a:pPr>
            <a:endParaRPr sz="1200" dirty="0">
              <a:ln w="12700">
                <a:solidFill>
                  <a:schemeClr val="tx1"/>
                </a:solidFill>
              </a:ln>
              <a:latin typeface="宋体" panose="02010600030101010101" pitchFamily="2" charset="-122"/>
            </a:endParaRPr>
          </a:p>
        </p:txBody>
      </p:sp>
      <p:sp>
        <p:nvSpPr>
          <p:cNvPr id="33" name="Freeform 17"/>
          <p:cNvSpPr/>
          <p:nvPr>
            <p:custDataLst>
              <p:tags r:id="rId15"/>
            </p:custDataLst>
          </p:nvPr>
        </p:nvSpPr>
        <p:spPr>
          <a:xfrm rot="20453822">
            <a:off x="10607486" y="3151133"/>
            <a:ext cx="1074939" cy="822836"/>
          </a:xfrm>
          <a:custGeom>
            <a:avLst/>
            <a:gdLst/>
            <a:ahLst/>
            <a:cxnLst/>
            <a:rect l="l" t="t" r="r" b="b"/>
            <a:pathLst>
              <a:path w="2149877" h="1645671">
                <a:moveTo>
                  <a:pt x="0" y="0"/>
                </a:moveTo>
                <a:lnTo>
                  <a:pt x="2149877" y="0"/>
                </a:lnTo>
                <a:lnTo>
                  <a:pt x="2149877" y="1645671"/>
                </a:lnTo>
                <a:lnTo>
                  <a:pt x="0" y="1645671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34" name="Freeform 18"/>
          <p:cNvSpPr/>
          <p:nvPr>
            <p:custDataLst>
              <p:tags r:id="rId16"/>
            </p:custDataLst>
          </p:nvPr>
        </p:nvSpPr>
        <p:spPr>
          <a:xfrm rot="18992739">
            <a:off x="11219266" y="3486709"/>
            <a:ext cx="366166" cy="362005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37" name="Freeform 7"/>
          <p:cNvSpPr/>
          <p:nvPr>
            <p:custDataLst>
              <p:tags r:id="rId17"/>
            </p:custDataLst>
          </p:nvPr>
        </p:nvSpPr>
        <p:spPr>
          <a:xfrm>
            <a:off x="984250" y="4505325"/>
            <a:ext cx="4370070" cy="1485265"/>
          </a:xfrm>
          <a:custGeom>
            <a:avLst/>
            <a:gdLst/>
            <a:ahLst/>
            <a:cxnLst/>
            <a:rect l="l" t="t" r="r" b="b"/>
            <a:pathLst>
              <a:path w="1956443" h="664859">
                <a:moveTo>
                  <a:pt x="0" y="0"/>
                </a:moveTo>
                <a:lnTo>
                  <a:pt x="1956443" y="0"/>
                </a:lnTo>
                <a:lnTo>
                  <a:pt x="1956443" y="664859"/>
                </a:lnTo>
                <a:lnTo>
                  <a:pt x="0" y="664859"/>
                </a:lnTo>
                <a:close/>
              </a:path>
            </a:pathLst>
          </a:custGeom>
          <a:solidFill>
            <a:schemeClr val="bg1">
              <a:alpha val="58000"/>
            </a:schemeClr>
          </a:solidFill>
        </p:spPr>
      </p:sp>
      <p:sp>
        <p:nvSpPr>
          <p:cNvPr id="38" name="TextBox 8"/>
          <p:cNvSpPr txBox="1"/>
          <p:nvPr>
            <p:custDataLst>
              <p:tags r:id="rId18"/>
            </p:custDataLst>
          </p:nvPr>
        </p:nvSpPr>
        <p:spPr>
          <a:xfrm>
            <a:off x="984250" y="4398645"/>
            <a:ext cx="4370070" cy="1591310"/>
          </a:xfrm>
          <a:prstGeom prst="rect">
            <a:avLst/>
          </a:prstGeom>
          <a:solidFill>
            <a:schemeClr val="bg1">
              <a:alpha val="58000"/>
            </a:schemeClr>
          </a:solidFill>
        </p:spPr>
        <p:txBody>
          <a:bodyPr lIns="31261" tIns="31261" rIns="31261" bIns="31261" rtlCol="0" anchor="ctr"/>
          <a:lstStyle/>
          <a:p>
            <a:pPr algn="ctr">
              <a:lnSpc>
                <a:spcPts val="1775"/>
              </a:lnSpc>
            </a:pPr>
            <a:endParaRPr sz="1200" dirty="0">
              <a:latin typeface="宋体" panose="02010600030101010101" pitchFamily="2" charset="-122"/>
            </a:endParaRPr>
          </a:p>
        </p:txBody>
      </p:sp>
      <p:sp>
        <p:nvSpPr>
          <p:cNvPr id="40" name="Freeform 10"/>
          <p:cNvSpPr/>
          <p:nvPr>
            <p:custDataLst>
              <p:tags r:id="rId19"/>
            </p:custDataLst>
          </p:nvPr>
        </p:nvSpPr>
        <p:spPr>
          <a:xfrm>
            <a:off x="644525" y="4908550"/>
            <a:ext cx="678815" cy="67881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TextBox 11"/>
          <p:cNvSpPr txBox="1"/>
          <p:nvPr/>
        </p:nvSpPr>
        <p:spPr>
          <a:xfrm>
            <a:off x="708660" y="4932045"/>
            <a:ext cx="551815" cy="591185"/>
          </a:xfrm>
          <a:prstGeom prst="rect">
            <a:avLst/>
          </a:prstGeom>
        </p:spPr>
        <p:txBody>
          <a:bodyPr lIns="10314" tIns="10314" rIns="10314" bIns="10314" rtlCol="0" anchor="ctr"/>
          <a:lstStyle/>
          <a:p>
            <a:pPr algn="ctr">
              <a:lnSpc>
                <a:spcPts val="1775"/>
              </a:lnSpc>
            </a:pPr>
            <a:endParaRPr sz="1200" dirty="0">
              <a:latin typeface="宋体" panose="02010600030101010101" pitchFamily="2" charset="-122"/>
            </a:endParaRPr>
          </a:p>
        </p:txBody>
      </p:sp>
      <p:sp>
        <p:nvSpPr>
          <p:cNvPr id="43" name="Freeform 13"/>
          <p:cNvSpPr/>
          <p:nvPr>
            <p:custDataLst>
              <p:tags r:id="rId20"/>
            </p:custDataLst>
          </p:nvPr>
        </p:nvSpPr>
        <p:spPr>
          <a:xfrm>
            <a:off x="871855" y="5124450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203200" y="0"/>
                </a:lnTo>
                <a:lnTo>
                  <a:pt x="406400" y="203200"/>
                </a:lnTo>
                <a:lnTo>
                  <a:pt x="203200" y="406400"/>
                </a:lnTo>
                <a:lnTo>
                  <a:pt x="0" y="406400"/>
                </a:lnTo>
                <a:lnTo>
                  <a:pt x="203200" y="203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44" name="TextBox 14"/>
          <p:cNvSpPr txBox="1"/>
          <p:nvPr/>
        </p:nvSpPr>
        <p:spPr>
          <a:xfrm>
            <a:off x="986790" y="5093335"/>
            <a:ext cx="98425" cy="293370"/>
          </a:xfrm>
          <a:prstGeom prst="rect">
            <a:avLst/>
          </a:prstGeom>
        </p:spPr>
        <p:txBody>
          <a:bodyPr lIns="10314" tIns="10314" rIns="10314" bIns="10314" rtlCol="0" anchor="ctr"/>
          <a:lstStyle/>
          <a:p>
            <a:pPr algn="ctr">
              <a:lnSpc>
                <a:spcPts val="1775"/>
              </a:lnSpc>
            </a:pPr>
            <a:endParaRPr sz="1200" dirty="0">
              <a:ln w="12700">
                <a:solidFill>
                  <a:schemeClr val="tx1"/>
                </a:solidFill>
              </a:ln>
              <a:latin typeface="宋体" panose="02010600030101010101" pitchFamily="2" charset="-122"/>
            </a:endParaRPr>
          </a:p>
        </p:txBody>
      </p:sp>
      <p:sp>
        <p:nvSpPr>
          <p:cNvPr id="47" name="Freeform 17"/>
          <p:cNvSpPr/>
          <p:nvPr>
            <p:custDataLst>
              <p:tags r:id="rId21"/>
            </p:custDataLst>
          </p:nvPr>
        </p:nvSpPr>
        <p:spPr>
          <a:xfrm rot="20453822">
            <a:off x="4816657" y="5327909"/>
            <a:ext cx="1074939" cy="822836"/>
          </a:xfrm>
          <a:custGeom>
            <a:avLst/>
            <a:gdLst/>
            <a:ahLst/>
            <a:cxnLst/>
            <a:rect l="l" t="t" r="r" b="b"/>
            <a:pathLst>
              <a:path w="2149877" h="1645671">
                <a:moveTo>
                  <a:pt x="0" y="0"/>
                </a:moveTo>
                <a:lnTo>
                  <a:pt x="2149877" y="0"/>
                </a:lnTo>
                <a:lnTo>
                  <a:pt x="2149877" y="1645671"/>
                </a:lnTo>
                <a:lnTo>
                  <a:pt x="0" y="1645671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48" name="Freeform 18"/>
          <p:cNvSpPr/>
          <p:nvPr>
            <p:custDataLst>
              <p:tags r:id="rId22"/>
            </p:custDataLst>
          </p:nvPr>
        </p:nvSpPr>
        <p:spPr>
          <a:xfrm rot="18992739">
            <a:off x="5428437" y="5663485"/>
            <a:ext cx="366166" cy="362005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50" name="Freeform 7"/>
          <p:cNvSpPr/>
          <p:nvPr>
            <p:custDataLst>
              <p:tags r:id="rId23"/>
            </p:custDataLst>
          </p:nvPr>
        </p:nvSpPr>
        <p:spPr>
          <a:xfrm>
            <a:off x="6774815" y="4587875"/>
            <a:ext cx="4370070" cy="1485265"/>
          </a:xfrm>
          <a:custGeom>
            <a:avLst/>
            <a:gdLst/>
            <a:ahLst/>
            <a:cxnLst/>
            <a:rect l="l" t="t" r="r" b="b"/>
            <a:pathLst>
              <a:path w="1956443" h="664859">
                <a:moveTo>
                  <a:pt x="0" y="0"/>
                </a:moveTo>
                <a:lnTo>
                  <a:pt x="1956443" y="0"/>
                </a:lnTo>
                <a:lnTo>
                  <a:pt x="1956443" y="664859"/>
                </a:lnTo>
                <a:lnTo>
                  <a:pt x="0" y="664859"/>
                </a:lnTo>
                <a:close/>
              </a:path>
            </a:pathLst>
          </a:custGeom>
          <a:solidFill>
            <a:schemeClr val="bg1">
              <a:alpha val="58000"/>
            </a:schemeClr>
          </a:solidFill>
        </p:spPr>
      </p:sp>
      <p:sp>
        <p:nvSpPr>
          <p:cNvPr id="51" name="TextBox 8"/>
          <p:cNvSpPr txBox="1"/>
          <p:nvPr>
            <p:custDataLst>
              <p:tags r:id="rId24"/>
            </p:custDataLst>
          </p:nvPr>
        </p:nvSpPr>
        <p:spPr>
          <a:xfrm>
            <a:off x="6774815" y="4481195"/>
            <a:ext cx="4370070" cy="1591310"/>
          </a:xfrm>
          <a:prstGeom prst="rect">
            <a:avLst/>
          </a:prstGeom>
          <a:solidFill>
            <a:schemeClr val="bg1">
              <a:alpha val="58000"/>
            </a:schemeClr>
          </a:solidFill>
        </p:spPr>
        <p:txBody>
          <a:bodyPr lIns="31261" tIns="31261" rIns="31261" bIns="31261" rtlCol="0" anchor="ctr"/>
          <a:lstStyle/>
          <a:p>
            <a:pPr algn="ctr">
              <a:lnSpc>
                <a:spcPts val="1775"/>
              </a:lnSpc>
            </a:pPr>
            <a:endParaRPr sz="1200" dirty="0">
              <a:latin typeface="宋体" panose="02010600030101010101" pitchFamily="2" charset="-122"/>
            </a:endParaRPr>
          </a:p>
        </p:txBody>
      </p:sp>
      <p:sp>
        <p:nvSpPr>
          <p:cNvPr id="53" name="Freeform 10"/>
          <p:cNvSpPr/>
          <p:nvPr>
            <p:custDataLst>
              <p:tags r:id="rId25"/>
            </p:custDataLst>
          </p:nvPr>
        </p:nvSpPr>
        <p:spPr>
          <a:xfrm>
            <a:off x="6435725" y="4991100"/>
            <a:ext cx="678815" cy="67881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4" name="TextBox 11"/>
          <p:cNvSpPr txBox="1"/>
          <p:nvPr/>
        </p:nvSpPr>
        <p:spPr>
          <a:xfrm>
            <a:off x="6499225" y="5014595"/>
            <a:ext cx="551815" cy="591185"/>
          </a:xfrm>
          <a:prstGeom prst="rect">
            <a:avLst/>
          </a:prstGeom>
        </p:spPr>
        <p:txBody>
          <a:bodyPr lIns="10314" tIns="10314" rIns="10314" bIns="10314" rtlCol="0" anchor="ctr"/>
          <a:lstStyle/>
          <a:p>
            <a:pPr algn="ctr">
              <a:lnSpc>
                <a:spcPts val="1775"/>
              </a:lnSpc>
            </a:pPr>
            <a:endParaRPr sz="1200" dirty="0">
              <a:latin typeface="宋体" panose="02010600030101010101" pitchFamily="2" charset="-122"/>
            </a:endParaRPr>
          </a:p>
        </p:txBody>
      </p:sp>
      <p:sp>
        <p:nvSpPr>
          <p:cNvPr id="56" name="Freeform 13"/>
          <p:cNvSpPr/>
          <p:nvPr>
            <p:custDataLst>
              <p:tags r:id="rId26"/>
            </p:custDataLst>
          </p:nvPr>
        </p:nvSpPr>
        <p:spPr>
          <a:xfrm>
            <a:off x="6663055" y="5207000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0"/>
                </a:moveTo>
                <a:lnTo>
                  <a:pt x="203200" y="0"/>
                </a:lnTo>
                <a:lnTo>
                  <a:pt x="406400" y="203200"/>
                </a:lnTo>
                <a:lnTo>
                  <a:pt x="203200" y="406400"/>
                </a:lnTo>
                <a:lnTo>
                  <a:pt x="0" y="406400"/>
                </a:lnTo>
                <a:lnTo>
                  <a:pt x="203200" y="203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57" name="TextBox 14"/>
          <p:cNvSpPr txBox="1"/>
          <p:nvPr/>
        </p:nvSpPr>
        <p:spPr>
          <a:xfrm>
            <a:off x="6777990" y="5175885"/>
            <a:ext cx="98425" cy="293370"/>
          </a:xfrm>
          <a:prstGeom prst="rect">
            <a:avLst/>
          </a:prstGeom>
        </p:spPr>
        <p:txBody>
          <a:bodyPr lIns="10314" tIns="10314" rIns="10314" bIns="10314" rtlCol="0" anchor="ctr"/>
          <a:lstStyle/>
          <a:p>
            <a:pPr algn="ctr">
              <a:lnSpc>
                <a:spcPts val="1775"/>
              </a:lnSpc>
            </a:pPr>
            <a:endParaRPr sz="1200" dirty="0">
              <a:ln w="12700">
                <a:solidFill>
                  <a:schemeClr val="tx1"/>
                </a:solidFill>
              </a:ln>
              <a:latin typeface="宋体" panose="02010600030101010101" pitchFamily="2" charset="-122"/>
            </a:endParaRPr>
          </a:p>
        </p:txBody>
      </p:sp>
      <p:sp>
        <p:nvSpPr>
          <p:cNvPr id="60" name="Freeform 17"/>
          <p:cNvSpPr/>
          <p:nvPr>
            <p:custDataLst>
              <p:tags r:id="rId27"/>
            </p:custDataLst>
          </p:nvPr>
        </p:nvSpPr>
        <p:spPr>
          <a:xfrm rot="20453822">
            <a:off x="10607486" y="5410541"/>
            <a:ext cx="1074939" cy="822836"/>
          </a:xfrm>
          <a:custGeom>
            <a:avLst/>
            <a:gdLst/>
            <a:ahLst/>
            <a:cxnLst/>
            <a:rect l="l" t="t" r="r" b="b"/>
            <a:pathLst>
              <a:path w="2149877" h="1645671">
                <a:moveTo>
                  <a:pt x="0" y="0"/>
                </a:moveTo>
                <a:lnTo>
                  <a:pt x="2149877" y="0"/>
                </a:lnTo>
                <a:lnTo>
                  <a:pt x="2149877" y="1645671"/>
                </a:lnTo>
                <a:lnTo>
                  <a:pt x="0" y="1645671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61" name="Freeform 18"/>
          <p:cNvSpPr/>
          <p:nvPr>
            <p:custDataLst>
              <p:tags r:id="rId28"/>
            </p:custDataLst>
          </p:nvPr>
        </p:nvSpPr>
        <p:spPr>
          <a:xfrm rot="18992739">
            <a:off x="11219266" y="5746117"/>
            <a:ext cx="366166" cy="362005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61975" y="524510"/>
            <a:ext cx="1082040" cy="96456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61975" y="524510"/>
            <a:ext cx="1082040" cy="964565"/>
          </a:xfrm>
          <a:prstGeom prst="rect">
            <a:avLst/>
          </a:prstGeom>
        </p:spPr>
      </p:pic>
      <p:pic>
        <p:nvPicPr>
          <p:cNvPr id="66" name="图片 6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19834415" flipV="1">
            <a:off x="9057479" y="1204783"/>
            <a:ext cx="1907585" cy="364468"/>
          </a:xfrm>
          <a:prstGeom prst="rect">
            <a:avLst/>
          </a:prstGeom>
        </p:spPr>
      </p:pic>
      <p:sp>
        <p:nvSpPr>
          <p:cNvPr id="68" name="object 8" descr="e7d195523061f1c01d60fa9f1cfcbfb3d7dea265119d71e15FBB43640B43E9A75E03FE54C774D5D4779ED45933E78901D3CB0E69E39D04A9E1E9B25CF060C4BCA4D072860494D0D8E683C2FE58414E15877B695135D6CEB30962CF2075449C804E6F29D49CE62F2EB207CEA50615BC9B65D91765878A06D1A54029FD44ADE983229E43F72FFED854"/>
          <p:cNvSpPr txBox="1"/>
          <p:nvPr/>
        </p:nvSpPr>
        <p:spPr>
          <a:xfrm>
            <a:off x="4420235" y="671830"/>
            <a:ext cx="4108450" cy="541655"/>
          </a:xfrm>
          <a:prstGeom prst="rect">
            <a:avLst/>
          </a:prstGeom>
        </p:spPr>
        <p:txBody>
          <a:bodyPr lIns="0" tIns="0" rIns="0" bIns="0"/>
          <a:lstStyle/>
          <a:p>
            <a:pPr marL="7620" defTabSz="544195"/>
            <a:r>
              <a:rPr lang="zh-CN" altLang="en-US" sz="4400" b="1" spc="100" dirty="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Source Sans Pro Semibold"/>
              </a:rPr>
              <a:t>添加标题文本</a:t>
            </a:r>
          </a:p>
        </p:txBody>
      </p:sp>
      <p:sp>
        <p:nvSpPr>
          <p:cNvPr id="69" name="Freeform 23"/>
          <p:cNvSpPr/>
          <p:nvPr/>
        </p:nvSpPr>
        <p:spPr>
          <a:xfrm rot="1561435">
            <a:off x="3663315" y="1001395"/>
            <a:ext cx="501650" cy="495935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0" name="直线连接符 1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CxnSpPr/>
          <p:nvPr/>
        </p:nvCxnSpPr>
        <p:spPr>
          <a:xfrm>
            <a:off x="4461510" y="1437005"/>
            <a:ext cx="3330575" cy="0"/>
          </a:xfrm>
          <a:prstGeom prst="line">
            <a:avLst/>
          </a:prstGeom>
          <a:ln w="9525">
            <a:solidFill>
              <a:schemeClr val="bg1">
                <a:lumMod val="85000"/>
                <a:alpha val="9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23"/>
          <p:cNvSpPr/>
          <p:nvPr/>
        </p:nvSpPr>
        <p:spPr>
          <a:xfrm rot="20879087">
            <a:off x="3945255" y="582295"/>
            <a:ext cx="347345" cy="372745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sp>
        <p:nvSpPr>
          <p:cNvPr id="71" name="TextBox 15"/>
          <p:cNvSpPr txBox="1"/>
          <p:nvPr>
            <p:custDataLst>
              <p:tags r:id="rId29"/>
            </p:custDataLst>
          </p:nvPr>
        </p:nvSpPr>
        <p:spPr>
          <a:xfrm>
            <a:off x="1526860" y="5207076"/>
            <a:ext cx="3392917" cy="58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pitchFamily="34" charset="0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75" name="TextBox 16"/>
          <p:cNvSpPr txBox="1"/>
          <p:nvPr>
            <p:custDataLst>
              <p:tags r:id="rId30"/>
            </p:custDataLst>
          </p:nvPr>
        </p:nvSpPr>
        <p:spPr>
          <a:xfrm>
            <a:off x="1524192" y="4727267"/>
            <a:ext cx="3392917" cy="37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zh-CN" altLang="en-US" sz="2400" b="1" dirty="0">
                <a:solidFill>
                  <a:srgbClr val="001E4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添加标题文本</a:t>
            </a:r>
          </a:p>
        </p:txBody>
      </p:sp>
      <p:sp>
        <p:nvSpPr>
          <p:cNvPr id="76" name="TextBox 15"/>
          <p:cNvSpPr txBox="1"/>
          <p:nvPr>
            <p:custDataLst>
              <p:tags r:id="rId31"/>
            </p:custDataLst>
          </p:nvPr>
        </p:nvSpPr>
        <p:spPr>
          <a:xfrm>
            <a:off x="7397206" y="3002508"/>
            <a:ext cx="3392917" cy="58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pitchFamily="34" charset="0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77" name="TextBox 16"/>
          <p:cNvSpPr txBox="1"/>
          <p:nvPr>
            <p:custDataLst>
              <p:tags r:id="rId32"/>
            </p:custDataLst>
          </p:nvPr>
        </p:nvSpPr>
        <p:spPr>
          <a:xfrm>
            <a:off x="7394538" y="2522699"/>
            <a:ext cx="3392917" cy="37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zh-CN" altLang="en-US" sz="2400" b="1" dirty="0">
                <a:solidFill>
                  <a:srgbClr val="001E4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添加标题文本</a:t>
            </a:r>
          </a:p>
        </p:txBody>
      </p:sp>
      <p:sp>
        <p:nvSpPr>
          <p:cNvPr id="78" name="TextBox 15"/>
          <p:cNvSpPr txBox="1"/>
          <p:nvPr>
            <p:custDataLst>
              <p:tags r:id="rId33"/>
            </p:custDataLst>
          </p:nvPr>
        </p:nvSpPr>
        <p:spPr>
          <a:xfrm>
            <a:off x="7403398" y="5265845"/>
            <a:ext cx="3392917" cy="58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Calibri" panose="020F0502020204030204" pitchFamily="34" charset="0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79" name="TextBox 16"/>
          <p:cNvSpPr txBox="1"/>
          <p:nvPr>
            <p:custDataLst>
              <p:tags r:id="rId34"/>
            </p:custDataLst>
          </p:nvPr>
        </p:nvSpPr>
        <p:spPr>
          <a:xfrm>
            <a:off x="7400730" y="4786036"/>
            <a:ext cx="3392917" cy="37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zh-CN" altLang="en-US" sz="2400" b="1" dirty="0">
                <a:solidFill>
                  <a:srgbClr val="001E4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添加标题文本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/>
          <p:cNvSpPr/>
          <p:nvPr/>
        </p:nvSpPr>
        <p:spPr>
          <a:xfrm>
            <a:off x="7381673" y="1679708"/>
            <a:ext cx="2157058" cy="48176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l"/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微软雅黑" panose="020B0503020204020204" charset="-122"/>
              </a:rPr>
              <a:t>输入小标题</a:t>
            </a:r>
          </a:p>
        </p:txBody>
      </p:sp>
      <p:graphicFrame>
        <p:nvGraphicFramePr>
          <p:cNvPr id="22" name="图表 21"/>
          <p:cNvGraphicFramePr/>
          <p:nvPr>
            <p:extLst>
              <p:ext uri="{D42A27DB-BD31-4B8C-83A1-F6EECF244321}">
                <p14:modId xmlns:p14="http://schemas.microsoft.com/office/powerpoint/2010/main" val="841409247"/>
              </p:ext>
            </p:extLst>
          </p:nvPr>
        </p:nvGraphicFramePr>
        <p:xfrm>
          <a:off x="1056247" y="1756923"/>
          <a:ext cx="5475400" cy="3460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object 8" descr="e7d195523061f1c01d60fa9f1cfcbfb3d7dea265119d71e15FBB43640B43E9A75E03FE54C774D5D4779ED45933E78901D3CB0E69E39D04A9E1E9B25CF060C4BCA4D072860494D0D8E683C2FE58414E15877B695135D6CEB30962CF2075449C804E6F29D49CE62F2EB207CEA50615BC9B65D91765878A06D1A54029FD44ADE983229E43F72FFED854"/>
          <p:cNvSpPr txBox="1"/>
          <p:nvPr/>
        </p:nvSpPr>
        <p:spPr>
          <a:xfrm>
            <a:off x="1800860" y="688340"/>
            <a:ext cx="4108450" cy="541655"/>
          </a:xfrm>
          <a:prstGeom prst="rect">
            <a:avLst/>
          </a:prstGeom>
        </p:spPr>
        <p:txBody>
          <a:bodyPr lIns="0" tIns="0" rIns="0" bIns="0"/>
          <a:lstStyle/>
          <a:p>
            <a:pPr marL="7620" defTabSz="544195"/>
            <a:r>
              <a:rPr lang="zh-CN" altLang="en-US" sz="3200" b="1" spc="100" dirty="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Source Sans Pro Semibold"/>
              </a:rPr>
              <a:t>添加标题文本</a:t>
            </a:r>
          </a:p>
        </p:txBody>
      </p:sp>
      <p:pic>
        <p:nvPicPr>
          <p:cNvPr id="192" name="图片 191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3870643" y="339726"/>
            <a:ext cx="1195705" cy="1195705"/>
          </a:xfrm>
          <a:prstGeom prst="rect">
            <a:avLst/>
          </a:prstGeom>
        </p:spPr>
      </p:pic>
      <p:sp>
        <p:nvSpPr>
          <p:cNvPr id="30" name="星形: 四角 29"/>
          <p:cNvSpPr>
            <a:spLocks noChangeAspect="1"/>
          </p:cNvSpPr>
          <p:nvPr/>
        </p:nvSpPr>
        <p:spPr>
          <a:xfrm flipH="1">
            <a:off x="11314430" y="22542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星形: 四角 30"/>
          <p:cNvSpPr>
            <a:spLocks noChangeAspect="1"/>
          </p:cNvSpPr>
          <p:nvPr/>
        </p:nvSpPr>
        <p:spPr>
          <a:xfrm flipH="1">
            <a:off x="10765155" y="20802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星形: 四角 31"/>
          <p:cNvSpPr>
            <a:spLocks noChangeAspect="1"/>
          </p:cNvSpPr>
          <p:nvPr/>
        </p:nvSpPr>
        <p:spPr>
          <a:xfrm flipH="1">
            <a:off x="10090785" y="19640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星形: 四角 32"/>
          <p:cNvSpPr>
            <a:spLocks noChangeAspect="1"/>
          </p:cNvSpPr>
          <p:nvPr/>
        </p:nvSpPr>
        <p:spPr>
          <a:xfrm flipH="1">
            <a:off x="9963785" y="246380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星形: 四角 33"/>
          <p:cNvSpPr>
            <a:spLocks noChangeAspect="1"/>
          </p:cNvSpPr>
          <p:nvPr/>
        </p:nvSpPr>
        <p:spPr>
          <a:xfrm flipH="1">
            <a:off x="10484485" y="25501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星形: 四角 34"/>
          <p:cNvSpPr>
            <a:spLocks noChangeAspect="1"/>
          </p:cNvSpPr>
          <p:nvPr/>
        </p:nvSpPr>
        <p:spPr>
          <a:xfrm flipH="1">
            <a:off x="10746740" y="27749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星形: 四角 35"/>
          <p:cNvSpPr>
            <a:spLocks noChangeAspect="1"/>
          </p:cNvSpPr>
          <p:nvPr/>
        </p:nvSpPr>
        <p:spPr>
          <a:xfrm flipH="1">
            <a:off x="11962765" y="23971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星形: 四角 36"/>
          <p:cNvSpPr>
            <a:spLocks noChangeAspect="1"/>
          </p:cNvSpPr>
          <p:nvPr/>
        </p:nvSpPr>
        <p:spPr>
          <a:xfrm flipH="1">
            <a:off x="9269730" y="227203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星形: 四角 37"/>
          <p:cNvSpPr>
            <a:spLocks noChangeAspect="1"/>
          </p:cNvSpPr>
          <p:nvPr/>
        </p:nvSpPr>
        <p:spPr>
          <a:xfrm flipH="1">
            <a:off x="11105515" y="30340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星形: 四角 38"/>
          <p:cNvSpPr>
            <a:spLocks noChangeAspect="1"/>
          </p:cNvSpPr>
          <p:nvPr/>
        </p:nvSpPr>
        <p:spPr>
          <a:xfrm flipH="1">
            <a:off x="10484485" y="32994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星形: 四角 39"/>
          <p:cNvSpPr>
            <a:spLocks noChangeAspect="1"/>
          </p:cNvSpPr>
          <p:nvPr/>
        </p:nvSpPr>
        <p:spPr>
          <a:xfrm flipH="1">
            <a:off x="10011410" y="31597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星形: 四角 40"/>
          <p:cNvSpPr>
            <a:spLocks noChangeAspect="1"/>
          </p:cNvSpPr>
          <p:nvPr/>
        </p:nvSpPr>
        <p:spPr>
          <a:xfrm flipH="1">
            <a:off x="9486265" y="36645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星形: 四角 41"/>
          <p:cNvSpPr>
            <a:spLocks noChangeAspect="1"/>
          </p:cNvSpPr>
          <p:nvPr/>
        </p:nvSpPr>
        <p:spPr>
          <a:xfrm flipH="1">
            <a:off x="9784715" y="381381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星形: 四角 42"/>
          <p:cNvSpPr>
            <a:spLocks noChangeAspect="1"/>
          </p:cNvSpPr>
          <p:nvPr/>
        </p:nvSpPr>
        <p:spPr>
          <a:xfrm flipH="1">
            <a:off x="10349865" y="39217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星形: 四角 43"/>
          <p:cNvSpPr>
            <a:spLocks noChangeAspect="1"/>
          </p:cNvSpPr>
          <p:nvPr/>
        </p:nvSpPr>
        <p:spPr>
          <a:xfrm flipH="1">
            <a:off x="9918065" y="4020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星形: 四角 44"/>
          <p:cNvSpPr>
            <a:spLocks noChangeAspect="1"/>
          </p:cNvSpPr>
          <p:nvPr/>
        </p:nvSpPr>
        <p:spPr>
          <a:xfrm flipH="1">
            <a:off x="9638665" y="4147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星形: 四角 45"/>
          <p:cNvSpPr>
            <a:spLocks noChangeAspect="1"/>
          </p:cNvSpPr>
          <p:nvPr/>
        </p:nvSpPr>
        <p:spPr>
          <a:xfrm flipH="1">
            <a:off x="11708765" y="37776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星形: 四角 46"/>
          <p:cNvSpPr>
            <a:spLocks noChangeAspect="1"/>
          </p:cNvSpPr>
          <p:nvPr/>
        </p:nvSpPr>
        <p:spPr>
          <a:xfrm flipH="1">
            <a:off x="11347450" y="4147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星形: 四角 47"/>
          <p:cNvSpPr>
            <a:spLocks noChangeAspect="1"/>
          </p:cNvSpPr>
          <p:nvPr/>
        </p:nvSpPr>
        <p:spPr>
          <a:xfrm flipH="1">
            <a:off x="11639550" y="43757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星形: 四角 48"/>
          <p:cNvSpPr>
            <a:spLocks noChangeAspect="1"/>
          </p:cNvSpPr>
          <p:nvPr/>
        </p:nvSpPr>
        <p:spPr>
          <a:xfrm flipH="1">
            <a:off x="11802745" y="45758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星形: 四角 49"/>
          <p:cNvSpPr>
            <a:spLocks noChangeAspect="1"/>
          </p:cNvSpPr>
          <p:nvPr/>
        </p:nvSpPr>
        <p:spPr>
          <a:xfrm flipH="1">
            <a:off x="11314430" y="4772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星形: 四角 50"/>
          <p:cNvSpPr>
            <a:spLocks noChangeAspect="1"/>
          </p:cNvSpPr>
          <p:nvPr/>
        </p:nvSpPr>
        <p:spPr>
          <a:xfrm flipH="1">
            <a:off x="11206480" y="53282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星形: 四角 51"/>
          <p:cNvSpPr>
            <a:spLocks noChangeAspect="1"/>
          </p:cNvSpPr>
          <p:nvPr/>
        </p:nvSpPr>
        <p:spPr>
          <a:xfrm flipH="1">
            <a:off x="10422255" y="50901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星形: 四角 52"/>
          <p:cNvSpPr>
            <a:spLocks noChangeAspect="1"/>
          </p:cNvSpPr>
          <p:nvPr/>
        </p:nvSpPr>
        <p:spPr>
          <a:xfrm flipH="1">
            <a:off x="9196705" y="4772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星形: 四角 53"/>
          <p:cNvSpPr>
            <a:spLocks noChangeAspect="1"/>
          </p:cNvSpPr>
          <p:nvPr/>
        </p:nvSpPr>
        <p:spPr>
          <a:xfrm flipH="1">
            <a:off x="10282555" y="54679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星形: 四角 54"/>
          <p:cNvSpPr>
            <a:spLocks noChangeAspect="1"/>
          </p:cNvSpPr>
          <p:nvPr/>
        </p:nvSpPr>
        <p:spPr>
          <a:xfrm flipH="1">
            <a:off x="9715500" y="558863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星形: 四角 55"/>
          <p:cNvSpPr>
            <a:spLocks noChangeAspect="1"/>
          </p:cNvSpPr>
          <p:nvPr/>
        </p:nvSpPr>
        <p:spPr>
          <a:xfrm flipH="1">
            <a:off x="9387840" y="55708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星形: 四角 56"/>
          <p:cNvSpPr>
            <a:spLocks noChangeAspect="1"/>
          </p:cNvSpPr>
          <p:nvPr/>
        </p:nvSpPr>
        <p:spPr>
          <a:xfrm flipH="1">
            <a:off x="9121775" y="546798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星形: 四角 57"/>
          <p:cNvSpPr>
            <a:spLocks noChangeAspect="1"/>
          </p:cNvSpPr>
          <p:nvPr/>
        </p:nvSpPr>
        <p:spPr>
          <a:xfrm flipH="1">
            <a:off x="8918575" y="55708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星形: 四角 58"/>
          <p:cNvSpPr>
            <a:spLocks noChangeAspect="1"/>
          </p:cNvSpPr>
          <p:nvPr/>
        </p:nvSpPr>
        <p:spPr>
          <a:xfrm flipH="1">
            <a:off x="4175125" y="55410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星形: 四角 59"/>
          <p:cNvSpPr>
            <a:spLocks noChangeAspect="1"/>
          </p:cNvSpPr>
          <p:nvPr/>
        </p:nvSpPr>
        <p:spPr>
          <a:xfrm flipH="1">
            <a:off x="4235450" y="56807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星形: 四角 60"/>
          <p:cNvSpPr>
            <a:spLocks noChangeAspect="1"/>
          </p:cNvSpPr>
          <p:nvPr/>
        </p:nvSpPr>
        <p:spPr>
          <a:xfrm flipH="1">
            <a:off x="10246360" y="583819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星形: 四角 61"/>
          <p:cNvSpPr>
            <a:spLocks noChangeAspect="1"/>
          </p:cNvSpPr>
          <p:nvPr/>
        </p:nvSpPr>
        <p:spPr>
          <a:xfrm flipH="1">
            <a:off x="10448290" y="62096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星形: 四角 62"/>
          <p:cNvSpPr>
            <a:spLocks noChangeAspect="1"/>
          </p:cNvSpPr>
          <p:nvPr/>
        </p:nvSpPr>
        <p:spPr>
          <a:xfrm flipH="1">
            <a:off x="11419840" y="57778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星形: 四角 63"/>
          <p:cNvSpPr>
            <a:spLocks noChangeAspect="1"/>
          </p:cNvSpPr>
          <p:nvPr/>
        </p:nvSpPr>
        <p:spPr>
          <a:xfrm flipH="1">
            <a:off x="11402695" y="63722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星形: 四角 64"/>
          <p:cNvSpPr>
            <a:spLocks noChangeAspect="1"/>
          </p:cNvSpPr>
          <p:nvPr/>
        </p:nvSpPr>
        <p:spPr>
          <a:xfrm flipH="1">
            <a:off x="11637645" y="57962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星形: 四角 65"/>
          <p:cNvSpPr>
            <a:spLocks noChangeAspect="1"/>
          </p:cNvSpPr>
          <p:nvPr/>
        </p:nvSpPr>
        <p:spPr>
          <a:xfrm flipH="1">
            <a:off x="8341995" y="51365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星形: 四角 66"/>
          <p:cNvSpPr>
            <a:spLocks noChangeAspect="1"/>
          </p:cNvSpPr>
          <p:nvPr/>
        </p:nvSpPr>
        <p:spPr>
          <a:xfrm flipH="1">
            <a:off x="8145145" y="5231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星形: 四角 67"/>
          <p:cNvSpPr>
            <a:spLocks noChangeAspect="1"/>
          </p:cNvSpPr>
          <p:nvPr/>
        </p:nvSpPr>
        <p:spPr>
          <a:xfrm flipH="1">
            <a:off x="6617970" y="642239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星形: 四角 68"/>
          <p:cNvSpPr>
            <a:spLocks noChangeAspect="1"/>
          </p:cNvSpPr>
          <p:nvPr/>
        </p:nvSpPr>
        <p:spPr>
          <a:xfrm rot="2700000" flipH="1">
            <a:off x="2590800" y="8159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星形: 四角 69"/>
          <p:cNvSpPr>
            <a:spLocks noChangeAspect="1"/>
          </p:cNvSpPr>
          <p:nvPr/>
        </p:nvSpPr>
        <p:spPr>
          <a:xfrm flipH="1">
            <a:off x="2912745" y="9772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星形: 四角 70"/>
          <p:cNvSpPr>
            <a:spLocks noChangeAspect="1"/>
          </p:cNvSpPr>
          <p:nvPr/>
        </p:nvSpPr>
        <p:spPr>
          <a:xfrm flipH="1">
            <a:off x="3056890" y="11842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星形: 四角 71"/>
          <p:cNvSpPr>
            <a:spLocks noChangeAspect="1"/>
          </p:cNvSpPr>
          <p:nvPr/>
        </p:nvSpPr>
        <p:spPr>
          <a:xfrm flipH="1">
            <a:off x="461645" y="9410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星形: 四角 72"/>
          <p:cNvSpPr>
            <a:spLocks noChangeAspect="1"/>
          </p:cNvSpPr>
          <p:nvPr/>
        </p:nvSpPr>
        <p:spPr>
          <a:xfrm flipH="1">
            <a:off x="702945" y="6997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星形: 四角 73"/>
          <p:cNvSpPr>
            <a:spLocks noChangeAspect="1"/>
          </p:cNvSpPr>
          <p:nvPr/>
        </p:nvSpPr>
        <p:spPr>
          <a:xfrm rot="2700000" flipH="1">
            <a:off x="2196465" y="12890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星形: 四角 74"/>
          <p:cNvSpPr>
            <a:spLocks noChangeAspect="1"/>
          </p:cNvSpPr>
          <p:nvPr/>
        </p:nvSpPr>
        <p:spPr>
          <a:xfrm rot="2700000" flipH="1">
            <a:off x="1769110" y="125285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星形: 四角 75"/>
          <p:cNvSpPr>
            <a:spLocks noChangeAspect="1"/>
          </p:cNvSpPr>
          <p:nvPr/>
        </p:nvSpPr>
        <p:spPr>
          <a:xfrm rot="2700000" flipH="1">
            <a:off x="1962150" y="14255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星形: 四角 76"/>
          <p:cNvSpPr>
            <a:spLocks noChangeAspect="1"/>
          </p:cNvSpPr>
          <p:nvPr/>
        </p:nvSpPr>
        <p:spPr>
          <a:xfrm rot="2700000" flipH="1">
            <a:off x="2313305" y="16186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星形: 四角 77"/>
          <p:cNvSpPr>
            <a:spLocks noChangeAspect="1"/>
          </p:cNvSpPr>
          <p:nvPr/>
        </p:nvSpPr>
        <p:spPr>
          <a:xfrm rot="2700000" flipH="1">
            <a:off x="1413510" y="16008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星形: 四角 78"/>
          <p:cNvSpPr>
            <a:spLocks noChangeAspect="1"/>
          </p:cNvSpPr>
          <p:nvPr/>
        </p:nvSpPr>
        <p:spPr>
          <a:xfrm flipH="1">
            <a:off x="769620" y="140779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星形: 四角 79"/>
          <p:cNvSpPr>
            <a:spLocks noChangeAspect="1"/>
          </p:cNvSpPr>
          <p:nvPr/>
        </p:nvSpPr>
        <p:spPr>
          <a:xfrm rot="2700000" flipH="1">
            <a:off x="1285240" y="19665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星形: 四角 80"/>
          <p:cNvSpPr>
            <a:spLocks noChangeAspect="1"/>
          </p:cNvSpPr>
          <p:nvPr/>
        </p:nvSpPr>
        <p:spPr>
          <a:xfrm flipH="1">
            <a:off x="1940560" y="220345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星形: 四角 81"/>
          <p:cNvSpPr>
            <a:spLocks noChangeAspect="1"/>
          </p:cNvSpPr>
          <p:nvPr/>
        </p:nvSpPr>
        <p:spPr>
          <a:xfrm rot="2700000" flipH="1">
            <a:off x="2367280" y="19157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星形: 四角 82"/>
          <p:cNvSpPr>
            <a:spLocks noChangeAspect="1"/>
          </p:cNvSpPr>
          <p:nvPr/>
        </p:nvSpPr>
        <p:spPr>
          <a:xfrm flipH="1">
            <a:off x="2824480" y="253619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星形: 四角 83"/>
          <p:cNvSpPr>
            <a:spLocks noChangeAspect="1"/>
          </p:cNvSpPr>
          <p:nvPr/>
        </p:nvSpPr>
        <p:spPr>
          <a:xfrm flipH="1">
            <a:off x="1071880" y="24504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星形: 四角 84"/>
          <p:cNvSpPr>
            <a:spLocks noChangeAspect="1"/>
          </p:cNvSpPr>
          <p:nvPr/>
        </p:nvSpPr>
        <p:spPr>
          <a:xfrm flipH="1">
            <a:off x="720725" y="20440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星形: 四角 85"/>
          <p:cNvSpPr>
            <a:spLocks noChangeAspect="1"/>
          </p:cNvSpPr>
          <p:nvPr/>
        </p:nvSpPr>
        <p:spPr>
          <a:xfrm flipH="1">
            <a:off x="344805" y="2486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星形: 四角 86"/>
          <p:cNvSpPr>
            <a:spLocks noChangeAspect="1"/>
          </p:cNvSpPr>
          <p:nvPr/>
        </p:nvSpPr>
        <p:spPr>
          <a:xfrm flipH="1">
            <a:off x="608965" y="26473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星形: 四角 87"/>
          <p:cNvSpPr>
            <a:spLocks noChangeAspect="1"/>
          </p:cNvSpPr>
          <p:nvPr/>
        </p:nvSpPr>
        <p:spPr>
          <a:xfrm flipH="1">
            <a:off x="769620" y="291147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星形: 四角 88"/>
          <p:cNvSpPr>
            <a:spLocks noChangeAspect="1"/>
          </p:cNvSpPr>
          <p:nvPr/>
        </p:nvSpPr>
        <p:spPr>
          <a:xfrm flipH="1">
            <a:off x="909320" y="31045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星形: 四角 89"/>
          <p:cNvSpPr>
            <a:spLocks noChangeAspect="1"/>
          </p:cNvSpPr>
          <p:nvPr/>
        </p:nvSpPr>
        <p:spPr>
          <a:xfrm flipH="1">
            <a:off x="472440" y="32308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星形: 四角 90"/>
          <p:cNvSpPr>
            <a:spLocks noChangeAspect="1"/>
          </p:cNvSpPr>
          <p:nvPr/>
        </p:nvSpPr>
        <p:spPr>
          <a:xfrm flipH="1">
            <a:off x="193040" y="35680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星形: 四角 91"/>
          <p:cNvSpPr>
            <a:spLocks noChangeAspect="1"/>
          </p:cNvSpPr>
          <p:nvPr/>
        </p:nvSpPr>
        <p:spPr>
          <a:xfrm flipH="1">
            <a:off x="890905" y="37458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星形: 四角 92"/>
          <p:cNvSpPr>
            <a:spLocks noChangeAspect="1"/>
          </p:cNvSpPr>
          <p:nvPr/>
        </p:nvSpPr>
        <p:spPr>
          <a:xfrm flipH="1">
            <a:off x="591185" y="42170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星形: 四角 93"/>
          <p:cNvSpPr>
            <a:spLocks noChangeAspect="1"/>
          </p:cNvSpPr>
          <p:nvPr/>
        </p:nvSpPr>
        <p:spPr>
          <a:xfrm flipH="1">
            <a:off x="1085215" y="33356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星形: 四角 94"/>
          <p:cNvSpPr>
            <a:spLocks noChangeAspect="1"/>
          </p:cNvSpPr>
          <p:nvPr/>
        </p:nvSpPr>
        <p:spPr>
          <a:xfrm flipH="1">
            <a:off x="1249680" y="32486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星形: 四角 95"/>
          <p:cNvSpPr>
            <a:spLocks noChangeAspect="1"/>
          </p:cNvSpPr>
          <p:nvPr/>
        </p:nvSpPr>
        <p:spPr>
          <a:xfrm flipH="1">
            <a:off x="1226820" y="352298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星形: 四角 96"/>
          <p:cNvSpPr>
            <a:spLocks noChangeAspect="1"/>
          </p:cNvSpPr>
          <p:nvPr/>
        </p:nvSpPr>
        <p:spPr>
          <a:xfrm flipH="1">
            <a:off x="1404620" y="349631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星形: 四角 97"/>
          <p:cNvSpPr>
            <a:spLocks noChangeAspect="1"/>
          </p:cNvSpPr>
          <p:nvPr/>
        </p:nvSpPr>
        <p:spPr>
          <a:xfrm flipH="1">
            <a:off x="1443990" y="367855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星形: 四角 98"/>
          <p:cNvSpPr>
            <a:spLocks noChangeAspect="1"/>
          </p:cNvSpPr>
          <p:nvPr/>
        </p:nvSpPr>
        <p:spPr>
          <a:xfrm flipH="1">
            <a:off x="1434465" y="393319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星形: 四角 99"/>
          <p:cNvSpPr>
            <a:spLocks noChangeAspect="1"/>
          </p:cNvSpPr>
          <p:nvPr/>
        </p:nvSpPr>
        <p:spPr>
          <a:xfrm flipH="1">
            <a:off x="1802130" y="34283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星形: 四角 100"/>
          <p:cNvSpPr>
            <a:spLocks noChangeAspect="1"/>
          </p:cNvSpPr>
          <p:nvPr/>
        </p:nvSpPr>
        <p:spPr>
          <a:xfrm flipH="1">
            <a:off x="2016125" y="31946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星形: 四角 101"/>
          <p:cNvSpPr>
            <a:spLocks noChangeAspect="1"/>
          </p:cNvSpPr>
          <p:nvPr/>
        </p:nvSpPr>
        <p:spPr>
          <a:xfrm flipH="1">
            <a:off x="2573020" y="32956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星形: 四角 102"/>
          <p:cNvSpPr>
            <a:spLocks noChangeAspect="1"/>
          </p:cNvSpPr>
          <p:nvPr/>
        </p:nvSpPr>
        <p:spPr>
          <a:xfrm flipH="1">
            <a:off x="2385060" y="36601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星形: 四角 103"/>
          <p:cNvSpPr>
            <a:spLocks noChangeAspect="1"/>
          </p:cNvSpPr>
          <p:nvPr/>
        </p:nvSpPr>
        <p:spPr>
          <a:xfrm flipH="1">
            <a:off x="3170555" y="34220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星形: 四角 104"/>
          <p:cNvSpPr>
            <a:spLocks noChangeAspect="1"/>
          </p:cNvSpPr>
          <p:nvPr/>
        </p:nvSpPr>
        <p:spPr>
          <a:xfrm flipH="1">
            <a:off x="3536315" y="34778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星形: 四角 105"/>
          <p:cNvSpPr>
            <a:spLocks noChangeAspect="1"/>
          </p:cNvSpPr>
          <p:nvPr/>
        </p:nvSpPr>
        <p:spPr>
          <a:xfrm flipH="1">
            <a:off x="3475990" y="42170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星形: 四角 106"/>
          <p:cNvSpPr>
            <a:spLocks noChangeAspect="1"/>
          </p:cNvSpPr>
          <p:nvPr/>
        </p:nvSpPr>
        <p:spPr>
          <a:xfrm flipH="1">
            <a:off x="2894965" y="41541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星形: 四角 107"/>
          <p:cNvSpPr>
            <a:spLocks noChangeAspect="1"/>
          </p:cNvSpPr>
          <p:nvPr/>
        </p:nvSpPr>
        <p:spPr>
          <a:xfrm flipH="1">
            <a:off x="5401310" y="10890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星形: 四角 108"/>
          <p:cNvSpPr>
            <a:spLocks noChangeAspect="1"/>
          </p:cNvSpPr>
          <p:nvPr/>
        </p:nvSpPr>
        <p:spPr>
          <a:xfrm rot="2700000" flipH="1">
            <a:off x="4343400" y="198120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星形: 四角 109"/>
          <p:cNvSpPr>
            <a:spLocks noChangeAspect="1"/>
          </p:cNvSpPr>
          <p:nvPr/>
        </p:nvSpPr>
        <p:spPr>
          <a:xfrm rot="2700000" flipH="1">
            <a:off x="4556760" y="174752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星形: 四角 110"/>
          <p:cNvSpPr>
            <a:spLocks noChangeAspect="1"/>
          </p:cNvSpPr>
          <p:nvPr/>
        </p:nvSpPr>
        <p:spPr>
          <a:xfrm rot="2700000" flipH="1">
            <a:off x="5114290" y="184848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星形: 四角 111"/>
          <p:cNvSpPr>
            <a:spLocks noChangeAspect="1"/>
          </p:cNvSpPr>
          <p:nvPr/>
        </p:nvSpPr>
        <p:spPr>
          <a:xfrm rot="2700000" flipH="1">
            <a:off x="4926330" y="22136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星形: 四角 112"/>
          <p:cNvSpPr>
            <a:spLocks noChangeAspect="1"/>
          </p:cNvSpPr>
          <p:nvPr/>
        </p:nvSpPr>
        <p:spPr>
          <a:xfrm flipH="1">
            <a:off x="5747385" y="197485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星形: 四角 113"/>
          <p:cNvSpPr>
            <a:spLocks noChangeAspect="1"/>
          </p:cNvSpPr>
          <p:nvPr/>
        </p:nvSpPr>
        <p:spPr>
          <a:xfrm flipH="1">
            <a:off x="6113145" y="203073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星形: 四角 114"/>
          <p:cNvSpPr>
            <a:spLocks noChangeAspect="1"/>
          </p:cNvSpPr>
          <p:nvPr/>
        </p:nvSpPr>
        <p:spPr>
          <a:xfrm flipH="1">
            <a:off x="6052820" y="27698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星形: 四角 115"/>
          <p:cNvSpPr>
            <a:spLocks noChangeAspect="1"/>
          </p:cNvSpPr>
          <p:nvPr/>
        </p:nvSpPr>
        <p:spPr>
          <a:xfrm flipH="1">
            <a:off x="5471795" y="27070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星形: 四角 116"/>
          <p:cNvSpPr>
            <a:spLocks noChangeAspect="1"/>
          </p:cNvSpPr>
          <p:nvPr/>
        </p:nvSpPr>
        <p:spPr>
          <a:xfrm flipH="1">
            <a:off x="4271010" y="7067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" name="星形: 四角 117"/>
          <p:cNvSpPr>
            <a:spLocks noChangeAspect="1"/>
          </p:cNvSpPr>
          <p:nvPr/>
        </p:nvSpPr>
        <p:spPr>
          <a:xfrm flipH="1">
            <a:off x="684530" y="51993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9" name="星形: 四角 118"/>
          <p:cNvSpPr>
            <a:spLocks noChangeAspect="1"/>
          </p:cNvSpPr>
          <p:nvPr/>
        </p:nvSpPr>
        <p:spPr>
          <a:xfrm flipH="1">
            <a:off x="897890" y="49663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0" name="星形: 四角 119"/>
          <p:cNvSpPr>
            <a:spLocks noChangeAspect="1"/>
          </p:cNvSpPr>
          <p:nvPr/>
        </p:nvSpPr>
        <p:spPr>
          <a:xfrm flipH="1">
            <a:off x="1383030" y="506730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" name="星形: 四角 120"/>
          <p:cNvSpPr>
            <a:spLocks noChangeAspect="1"/>
          </p:cNvSpPr>
          <p:nvPr/>
        </p:nvSpPr>
        <p:spPr>
          <a:xfrm flipH="1">
            <a:off x="1195705" y="543179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" name="星形: 四角 121"/>
          <p:cNvSpPr>
            <a:spLocks noChangeAspect="1"/>
          </p:cNvSpPr>
          <p:nvPr/>
        </p:nvSpPr>
        <p:spPr>
          <a:xfrm flipH="1">
            <a:off x="1962785" y="519366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3" name="星形: 四角 122"/>
          <p:cNvSpPr>
            <a:spLocks noChangeAspect="1"/>
          </p:cNvSpPr>
          <p:nvPr/>
        </p:nvSpPr>
        <p:spPr>
          <a:xfrm flipH="1">
            <a:off x="2418080" y="524954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4" name="星形: 四角 123"/>
          <p:cNvSpPr>
            <a:spLocks noChangeAspect="1"/>
          </p:cNvSpPr>
          <p:nvPr/>
        </p:nvSpPr>
        <p:spPr>
          <a:xfrm flipH="1">
            <a:off x="2357755" y="59880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5" name="星形: 四角 124"/>
          <p:cNvSpPr>
            <a:spLocks noChangeAspect="1"/>
          </p:cNvSpPr>
          <p:nvPr/>
        </p:nvSpPr>
        <p:spPr>
          <a:xfrm flipH="1">
            <a:off x="1776730" y="59258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6" name="星形: 四角 125"/>
          <p:cNvSpPr>
            <a:spLocks noChangeAspect="1"/>
          </p:cNvSpPr>
          <p:nvPr/>
        </p:nvSpPr>
        <p:spPr>
          <a:xfrm flipH="1">
            <a:off x="6913880" y="21609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7" name="星形: 四角 126"/>
          <p:cNvSpPr>
            <a:spLocks noChangeAspect="1"/>
          </p:cNvSpPr>
          <p:nvPr/>
        </p:nvSpPr>
        <p:spPr>
          <a:xfrm flipH="1">
            <a:off x="7212330" y="23101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8" name="星形: 四角 127"/>
          <p:cNvSpPr>
            <a:spLocks noChangeAspect="1"/>
          </p:cNvSpPr>
          <p:nvPr/>
        </p:nvSpPr>
        <p:spPr>
          <a:xfrm flipH="1">
            <a:off x="7777480" y="24180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9" name="星形: 四角 128"/>
          <p:cNvSpPr>
            <a:spLocks noChangeAspect="1"/>
          </p:cNvSpPr>
          <p:nvPr/>
        </p:nvSpPr>
        <p:spPr>
          <a:xfrm flipH="1">
            <a:off x="7345680" y="25165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0" name="星形: 四角 129"/>
          <p:cNvSpPr>
            <a:spLocks noChangeAspect="1"/>
          </p:cNvSpPr>
          <p:nvPr/>
        </p:nvSpPr>
        <p:spPr>
          <a:xfrm flipH="1">
            <a:off x="7066280" y="26435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1" name="星形: 四角 130"/>
          <p:cNvSpPr>
            <a:spLocks noChangeAspect="1"/>
          </p:cNvSpPr>
          <p:nvPr/>
        </p:nvSpPr>
        <p:spPr>
          <a:xfrm rot="2700000" flipH="1">
            <a:off x="7078980" y="46120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2" name="星形: 四角 131"/>
          <p:cNvSpPr>
            <a:spLocks noChangeAspect="1"/>
          </p:cNvSpPr>
          <p:nvPr/>
        </p:nvSpPr>
        <p:spPr>
          <a:xfrm flipH="1">
            <a:off x="6624320" y="32689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3" name="星形: 四角 132"/>
          <p:cNvSpPr>
            <a:spLocks noChangeAspect="1"/>
          </p:cNvSpPr>
          <p:nvPr/>
        </p:nvSpPr>
        <p:spPr>
          <a:xfrm rot="2700000" flipH="1">
            <a:off x="7844155" y="46882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4" name="星形: 四角 133"/>
          <p:cNvSpPr>
            <a:spLocks noChangeAspect="1"/>
          </p:cNvSpPr>
          <p:nvPr/>
        </p:nvSpPr>
        <p:spPr>
          <a:xfrm rot="2700000" flipH="1">
            <a:off x="7241540" y="480885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5" name="星形: 四角 134"/>
          <p:cNvSpPr>
            <a:spLocks noChangeAspect="1"/>
          </p:cNvSpPr>
          <p:nvPr/>
        </p:nvSpPr>
        <p:spPr>
          <a:xfrm rot="2700000" flipH="1">
            <a:off x="6913880" y="479044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6" name="星形: 四角 135"/>
          <p:cNvSpPr>
            <a:spLocks noChangeAspect="1"/>
          </p:cNvSpPr>
          <p:nvPr/>
        </p:nvSpPr>
        <p:spPr>
          <a:xfrm flipH="1">
            <a:off x="6621780" y="39643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7" name="星形: 四角 136"/>
          <p:cNvSpPr>
            <a:spLocks noChangeAspect="1"/>
          </p:cNvSpPr>
          <p:nvPr/>
        </p:nvSpPr>
        <p:spPr>
          <a:xfrm flipH="1">
            <a:off x="6400800" y="40665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8" name="星形: 四角 137"/>
          <p:cNvSpPr>
            <a:spLocks noChangeAspect="1"/>
          </p:cNvSpPr>
          <p:nvPr/>
        </p:nvSpPr>
        <p:spPr>
          <a:xfrm flipH="1">
            <a:off x="5715635" y="36328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9" name="星形: 四角 138"/>
          <p:cNvSpPr>
            <a:spLocks noChangeAspect="1"/>
          </p:cNvSpPr>
          <p:nvPr/>
        </p:nvSpPr>
        <p:spPr>
          <a:xfrm flipH="1">
            <a:off x="5518785" y="372808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" name="星形: 四角 139"/>
          <p:cNvSpPr>
            <a:spLocks noChangeAspect="1"/>
          </p:cNvSpPr>
          <p:nvPr/>
        </p:nvSpPr>
        <p:spPr>
          <a:xfrm flipH="1">
            <a:off x="8837295" y="7874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1" name="星形: 四角 140"/>
          <p:cNvSpPr>
            <a:spLocks noChangeAspect="1"/>
          </p:cNvSpPr>
          <p:nvPr/>
        </p:nvSpPr>
        <p:spPr>
          <a:xfrm flipH="1">
            <a:off x="1086485" y="32766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2" name="星形: 四角 141"/>
          <p:cNvSpPr>
            <a:spLocks noChangeAspect="1"/>
          </p:cNvSpPr>
          <p:nvPr/>
        </p:nvSpPr>
        <p:spPr>
          <a:xfrm flipH="1">
            <a:off x="10489565" y="43561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3" name="星形: 四角 142"/>
          <p:cNvSpPr>
            <a:spLocks noChangeAspect="1"/>
          </p:cNvSpPr>
          <p:nvPr/>
        </p:nvSpPr>
        <p:spPr>
          <a:xfrm flipH="1">
            <a:off x="10057765" y="5340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4" name="星形: 四角 143"/>
          <p:cNvSpPr>
            <a:spLocks noChangeAspect="1"/>
          </p:cNvSpPr>
          <p:nvPr/>
        </p:nvSpPr>
        <p:spPr>
          <a:xfrm flipH="1">
            <a:off x="10746740" y="42322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5" name="星形: 四角 144"/>
          <p:cNvSpPr>
            <a:spLocks noChangeAspect="1"/>
          </p:cNvSpPr>
          <p:nvPr/>
        </p:nvSpPr>
        <p:spPr>
          <a:xfrm flipH="1">
            <a:off x="9336405" y="128651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6" name="星形: 四角 145"/>
          <p:cNvSpPr>
            <a:spLocks noChangeAspect="1"/>
          </p:cNvSpPr>
          <p:nvPr/>
        </p:nvSpPr>
        <p:spPr>
          <a:xfrm flipH="1">
            <a:off x="9405620" y="19818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7" name="星形: 四角 146"/>
          <p:cNvSpPr>
            <a:spLocks noChangeAspect="1"/>
          </p:cNvSpPr>
          <p:nvPr/>
        </p:nvSpPr>
        <p:spPr>
          <a:xfrm flipH="1">
            <a:off x="9184640" y="20847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8" name="星形: 四角 147"/>
          <p:cNvSpPr>
            <a:spLocks noChangeAspect="1"/>
          </p:cNvSpPr>
          <p:nvPr/>
        </p:nvSpPr>
        <p:spPr>
          <a:xfrm flipH="1">
            <a:off x="8571865" y="16503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9" name="星形: 四角 148"/>
          <p:cNvSpPr>
            <a:spLocks noChangeAspect="1"/>
          </p:cNvSpPr>
          <p:nvPr/>
        </p:nvSpPr>
        <p:spPr>
          <a:xfrm flipH="1">
            <a:off x="6661785" y="45212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0" name="星形: 四角 149"/>
          <p:cNvSpPr>
            <a:spLocks noChangeAspect="1"/>
          </p:cNvSpPr>
          <p:nvPr/>
        </p:nvSpPr>
        <p:spPr>
          <a:xfrm flipH="1">
            <a:off x="7027545" y="5080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1" name="星形: 四角 150"/>
          <p:cNvSpPr>
            <a:spLocks noChangeAspect="1"/>
          </p:cNvSpPr>
          <p:nvPr/>
        </p:nvSpPr>
        <p:spPr>
          <a:xfrm flipH="1">
            <a:off x="6967220" y="12471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2" name="星形: 四角 151"/>
          <p:cNvSpPr>
            <a:spLocks noChangeAspect="1"/>
          </p:cNvSpPr>
          <p:nvPr/>
        </p:nvSpPr>
        <p:spPr>
          <a:xfrm flipH="1">
            <a:off x="6386195" y="11842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3" name="星形: 四角 152"/>
          <p:cNvSpPr>
            <a:spLocks noChangeAspect="1"/>
          </p:cNvSpPr>
          <p:nvPr/>
        </p:nvSpPr>
        <p:spPr>
          <a:xfrm flipH="1">
            <a:off x="4973320" y="37331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4" name="星形: 四角 153"/>
          <p:cNvSpPr>
            <a:spLocks noChangeAspect="1"/>
          </p:cNvSpPr>
          <p:nvPr/>
        </p:nvSpPr>
        <p:spPr>
          <a:xfrm flipH="1">
            <a:off x="4246880" y="37693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5" name="星形: 四角 154"/>
          <p:cNvSpPr>
            <a:spLocks noChangeAspect="1"/>
          </p:cNvSpPr>
          <p:nvPr/>
        </p:nvSpPr>
        <p:spPr>
          <a:xfrm flipH="1">
            <a:off x="4511040" y="39300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6" name="星形: 四角 155"/>
          <p:cNvSpPr>
            <a:spLocks noChangeAspect="1"/>
          </p:cNvSpPr>
          <p:nvPr/>
        </p:nvSpPr>
        <p:spPr>
          <a:xfrm flipH="1">
            <a:off x="4671060" y="419417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7" name="星形: 四角 156"/>
          <p:cNvSpPr>
            <a:spLocks noChangeAspect="1"/>
          </p:cNvSpPr>
          <p:nvPr/>
        </p:nvSpPr>
        <p:spPr>
          <a:xfrm flipH="1">
            <a:off x="4810760" y="43872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8" name="星形: 四角 157"/>
          <p:cNvSpPr>
            <a:spLocks noChangeAspect="1"/>
          </p:cNvSpPr>
          <p:nvPr/>
        </p:nvSpPr>
        <p:spPr>
          <a:xfrm flipH="1">
            <a:off x="4373880" y="451294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9" name="星形: 四角 158"/>
          <p:cNvSpPr>
            <a:spLocks noChangeAspect="1"/>
          </p:cNvSpPr>
          <p:nvPr/>
        </p:nvSpPr>
        <p:spPr>
          <a:xfrm flipH="1">
            <a:off x="4094480" y="4850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0" name="星形: 四角 159"/>
          <p:cNvSpPr>
            <a:spLocks noChangeAspect="1"/>
          </p:cNvSpPr>
          <p:nvPr/>
        </p:nvSpPr>
        <p:spPr>
          <a:xfrm flipH="1">
            <a:off x="4792345" y="50285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1" name="星形: 四角 160"/>
          <p:cNvSpPr>
            <a:spLocks noChangeAspect="1"/>
          </p:cNvSpPr>
          <p:nvPr/>
        </p:nvSpPr>
        <p:spPr>
          <a:xfrm flipH="1">
            <a:off x="4986655" y="46183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2" name="星形: 四角 161"/>
          <p:cNvSpPr>
            <a:spLocks noChangeAspect="1"/>
          </p:cNvSpPr>
          <p:nvPr/>
        </p:nvSpPr>
        <p:spPr>
          <a:xfrm flipH="1">
            <a:off x="8766175" y="34994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3" name="星形: 四角 162"/>
          <p:cNvSpPr>
            <a:spLocks noChangeAspect="1"/>
          </p:cNvSpPr>
          <p:nvPr/>
        </p:nvSpPr>
        <p:spPr>
          <a:xfrm flipH="1">
            <a:off x="9064625" y="36487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4" name="星形: 四角 163"/>
          <p:cNvSpPr>
            <a:spLocks noChangeAspect="1"/>
          </p:cNvSpPr>
          <p:nvPr/>
        </p:nvSpPr>
        <p:spPr>
          <a:xfrm flipH="1">
            <a:off x="9629775" y="37566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5" name="星形: 四角 164"/>
          <p:cNvSpPr>
            <a:spLocks noChangeAspect="1"/>
          </p:cNvSpPr>
          <p:nvPr/>
        </p:nvSpPr>
        <p:spPr>
          <a:xfrm flipH="1">
            <a:off x="9197975" y="38550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6" name="星形: 四角 165"/>
          <p:cNvSpPr>
            <a:spLocks noChangeAspect="1"/>
          </p:cNvSpPr>
          <p:nvPr/>
        </p:nvSpPr>
        <p:spPr>
          <a:xfrm flipH="1">
            <a:off x="8918575" y="39820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7" name="星形: 四角 166"/>
          <p:cNvSpPr>
            <a:spLocks noChangeAspect="1"/>
          </p:cNvSpPr>
          <p:nvPr/>
        </p:nvSpPr>
        <p:spPr>
          <a:xfrm rot="2700000" flipH="1">
            <a:off x="11504930" y="9220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8" name="星形: 四角 167"/>
          <p:cNvSpPr>
            <a:spLocks noChangeAspect="1"/>
          </p:cNvSpPr>
          <p:nvPr/>
        </p:nvSpPr>
        <p:spPr>
          <a:xfrm flipH="1">
            <a:off x="11149330" y="8864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9" name="星形: 四角 168"/>
          <p:cNvSpPr>
            <a:spLocks noChangeAspect="1"/>
          </p:cNvSpPr>
          <p:nvPr/>
        </p:nvSpPr>
        <p:spPr>
          <a:xfrm rot="2700000" flipH="1">
            <a:off x="11269980" y="105918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0" name="星形: 四角 169"/>
          <p:cNvSpPr>
            <a:spLocks noChangeAspect="1"/>
          </p:cNvSpPr>
          <p:nvPr/>
        </p:nvSpPr>
        <p:spPr>
          <a:xfrm rot="2700000" flipH="1">
            <a:off x="11621770" y="12522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1" name="星形: 四角 170"/>
          <p:cNvSpPr>
            <a:spLocks noChangeAspect="1"/>
          </p:cNvSpPr>
          <p:nvPr/>
        </p:nvSpPr>
        <p:spPr>
          <a:xfrm rot="2700000" flipH="1">
            <a:off x="10757535" y="12192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2" name="星形: 四角 171"/>
          <p:cNvSpPr>
            <a:spLocks noChangeAspect="1"/>
          </p:cNvSpPr>
          <p:nvPr/>
        </p:nvSpPr>
        <p:spPr>
          <a:xfrm flipH="1">
            <a:off x="10077450" y="1040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3" name="星形: 四角 172"/>
          <p:cNvSpPr>
            <a:spLocks noChangeAspect="1"/>
          </p:cNvSpPr>
          <p:nvPr/>
        </p:nvSpPr>
        <p:spPr>
          <a:xfrm rot="2700000" flipH="1">
            <a:off x="10584815" y="16033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" name="星形: 四角 173"/>
          <p:cNvSpPr>
            <a:spLocks noChangeAspect="1"/>
          </p:cNvSpPr>
          <p:nvPr/>
        </p:nvSpPr>
        <p:spPr>
          <a:xfrm rot="2700000" flipH="1">
            <a:off x="11239500" y="18402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5" name="星形: 四角 174"/>
          <p:cNvSpPr>
            <a:spLocks noChangeAspect="1"/>
          </p:cNvSpPr>
          <p:nvPr/>
        </p:nvSpPr>
        <p:spPr>
          <a:xfrm rot="2700000" flipH="1">
            <a:off x="11675745" y="15487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6" name="星形: 四角 175"/>
          <p:cNvSpPr>
            <a:spLocks noChangeAspect="1"/>
          </p:cNvSpPr>
          <p:nvPr/>
        </p:nvSpPr>
        <p:spPr>
          <a:xfrm flipH="1">
            <a:off x="10029190" y="167767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7" name="星形: 四角 176"/>
          <p:cNvSpPr>
            <a:spLocks noChangeAspect="1"/>
          </p:cNvSpPr>
          <p:nvPr/>
        </p:nvSpPr>
        <p:spPr>
          <a:xfrm rot="2700000" flipH="1">
            <a:off x="4182745" y="18288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8" name="星形: 四角 177"/>
          <p:cNvSpPr>
            <a:spLocks noChangeAspect="1"/>
          </p:cNvSpPr>
          <p:nvPr/>
        </p:nvSpPr>
        <p:spPr>
          <a:xfrm flipH="1">
            <a:off x="3124200" y="272034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9" name="星形: 四角 178"/>
          <p:cNvSpPr>
            <a:spLocks noChangeAspect="1"/>
          </p:cNvSpPr>
          <p:nvPr/>
        </p:nvSpPr>
        <p:spPr>
          <a:xfrm rot="2700000" flipH="1">
            <a:off x="3338195" y="24872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0" name="星形: 四角 179"/>
          <p:cNvSpPr>
            <a:spLocks noChangeAspect="1"/>
          </p:cNvSpPr>
          <p:nvPr/>
        </p:nvSpPr>
        <p:spPr>
          <a:xfrm rot="2700000" flipH="1">
            <a:off x="3895090" y="258826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1" name="星形: 四角 180"/>
          <p:cNvSpPr>
            <a:spLocks noChangeAspect="1"/>
          </p:cNvSpPr>
          <p:nvPr/>
        </p:nvSpPr>
        <p:spPr>
          <a:xfrm flipH="1">
            <a:off x="3707765" y="295275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2" name="星形: 四角 181"/>
          <p:cNvSpPr>
            <a:spLocks noChangeAspect="1"/>
          </p:cNvSpPr>
          <p:nvPr/>
        </p:nvSpPr>
        <p:spPr>
          <a:xfrm flipH="1">
            <a:off x="4528820" y="27146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3" name="星形: 四角 182"/>
          <p:cNvSpPr>
            <a:spLocks noChangeAspect="1"/>
          </p:cNvSpPr>
          <p:nvPr/>
        </p:nvSpPr>
        <p:spPr>
          <a:xfrm flipH="1">
            <a:off x="3052445" y="14458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" name="星形: 四角 183"/>
          <p:cNvSpPr>
            <a:spLocks noChangeAspect="1"/>
          </p:cNvSpPr>
          <p:nvPr/>
        </p:nvSpPr>
        <p:spPr>
          <a:xfrm flipH="1">
            <a:off x="7700645" y="7245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5" name="星形: 四角 184"/>
          <p:cNvSpPr>
            <a:spLocks noChangeAspect="1"/>
          </p:cNvSpPr>
          <p:nvPr/>
        </p:nvSpPr>
        <p:spPr>
          <a:xfrm flipH="1">
            <a:off x="7999095" y="8737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6" name="星形: 四角 185"/>
          <p:cNvSpPr>
            <a:spLocks noChangeAspect="1"/>
          </p:cNvSpPr>
          <p:nvPr/>
        </p:nvSpPr>
        <p:spPr>
          <a:xfrm flipH="1">
            <a:off x="8564245" y="9817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7" name="星形: 四角 186"/>
          <p:cNvSpPr>
            <a:spLocks noChangeAspect="1"/>
          </p:cNvSpPr>
          <p:nvPr/>
        </p:nvSpPr>
        <p:spPr>
          <a:xfrm flipH="1">
            <a:off x="8132445" y="10801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8" name="星形: 四角 187"/>
          <p:cNvSpPr>
            <a:spLocks noChangeAspect="1"/>
          </p:cNvSpPr>
          <p:nvPr/>
        </p:nvSpPr>
        <p:spPr>
          <a:xfrm flipH="1">
            <a:off x="7853045" y="12071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9" name="星形: 四角 188"/>
          <p:cNvSpPr>
            <a:spLocks noChangeAspect="1"/>
          </p:cNvSpPr>
          <p:nvPr/>
        </p:nvSpPr>
        <p:spPr>
          <a:xfrm flipH="1">
            <a:off x="7411085" y="18326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>
            <a:off x="11528425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163574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174242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1528425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63574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74242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528425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63574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4242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Freeform 23"/>
          <p:cNvSpPr/>
          <p:nvPr/>
        </p:nvSpPr>
        <p:spPr>
          <a:xfrm rot="1561435">
            <a:off x="994410" y="762635"/>
            <a:ext cx="501650" cy="495935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Freeform 23"/>
          <p:cNvSpPr/>
          <p:nvPr/>
        </p:nvSpPr>
        <p:spPr>
          <a:xfrm rot="20879087">
            <a:off x="1325880" y="598805"/>
            <a:ext cx="347345" cy="372745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7363460" y="4460916"/>
            <a:ext cx="373888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0" name="矩形 189"/>
          <p:cNvSpPr/>
          <p:nvPr/>
        </p:nvSpPr>
        <p:spPr>
          <a:xfrm>
            <a:off x="7417253" y="2432183"/>
            <a:ext cx="3457476" cy="20313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 2.0 55 Regular" panose="00020600040101010101" pitchFamily="18" charset="-122"/>
                <a:sym typeface="微软雅黑" panose="020B0503020204020204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  <a:endParaRPr lang="en-US" altLang="zh-CN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阿里巴巴普惠体 2.0 55 Regular" panose="00020600040101010101" pitchFamily="18" charset="-122"/>
              <a:sym typeface="微软雅黑" panose="020B0503020204020204" charset="-122"/>
            </a:endParaRPr>
          </a:p>
          <a:p>
            <a:pPr lvl="0">
              <a:lnSpc>
                <a:spcPct val="150000"/>
              </a:lnSpc>
            </a:pPr>
            <a:endParaRPr lang="en-US" altLang="zh-CN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阿里巴巴普惠体 2.0 55 Regular" panose="00020600040101010101" pitchFamily="18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 2.0 55 Regular" panose="00020600040101010101" pitchFamily="18" charset="-122"/>
                <a:sym typeface="微软雅黑" panose="020B0503020204020204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  <a:p>
            <a:pPr lvl="0">
              <a:lnSpc>
                <a:spcPct val="150000"/>
              </a:lnSpc>
            </a:pPr>
            <a:endParaRPr lang="zh-CN" altLang="en-US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阿里巴巴普惠体 2.0 55 Regular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191" name="矩形 190"/>
          <p:cNvSpPr/>
          <p:nvPr/>
        </p:nvSpPr>
        <p:spPr>
          <a:xfrm>
            <a:off x="7441185" y="4807568"/>
            <a:ext cx="3359704" cy="722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 2.0 55 Regular" panose="00020600040101010101" pitchFamily="18" charset="-122"/>
                <a:sym typeface="微软雅黑" panose="020B0503020204020204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4" name="矩形: 圆角 25"/>
          <p:cNvSpPr/>
          <p:nvPr/>
        </p:nvSpPr>
        <p:spPr>
          <a:xfrm>
            <a:off x="2894965" y="5321935"/>
            <a:ext cx="1125855" cy="43053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微软雅黑" panose="020B0503020204020204" charset="-122"/>
              </a:rPr>
              <a:t>输入小标题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190" grpId="0"/>
      <p:bldP spid="191" grpId="0"/>
      <p:bldP spid="4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tile tx="6350" ty="0" sx="100000" sy="98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DB0FD5-60F5-FEF2-8F29-558DA36FB5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2000">
                <a:srgbClr val="001848">
                  <a:alpha val="0"/>
                </a:srgbClr>
              </a:gs>
              <a:gs pos="100000">
                <a:srgbClr val="002060">
                  <a:alpha val="73000"/>
                </a:srgbClr>
              </a:gs>
              <a:gs pos="0">
                <a:schemeClr val="accent1"/>
              </a:gs>
              <a:gs pos="37000">
                <a:srgbClr val="002350">
                  <a:alpha val="60000"/>
                </a:srgbClr>
              </a:gs>
            </a:gsLst>
            <a:path path="rect">
              <a:fillToRect l="100000" b="10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pic>
        <p:nvPicPr>
          <p:cNvPr id="64" name="图片 6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834415">
            <a:off x="6031898" y="648332"/>
            <a:ext cx="1907585" cy="158734"/>
          </a:xfrm>
          <a:prstGeom prst="rect">
            <a:avLst/>
          </a:prstGeom>
        </p:spPr>
      </p:pic>
      <p:pic>
        <p:nvPicPr>
          <p:cNvPr id="67" name="图片 66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9834415">
            <a:off x="10963615" y="5023104"/>
            <a:ext cx="888978" cy="113651"/>
          </a:xfrm>
          <a:prstGeom prst="rect">
            <a:avLst/>
          </a:prstGeom>
        </p:spPr>
      </p:pic>
      <p:sp>
        <p:nvSpPr>
          <p:cNvPr id="78" name="椭圆 77"/>
          <p:cNvSpPr/>
          <p:nvPr/>
        </p:nvSpPr>
        <p:spPr>
          <a:xfrm>
            <a:off x="11528425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1163574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1174242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11528425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1163574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1174242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11528425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1163574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1174242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Box 13" descr="e7d195523061f1c03a90ee8e42cb24248e56383cd534985688F9F494128731F165EE95AB4B0C0A38076AAEA07667B1565C446FC45FF01DFB0E885BCDBDF3A284F3DB14DA61DD97F0BAB2E6C668FB49318036C4C7D782F6BDE19F92129220AA4B6FDFAD75447861AE4CF4978A657099D2FE153C858A27D28331000F834BD4E44D9EA41F24362F38F2"/>
          <p:cNvSpPr txBox="1"/>
          <p:nvPr/>
        </p:nvSpPr>
        <p:spPr>
          <a:xfrm>
            <a:off x="582924" y="3675811"/>
            <a:ext cx="540700" cy="500070"/>
          </a:xfrm>
          <a:custGeom>
            <a:avLst/>
            <a:gdLst/>
            <a:ahLst/>
            <a:cxnLst/>
            <a:rect l="l" t="t" r="r" b="b"/>
            <a:pathLst>
              <a:path w="770004" h="712143">
                <a:moveTo>
                  <a:pt x="704724" y="0"/>
                </a:moveTo>
                <a:lnTo>
                  <a:pt x="770004" y="103854"/>
                </a:lnTo>
                <a:cubicBezTo>
                  <a:pt x="715604" y="126604"/>
                  <a:pt x="675546" y="160480"/>
                  <a:pt x="649830" y="205483"/>
                </a:cubicBezTo>
                <a:cubicBezTo>
                  <a:pt x="624113" y="250487"/>
                  <a:pt x="609772" y="316014"/>
                  <a:pt x="606804" y="402064"/>
                </a:cubicBezTo>
                <a:lnTo>
                  <a:pt x="746266" y="402064"/>
                </a:lnTo>
                <a:lnTo>
                  <a:pt x="746266" y="712143"/>
                </a:lnTo>
                <a:lnTo>
                  <a:pt x="459925" y="712143"/>
                </a:lnTo>
                <a:lnTo>
                  <a:pt x="459925" y="467344"/>
                </a:lnTo>
                <a:cubicBezTo>
                  <a:pt x="459925" y="334806"/>
                  <a:pt x="475750" y="238865"/>
                  <a:pt x="507401" y="179520"/>
                </a:cubicBezTo>
                <a:cubicBezTo>
                  <a:pt x="548943" y="100393"/>
                  <a:pt x="614717" y="40553"/>
                  <a:pt x="704724" y="0"/>
                </a:cubicBezTo>
                <a:close/>
                <a:moveTo>
                  <a:pt x="244799" y="0"/>
                </a:moveTo>
                <a:lnTo>
                  <a:pt x="310078" y="103854"/>
                </a:lnTo>
                <a:cubicBezTo>
                  <a:pt x="255678" y="126604"/>
                  <a:pt x="215620" y="160480"/>
                  <a:pt x="189904" y="205483"/>
                </a:cubicBezTo>
                <a:cubicBezTo>
                  <a:pt x="164188" y="250487"/>
                  <a:pt x="149846" y="316014"/>
                  <a:pt x="146879" y="402064"/>
                </a:cubicBezTo>
                <a:lnTo>
                  <a:pt x="286340" y="402064"/>
                </a:lnTo>
                <a:lnTo>
                  <a:pt x="286340" y="712143"/>
                </a:lnTo>
                <a:lnTo>
                  <a:pt x="0" y="712143"/>
                </a:lnTo>
                <a:lnTo>
                  <a:pt x="0" y="467344"/>
                </a:lnTo>
                <a:cubicBezTo>
                  <a:pt x="0" y="334806"/>
                  <a:pt x="15825" y="238865"/>
                  <a:pt x="47476" y="179520"/>
                </a:cubicBezTo>
                <a:cubicBezTo>
                  <a:pt x="89017" y="100393"/>
                  <a:pt x="154792" y="40553"/>
                  <a:pt x="244799" y="0"/>
                </a:cubicBezTo>
                <a:close/>
              </a:path>
            </a:pathLst>
          </a:custGeom>
          <a:solidFill>
            <a:schemeClr val="bg1">
              <a:alpha val="1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0" indent="0" algn="ctr" defTabSz="146050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375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3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6260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510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760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10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260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8145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395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d-ID" sz="23900" spc="300" dirty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TextBox 13" descr="e7d195523061f1c03a90ee8e42cb24248e56383cd534985688F9F494128731F165EE95AB4B0C0A38076AAEA07667B1565C446FC45FF01DFB0E885BCDBDF3A284F3DB14DA61DD97F0BAB2E6C668FB49318036C4C7D782F6BDE19F92129220AA4B6FDFAD75447861AE4CF4978A657099D2FE153C858A27D28331000F834BD4E44D9EA41F24362F38F2"/>
          <p:cNvSpPr txBox="1"/>
          <p:nvPr/>
        </p:nvSpPr>
        <p:spPr>
          <a:xfrm rot="10800000">
            <a:off x="11347116" y="1319076"/>
            <a:ext cx="540700" cy="500070"/>
          </a:xfrm>
          <a:custGeom>
            <a:avLst/>
            <a:gdLst/>
            <a:ahLst/>
            <a:cxnLst/>
            <a:rect l="l" t="t" r="r" b="b"/>
            <a:pathLst>
              <a:path w="770004" h="712143">
                <a:moveTo>
                  <a:pt x="704724" y="0"/>
                </a:moveTo>
                <a:lnTo>
                  <a:pt x="770004" y="103854"/>
                </a:lnTo>
                <a:cubicBezTo>
                  <a:pt x="715604" y="126604"/>
                  <a:pt x="675546" y="160480"/>
                  <a:pt x="649830" y="205483"/>
                </a:cubicBezTo>
                <a:cubicBezTo>
                  <a:pt x="624113" y="250487"/>
                  <a:pt x="609772" y="316014"/>
                  <a:pt x="606804" y="402064"/>
                </a:cubicBezTo>
                <a:lnTo>
                  <a:pt x="746266" y="402064"/>
                </a:lnTo>
                <a:lnTo>
                  <a:pt x="746266" y="712143"/>
                </a:lnTo>
                <a:lnTo>
                  <a:pt x="459925" y="712143"/>
                </a:lnTo>
                <a:lnTo>
                  <a:pt x="459925" y="467344"/>
                </a:lnTo>
                <a:cubicBezTo>
                  <a:pt x="459925" y="334806"/>
                  <a:pt x="475750" y="238865"/>
                  <a:pt x="507401" y="179520"/>
                </a:cubicBezTo>
                <a:cubicBezTo>
                  <a:pt x="548943" y="100393"/>
                  <a:pt x="614717" y="40553"/>
                  <a:pt x="704724" y="0"/>
                </a:cubicBezTo>
                <a:close/>
                <a:moveTo>
                  <a:pt x="244799" y="0"/>
                </a:moveTo>
                <a:lnTo>
                  <a:pt x="310078" y="103854"/>
                </a:lnTo>
                <a:cubicBezTo>
                  <a:pt x="255678" y="126604"/>
                  <a:pt x="215620" y="160480"/>
                  <a:pt x="189904" y="205483"/>
                </a:cubicBezTo>
                <a:cubicBezTo>
                  <a:pt x="164188" y="250487"/>
                  <a:pt x="149846" y="316014"/>
                  <a:pt x="146879" y="402064"/>
                </a:cubicBezTo>
                <a:lnTo>
                  <a:pt x="286340" y="402064"/>
                </a:lnTo>
                <a:lnTo>
                  <a:pt x="286340" y="712143"/>
                </a:lnTo>
                <a:lnTo>
                  <a:pt x="0" y="712143"/>
                </a:lnTo>
                <a:lnTo>
                  <a:pt x="0" y="467344"/>
                </a:lnTo>
                <a:cubicBezTo>
                  <a:pt x="0" y="334806"/>
                  <a:pt x="15825" y="238865"/>
                  <a:pt x="47476" y="179520"/>
                </a:cubicBezTo>
                <a:cubicBezTo>
                  <a:pt x="89017" y="100393"/>
                  <a:pt x="154792" y="40553"/>
                  <a:pt x="244799" y="0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L="0" indent="0" algn="ctr" defTabSz="146050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defRPr sz="4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095375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3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6260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510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760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10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260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8145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395" indent="-365125" algn="l" defTabSz="14605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d-ID" sz="23900" spc="300" dirty="0"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24051" y="4241476"/>
            <a:ext cx="282670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244521" y="1796328"/>
            <a:ext cx="4214495" cy="8951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501106" y="-2241550"/>
            <a:ext cx="5340350" cy="9099550"/>
            <a:chOff x="5398" y="-2879"/>
            <a:chExt cx="8410" cy="14330"/>
          </a:xfrm>
        </p:grpSpPr>
        <p:pic>
          <p:nvPicPr>
            <p:cNvPr id="10" name="图片 9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/>
            <a:srcRect r="-262" b="24583"/>
            <a:stretch>
              <a:fillRect/>
            </a:stretch>
          </p:blipFill>
          <p:spPr>
            <a:xfrm>
              <a:off x="5398" y="-2879"/>
              <a:ext cx="8410" cy="13695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>
              <p:custDataLst>
                <p:tags r:id="rId2"/>
              </p:custDataLst>
            </p:nvPr>
          </p:nvGrpSpPr>
          <p:grpSpPr>
            <a:xfrm>
              <a:off x="6056" y="1734"/>
              <a:ext cx="6637" cy="9717"/>
              <a:chOff x="6056" y="1734"/>
              <a:chExt cx="6637" cy="9717"/>
            </a:xfrm>
          </p:grpSpPr>
          <p:sp>
            <p:nvSpPr>
              <p:cNvPr id="63" name="椭圆 62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    <p:cNvSpPr/>
              <p:nvPr>
                <p:custDataLst>
                  <p:tags r:id="rId3"/>
                </p:custDataLst>
              </p:nvPr>
            </p:nvSpPr>
            <p:spPr>
              <a:xfrm>
                <a:off x="6056" y="2639"/>
                <a:ext cx="6637" cy="663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33000"/>
                    </a:schemeClr>
                  </a:gs>
                  <a:gs pos="100000">
                    <a:schemeClr val="bg1">
                      <a:alpha val="3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等腰三角形 13"/>
              <p:cNvSpPr/>
              <p:nvPr>
                <p:custDataLst>
                  <p:tags r:id="rId4"/>
                </p:custDataLst>
              </p:nvPr>
            </p:nvSpPr>
            <p:spPr>
              <a:xfrm>
                <a:off x="9075" y="1734"/>
                <a:ext cx="1055" cy="9717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0B917-BB87-7420-7FC2-FD3D48D5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4D40D2BB-1DAC-FF14-83C2-5447352D3E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72" r="9543"/>
          <a:stretch>
            <a:fillRect/>
          </a:stretch>
        </p:blipFill>
        <p:spPr>
          <a:xfrm>
            <a:off x="0" y="3611270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5" name="图片 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28D84786-4713-B979-8AC9-5B7F06D263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72" r="9543"/>
          <a:stretch>
            <a:fillRect/>
          </a:stretch>
        </p:blipFill>
        <p:spPr>
          <a:xfrm>
            <a:off x="0" y="29715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5DECAFE-72DF-CD85-631C-0675572232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pic>
        <p:nvPicPr>
          <p:cNvPr id="15" name="图片 1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BEA5E4A0-AD01-A650-7C32-697E265D4B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834415">
            <a:off x="7402121" y="885262"/>
            <a:ext cx="1907585" cy="158734"/>
          </a:xfrm>
          <a:prstGeom prst="rect">
            <a:avLst/>
          </a:prstGeom>
        </p:spPr>
      </p:pic>
      <p:pic>
        <p:nvPicPr>
          <p:cNvPr id="16" name="图片 1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08038C09-E1EF-BA69-709A-C2BC344B5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834415">
            <a:off x="10963615" y="5023104"/>
            <a:ext cx="888978" cy="113651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BF17A30F-E9B8-666D-042F-DC32E4022D7D}"/>
              </a:ext>
            </a:extLst>
          </p:cNvPr>
          <p:cNvGrpSpPr/>
          <p:nvPr/>
        </p:nvGrpSpPr>
        <p:grpSpPr>
          <a:xfrm>
            <a:off x="11528527" y="6150694"/>
            <a:ext cx="294640" cy="303828"/>
            <a:chOff x="1259840" y="5827410"/>
            <a:chExt cx="670560" cy="691470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E46C0C7-B8F3-80E6-375A-E4A959DD0867}"/>
                </a:ext>
              </a:extLst>
            </p:cNvPr>
            <p:cNvGrpSpPr/>
            <p:nvPr/>
          </p:nvGrpSpPr>
          <p:grpSpPr>
            <a:xfrm>
              <a:off x="1259840" y="5827410"/>
              <a:ext cx="670560" cy="182880"/>
              <a:chOff x="1259840" y="5827410"/>
              <a:chExt cx="670560" cy="182880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D2ACBB17-F378-0702-1D1F-7BA34C691E56}"/>
                  </a:ext>
                </a:extLst>
              </p:cNvPr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83AFCE5C-22AC-EA1C-B23E-C552C4A21E08}"/>
                  </a:ext>
                </a:extLst>
              </p:cNvPr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8CA6F4F9-9DDE-EB56-7B16-0F2028E82C34}"/>
                  </a:ext>
                </a:extLst>
              </p:cNvPr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46477CBA-3E4A-64BD-4A48-42A8437E71DC}"/>
                </a:ext>
              </a:extLst>
            </p:cNvPr>
            <p:cNvGrpSpPr/>
            <p:nvPr/>
          </p:nvGrpSpPr>
          <p:grpSpPr>
            <a:xfrm>
              <a:off x="1259840" y="6081705"/>
              <a:ext cx="670560" cy="182880"/>
              <a:chOff x="1259840" y="5827410"/>
              <a:chExt cx="670560" cy="182880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C5957D69-6662-4F6D-F227-BF00B206D75E}"/>
                  </a:ext>
                </a:extLst>
              </p:cNvPr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5AC42FEB-4912-17DC-64CE-309BB2DC1DA3}"/>
                  </a:ext>
                </a:extLst>
              </p:cNvPr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D1A34FEE-B116-1CBF-DC5D-E6DA9AFCDC6F}"/>
                  </a:ext>
                </a:extLst>
              </p:cNvPr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04357C90-D18E-742A-2DE0-27302EFE09D5}"/>
                </a:ext>
              </a:extLst>
            </p:cNvPr>
            <p:cNvGrpSpPr/>
            <p:nvPr/>
          </p:nvGrpSpPr>
          <p:grpSpPr>
            <a:xfrm>
              <a:off x="1259840" y="6336000"/>
              <a:ext cx="670560" cy="182880"/>
              <a:chOff x="1259840" y="5827410"/>
              <a:chExt cx="670560" cy="182880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9653DBE5-F39C-103F-F814-382FB7BF2CBA}"/>
                  </a:ext>
                </a:extLst>
              </p:cNvPr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5FAA8D12-5200-AA73-681F-29FC32923F97}"/>
                  </a:ext>
                </a:extLst>
              </p:cNvPr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3B283A6E-760E-BD2C-5728-7D6D13695E7D}"/>
                  </a:ext>
                </a:extLst>
              </p:cNvPr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" name="椭圆 8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A214B97A-2D98-A579-730C-4D47A3622C82}"/>
              </a:ext>
            </a:extLst>
          </p:cNvPr>
          <p:cNvSpPr/>
          <p:nvPr/>
        </p:nvSpPr>
        <p:spPr>
          <a:xfrm>
            <a:off x="2834005" y="-55245"/>
            <a:ext cx="6252210" cy="5247640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3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58E9C3FD-9014-282D-6EB5-74C3F634EEB6}"/>
              </a:ext>
            </a:extLst>
          </p:cNvPr>
          <p:cNvGrpSpPr/>
          <p:nvPr/>
        </p:nvGrpSpPr>
        <p:grpSpPr>
          <a:xfrm>
            <a:off x="4106545" y="2607794"/>
            <a:ext cx="5695315" cy="1086836"/>
            <a:chOff x="-40138" y="1964962"/>
            <a:chExt cx="6975885" cy="1120761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8881005-48EC-C318-4DE7-A850F5C2ABA0}"/>
                </a:ext>
              </a:extLst>
            </p:cNvPr>
            <p:cNvSpPr/>
            <p:nvPr/>
          </p:nvSpPr>
          <p:spPr>
            <a:xfrm rot="1561435">
              <a:off x="5426858" y="2014074"/>
              <a:ext cx="501666" cy="598507"/>
            </a:xfrm>
            <a:custGeom>
              <a:avLst/>
              <a:gdLst/>
              <a:ahLst/>
              <a:cxnLst/>
              <a:rect l="l" t="t" r="r" b="b"/>
              <a:pathLst>
                <a:path w="752411" h="743860">
                  <a:moveTo>
                    <a:pt x="0" y="0"/>
                  </a:moveTo>
                  <a:lnTo>
                    <a:pt x="752411" y="0"/>
                  </a:lnTo>
                  <a:lnTo>
                    <a:pt x="752411" y="743860"/>
                  </a:lnTo>
                  <a:lnTo>
                    <a:pt x="0" y="743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1E9D8EC-A621-5E75-0FF0-08C6A692AD38}"/>
                </a:ext>
              </a:extLst>
            </p:cNvPr>
            <p:cNvSpPr txBox="1"/>
            <p:nvPr/>
          </p:nvSpPr>
          <p:spPr>
            <a:xfrm>
              <a:off x="-40138" y="1964962"/>
              <a:ext cx="6975885" cy="11207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720"/>
                </a:lnSpc>
              </a:pPr>
              <a:r>
                <a:rPr lang="en-US" altLang="zh-CN" sz="5400" dirty="0">
                  <a:solidFill>
                    <a:srgbClr val="FFFF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03 </a:t>
              </a:r>
              <a:r>
                <a:rPr lang="zh-CN" altLang="en-US" sz="5400" b="1" dirty="0">
                  <a:solidFill>
                    <a:srgbClr val="FFFF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请输入标题</a:t>
              </a:r>
              <a:endParaRPr lang="en-US" sz="6000" b="1" dirty="0">
                <a:solidFill>
                  <a:srgbClr val="FFFFFF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" name="Freeform 45">
            <a:extLst>
              <a:ext uri="{FF2B5EF4-FFF2-40B4-BE49-F238E27FC236}">
                <a16:creationId xmlns:a16="http://schemas.microsoft.com/office/drawing/2014/main" id="{F04C6292-BAAD-BDDF-79A8-3037330FA8FC}"/>
              </a:ext>
            </a:extLst>
          </p:cNvPr>
          <p:cNvSpPr/>
          <p:nvPr/>
        </p:nvSpPr>
        <p:spPr>
          <a:xfrm rot="21440243">
            <a:off x="8072120" y="2988310"/>
            <a:ext cx="1222375" cy="1519555"/>
          </a:xfrm>
          <a:custGeom>
            <a:avLst/>
            <a:gdLst/>
            <a:ahLst/>
            <a:cxnLst/>
            <a:rect l="l" t="t" r="r" b="b"/>
            <a:pathLst>
              <a:path w="2149877" h="1645671">
                <a:moveTo>
                  <a:pt x="0" y="0"/>
                </a:moveTo>
                <a:lnTo>
                  <a:pt x="2149877" y="0"/>
                </a:lnTo>
                <a:lnTo>
                  <a:pt x="2149877" y="1645671"/>
                </a:lnTo>
                <a:lnTo>
                  <a:pt x="0" y="16456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46">
            <a:extLst>
              <a:ext uri="{FF2B5EF4-FFF2-40B4-BE49-F238E27FC236}">
                <a16:creationId xmlns:a16="http://schemas.microsoft.com/office/drawing/2014/main" id="{210B2EEC-C404-3FAB-81E6-EB6FAB0C3017}"/>
              </a:ext>
            </a:extLst>
          </p:cNvPr>
          <p:cNvSpPr/>
          <p:nvPr/>
        </p:nvSpPr>
        <p:spPr>
          <a:xfrm rot="18992739">
            <a:off x="8369300" y="4168140"/>
            <a:ext cx="526415" cy="762635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ED94C1E-5D17-9EE6-D61F-D878F4D969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54224" y="1702282"/>
            <a:ext cx="5060391" cy="477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36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星形: 四角 29"/>
          <p:cNvSpPr>
            <a:spLocks noChangeAspect="1"/>
          </p:cNvSpPr>
          <p:nvPr/>
        </p:nvSpPr>
        <p:spPr>
          <a:xfrm flipH="1">
            <a:off x="11314430" y="22542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星形: 四角 30"/>
          <p:cNvSpPr>
            <a:spLocks noChangeAspect="1"/>
          </p:cNvSpPr>
          <p:nvPr>
            <p:custDataLst>
              <p:tags r:id="rId1"/>
            </p:custDataLst>
          </p:nvPr>
        </p:nvSpPr>
        <p:spPr>
          <a:xfrm flipH="1">
            <a:off x="10765155" y="20802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星形: 四角 31"/>
          <p:cNvSpPr>
            <a:spLocks noChangeAspect="1"/>
          </p:cNvSpPr>
          <p:nvPr>
            <p:custDataLst>
              <p:tags r:id="rId2"/>
            </p:custDataLst>
          </p:nvPr>
        </p:nvSpPr>
        <p:spPr>
          <a:xfrm flipH="1">
            <a:off x="10090785" y="19640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星形: 四角 32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flipH="1">
            <a:off x="9963785" y="246380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星形: 四角 33"/>
          <p:cNvSpPr>
            <a:spLocks noChangeAspect="1"/>
          </p:cNvSpPr>
          <p:nvPr>
            <p:custDataLst>
              <p:tags r:id="rId4"/>
            </p:custDataLst>
          </p:nvPr>
        </p:nvSpPr>
        <p:spPr>
          <a:xfrm flipH="1">
            <a:off x="10484485" y="25501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星形: 四角 3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flipH="1">
            <a:off x="10746740" y="27749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星形: 四角 35"/>
          <p:cNvSpPr>
            <a:spLocks noChangeAspect="1"/>
          </p:cNvSpPr>
          <p:nvPr/>
        </p:nvSpPr>
        <p:spPr>
          <a:xfrm flipH="1">
            <a:off x="11962765" y="23971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星形: 四角 36"/>
          <p:cNvSpPr>
            <a:spLocks noChangeAspect="1"/>
          </p:cNvSpPr>
          <p:nvPr>
            <p:custDataLst>
              <p:tags r:id="rId6"/>
            </p:custDataLst>
          </p:nvPr>
        </p:nvSpPr>
        <p:spPr>
          <a:xfrm flipH="1">
            <a:off x="9269730" y="227203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星形: 四角 3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 flipH="1">
            <a:off x="11105515" y="30340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星形: 四角 3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 flipH="1">
            <a:off x="10484485" y="32994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星形: 四角 3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 flipH="1">
            <a:off x="10011410" y="31597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星形: 四角 4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 flipH="1">
            <a:off x="9486265" y="36645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星形: 四角 4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 flipH="1">
            <a:off x="9784715" y="381381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星形: 四角 4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 flipH="1">
            <a:off x="10349865" y="39217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星形: 四角 4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 flipH="1">
            <a:off x="9918065" y="4020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星形: 四角 44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 flipH="1">
            <a:off x="9638665" y="4147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星形: 四角 45"/>
          <p:cNvSpPr>
            <a:spLocks noChangeAspect="1"/>
          </p:cNvSpPr>
          <p:nvPr/>
        </p:nvSpPr>
        <p:spPr>
          <a:xfrm flipH="1">
            <a:off x="11708765" y="37776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星形: 四角 46"/>
          <p:cNvSpPr>
            <a:spLocks noChangeAspect="1"/>
          </p:cNvSpPr>
          <p:nvPr/>
        </p:nvSpPr>
        <p:spPr>
          <a:xfrm flipH="1">
            <a:off x="11347450" y="4147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星形: 四角 47"/>
          <p:cNvSpPr>
            <a:spLocks noChangeAspect="1"/>
          </p:cNvSpPr>
          <p:nvPr/>
        </p:nvSpPr>
        <p:spPr>
          <a:xfrm flipH="1">
            <a:off x="11639550" y="43757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星形: 四角 48"/>
          <p:cNvSpPr>
            <a:spLocks noChangeAspect="1"/>
          </p:cNvSpPr>
          <p:nvPr/>
        </p:nvSpPr>
        <p:spPr>
          <a:xfrm flipH="1">
            <a:off x="11802745" y="45758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星形: 四角 49"/>
          <p:cNvSpPr>
            <a:spLocks noChangeAspect="1"/>
          </p:cNvSpPr>
          <p:nvPr/>
        </p:nvSpPr>
        <p:spPr>
          <a:xfrm flipH="1">
            <a:off x="11314430" y="4772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星形: 四角 50"/>
          <p:cNvSpPr>
            <a:spLocks noChangeAspect="1"/>
          </p:cNvSpPr>
          <p:nvPr/>
        </p:nvSpPr>
        <p:spPr>
          <a:xfrm flipH="1">
            <a:off x="11206480" y="53282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星形: 四角 51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 flipH="1">
            <a:off x="10422255" y="50901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星形: 四角 52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 flipH="1">
            <a:off x="9196705" y="4772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星形: 四角 53"/>
          <p:cNvSpPr>
            <a:spLocks noChangeAspect="1"/>
          </p:cNvSpPr>
          <p:nvPr>
            <p:custDataLst>
              <p:tags r:id="rId17"/>
            </p:custDataLst>
          </p:nvPr>
        </p:nvSpPr>
        <p:spPr>
          <a:xfrm flipH="1">
            <a:off x="10282555" y="54679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星形: 四角 54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 flipH="1">
            <a:off x="9715500" y="558863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星形: 四角 55"/>
          <p:cNvSpPr>
            <a:spLocks noChangeAspect="1"/>
          </p:cNvSpPr>
          <p:nvPr>
            <p:custDataLst>
              <p:tags r:id="rId19"/>
            </p:custDataLst>
          </p:nvPr>
        </p:nvSpPr>
        <p:spPr>
          <a:xfrm flipH="1">
            <a:off x="9387840" y="55708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星形: 四角 56"/>
          <p:cNvSpPr>
            <a:spLocks noChangeAspect="1"/>
          </p:cNvSpPr>
          <p:nvPr>
            <p:custDataLst>
              <p:tags r:id="rId20"/>
            </p:custDataLst>
          </p:nvPr>
        </p:nvSpPr>
        <p:spPr>
          <a:xfrm flipH="1">
            <a:off x="9121775" y="546798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星形: 四角 57"/>
          <p:cNvSpPr>
            <a:spLocks noChangeAspect="1"/>
          </p:cNvSpPr>
          <p:nvPr>
            <p:custDataLst>
              <p:tags r:id="rId21"/>
            </p:custDataLst>
          </p:nvPr>
        </p:nvSpPr>
        <p:spPr>
          <a:xfrm flipH="1">
            <a:off x="8918575" y="55708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星形: 四角 58"/>
          <p:cNvSpPr>
            <a:spLocks noChangeAspect="1"/>
          </p:cNvSpPr>
          <p:nvPr>
            <p:custDataLst>
              <p:tags r:id="rId22"/>
            </p:custDataLst>
          </p:nvPr>
        </p:nvSpPr>
        <p:spPr>
          <a:xfrm flipH="1">
            <a:off x="4175125" y="55410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星形: 四角 59"/>
          <p:cNvSpPr>
            <a:spLocks noChangeAspect="1"/>
          </p:cNvSpPr>
          <p:nvPr>
            <p:custDataLst>
              <p:tags r:id="rId23"/>
            </p:custDataLst>
          </p:nvPr>
        </p:nvSpPr>
        <p:spPr>
          <a:xfrm flipH="1">
            <a:off x="4235450" y="56807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星形: 四角 60"/>
          <p:cNvSpPr>
            <a:spLocks noChangeAspect="1"/>
          </p:cNvSpPr>
          <p:nvPr>
            <p:custDataLst>
              <p:tags r:id="rId24"/>
            </p:custDataLst>
          </p:nvPr>
        </p:nvSpPr>
        <p:spPr>
          <a:xfrm flipH="1">
            <a:off x="10246360" y="583819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星形: 四角 61"/>
          <p:cNvSpPr>
            <a:spLocks noChangeAspect="1"/>
          </p:cNvSpPr>
          <p:nvPr>
            <p:custDataLst>
              <p:tags r:id="rId25"/>
            </p:custDataLst>
          </p:nvPr>
        </p:nvSpPr>
        <p:spPr>
          <a:xfrm flipH="1">
            <a:off x="10448290" y="62096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星形: 四角 62"/>
          <p:cNvSpPr>
            <a:spLocks noChangeAspect="1"/>
          </p:cNvSpPr>
          <p:nvPr/>
        </p:nvSpPr>
        <p:spPr>
          <a:xfrm flipH="1">
            <a:off x="11419840" y="57778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星形: 四角 63"/>
          <p:cNvSpPr>
            <a:spLocks noChangeAspect="1"/>
          </p:cNvSpPr>
          <p:nvPr/>
        </p:nvSpPr>
        <p:spPr>
          <a:xfrm flipH="1">
            <a:off x="11402695" y="63722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星形: 四角 64"/>
          <p:cNvSpPr>
            <a:spLocks noChangeAspect="1"/>
          </p:cNvSpPr>
          <p:nvPr/>
        </p:nvSpPr>
        <p:spPr>
          <a:xfrm flipH="1">
            <a:off x="11637645" y="57962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星形: 四角 65"/>
          <p:cNvSpPr>
            <a:spLocks noChangeAspect="1"/>
          </p:cNvSpPr>
          <p:nvPr>
            <p:custDataLst>
              <p:tags r:id="rId26"/>
            </p:custDataLst>
          </p:nvPr>
        </p:nvSpPr>
        <p:spPr>
          <a:xfrm flipH="1">
            <a:off x="8341995" y="51365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星形: 四角 66"/>
          <p:cNvSpPr>
            <a:spLocks noChangeAspect="1"/>
          </p:cNvSpPr>
          <p:nvPr>
            <p:custDataLst>
              <p:tags r:id="rId27"/>
            </p:custDataLst>
          </p:nvPr>
        </p:nvSpPr>
        <p:spPr>
          <a:xfrm flipH="1">
            <a:off x="8145145" y="5231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星形: 四角 67"/>
          <p:cNvSpPr>
            <a:spLocks noChangeAspect="1"/>
          </p:cNvSpPr>
          <p:nvPr>
            <p:custDataLst>
              <p:tags r:id="rId28"/>
            </p:custDataLst>
          </p:nvPr>
        </p:nvSpPr>
        <p:spPr>
          <a:xfrm flipH="1">
            <a:off x="6617970" y="642239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星形: 四角 68"/>
          <p:cNvSpPr>
            <a:spLocks noChangeAspect="1"/>
          </p:cNvSpPr>
          <p:nvPr>
            <p:custDataLst>
              <p:tags r:id="rId29"/>
            </p:custDataLst>
          </p:nvPr>
        </p:nvSpPr>
        <p:spPr>
          <a:xfrm rot="2700000" flipH="1">
            <a:off x="2590800" y="8159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星形: 四角 69"/>
          <p:cNvSpPr>
            <a:spLocks noChangeAspect="1"/>
          </p:cNvSpPr>
          <p:nvPr>
            <p:custDataLst>
              <p:tags r:id="rId30"/>
            </p:custDataLst>
          </p:nvPr>
        </p:nvSpPr>
        <p:spPr>
          <a:xfrm flipH="1">
            <a:off x="2912745" y="9772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星形: 四角 70"/>
          <p:cNvSpPr>
            <a:spLocks noChangeAspect="1"/>
          </p:cNvSpPr>
          <p:nvPr>
            <p:custDataLst>
              <p:tags r:id="rId31"/>
            </p:custDataLst>
          </p:nvPr>
        </p:nvSpPr>
        <p:spPr>
          <a:xfrm flipH="1">
            <a:off x="3056890" y="11842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星形: 四角 71"/>
          <p:cNvSpPr>
            <a:spLocks noChangeAspect="1"/>
          </p:cNvSpPr>
          <p:nvPr/>
        </p:nvSpPr>
        <p:spPr>
          <a:xfrm flipH="1">
            <a:off x="461645" y="9410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星形: 四角 72"/>
          <p:cNvSpPr>
            <a:spLocks noChangeAspect="1"/>
          </p:cNvSpPr>
          <p:nvPr/>
        </p:nvSpPr>
        <p:spPr>
          <a:xfrm flipH="1">
            <a:off x="702945" y="6997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星形: 四角 73"/>
          <p:cNvSpPr>
            <a:spLocks noChangeAspect="1"/>
          </p:cNvSpPr>
          <p:nvPr>
            <p:custDataLst>
              <p:tags r:id="rId32"/>
            </p:custDataLst>
          </p:nvPr>
        </p:nvSpPr>
        <p:spPr>
          <a:xfrm rot="2700000" flipH="1">
            <a:off x="2196465" y="12890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星形: 四角 74"/>
          <p:cNvSpPr>
            <a:spLocks noChangeAspect="1"/>
          </p:cNvSpPr>
          <p:nvPr>
            <p:custDataLst>
              <p:tags r:id="rId33"/>
            </p:custDataLst>
          </p:nvPr>
        </p:nvSpPr>
        <p:spPr>
          <a:xfrm rot="2700000" flipH="1">
            <a:off x="1769110" y="125285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星形: 四角 75"/>
          <p:cNvSpPr>
            <a:spLocks noChangeAspect="1"/>
          </p:cNvSpPr>
          <p:nvPr>
            <p:custDataLst>
              <p:tags r:id="rId34"/>
            </p:custDataLst>
          </p:nvPr>
        </p:nvSpPr>
        <p:spPr>
          <a:xfrm rot="2700000" flipH="1">
            <a:off x="1962150" y="14255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星形: 四角 76"/>
          <p:cNvSpPr>
            <a:spLocks noChangeAspect="1"/>
          </p:cNvSpPr>
          <p:nvPr>
            <p:custDataLst>
              <p:tags r:id="rId35"/>
            </p:custDataLst>
          </p:nvPr>
        </p:nvSpPr>
        <p:spPr>
          <a:xfrm rot="2700000" flipH="1">
            <a:off x="2313305" y="16186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星形: 四角 77"/>
          <p:cNvSpPr>
            <a:spLocks noChangeAspect="1"/>
          </p:cNvSpPr>
          <p:nvPr>
            <p:custDataLst>
              <p:tags r:id="rId36"/>
            </p:custDataLst>
          </p:nvPr>
        </p:nvSpPr>
        <p:spPr>
          <a:xfrm rot="2700000" flipH="1">
            <a:off x="1413510" y="16008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星形: 四角 78"/>
          <p:cNvSpPr>
            <a:spLocks noChangeAspect="1"/>
          </p:cNvSpPr>
          <p:nvPr/>
        </p:nvSpPr>
        <p:spPr>
          <a:xfrm flipH="1">
            <a:off x="769620" y="140779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星形: 四角 79"/>
          <p:cNvSpPr>
            <a:spLocks noChangeAspect="1"/>
          </p:cNvSpPr>
          <p:nvPr>
            <p:custDataLst>
              <p:tags r:id="rId37"/>
            </p:custDataLst>
          </p:nvPr>
        </p:nvSpPr>
        <p:spPr>
          <a:xfrm rot="2700000" flipH="1">
            <a:off x="1285240" y="19665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星形: 四角 80"/>
          <p:cNvSpPr>
            <a:spLocks noChangeAspect="1"/>
          </p:cNvSpPr>
          <p:nvPr>
            <p:custDataLst>
              <p:tags r:id="rId38"/>
            </p:custDataLst>
          </p:nvPr>
        </p:nvSpPr>
        <p:spPr>
          <a:xfrm flipH="1">
            <a:off x="1940560" y="220345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星形: 四角 81"/>
          <p:cNvSpPr>
            <a:spLocks noChangeAspect="1"/>
          </p:cNvSpPr>
          <p:nvPr>
            <p:custDataLst>
              <p:tags r:id="rId39"/>
            </p:custDataLst>
          </p:nvPr>
        </p:nvSpPr>
        <p:spPr>
          <a:xfrm rot="2700000" flipH="1">
            <a:off x="2367280" y="19157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星形: 四角 82"/>
          <p:cNvSpPr>
            <a:spLocks noChangeAspect="1"/>
          </p:cNvSpPr>
          <p:nvPr>
            <p:custDataLst>
              <p:tags r:id="rId40"/>
            </p:custDataLst>
          </p:nvPr>
        </p:nvSpPr>
        <p:spPr>
          <a:xfrm flipH="1">
            <a:off x="2824480" y="253619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星形: 四角 83"/>
          <p:cNvSpPr>
            <a:spLocks noChangeAspect="1"/>
          </p:cNvSpPr>
          <p:nvPr/>
        </p:nvSpPr>
        <p:spPr>
          <a:xfrm flipH="1">
            <a:off x="1071880" y="24504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星形: 四角 84"/>
          <p:cNvSpPr>
            <a:spLocks noChangeAspect="1"/>
          </p:cNvSpPr>
          <p:nvPr/>
        </p:nvSpPr>
        <p:spPr>
          <a:xfrm flipH="1">
            <a:off x="720725" y="20440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星形: 四角 85"/>
          <p:cNvSpPr>
            <a:spLocks noChangeAspect="1"/>
          </p:cNvSpPr>
          <p:nvPr/>
        </p:nvSpPr>
        <p:spPr>
          <a:xfrm flipH="1">
            <a:off x="344805" y="2486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星形: 四角 86"/>
          <p:cNvSpPr>
            <a:spLocks noChangeAspect="1"/>
          </p:cNvSpPr>
          <p:nvPr/>
        </p:nvSpPr>
        <p:spPr>
          <a:xfrm flipH="1">
            <a:off x="608965" y="26473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星形: 四角 87"/>
          <p:cNvSpPr>
            <a:spLocks noChangeAspect="1"/>
          </p:cNvSpPr>
          <p:nvPr/>
        </p:nvSpPr>
        <p:spPr>
          <a:xfrm flipH="1">
            <a:off x="769620" y="291147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星形: 四角 88"/>
          <p:cNvSpPr>
            <a:spLocks noChangeAspect="1"/>
          </p:cNvSpPr>
          <p:nvPr/>
        </p:nvSpPr>
        <p:spPr>
          <a:xfrm flipH="1">
            <a:off x="909320" y="31045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星形: 四角 89"/>
          <p:cNvSpPr>
            <a:spLocks noChangeAspect="1"/>
          </p:cNvSpPr>
          <p:nvPr/>
        </p:nvSpPr>
        <p:spPr>
          <a:xfrm flipH="1">
            <a:off x="472440" y="32308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星形: 四角 90"/>
          <p:cNvSpPr>
            <a:spLocks noChangeAspect="1"/>
          </p:cNvSpPr>
          <p:nvPr/>
        </p:nvSpPr>
        <p:spPr>
          <a:xfrm flipH="1">
            <a:off x="193040" y="35680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星形: 四角 91"/>
          <p:cNvSpPr>
            <a:spLocks noChangeAspect="1"/>
          </p:cNvSpPr>
          <p:nvPr/>
        </p:nvSpPr>
        <p:spPr>
          <a:xfrm flipH="1">
            <a:off x="890905" y="37458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星形: 四角 92"/>
          <p:cNvSpPr>
            <a:spLocks noChangeAspect="1"/>
          </p:cNvSpPr>
          <p:nvPr/>
        </p:nvSpPr>
        <p:spPr>
          <a:xfrm flipH="1">
            <a:off x="591185" y="42170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星形: 四角 93"/>
          <p:cNvSpPr>
            <a:spLocks noChangeAspect="1"/>
          </p:cNvSpPr>
          <p:nvPr>
            <p:custDataLst>
              <p:tags r:id="rId41"/>
            </p:custDataLst>
          </p:nvPr>
        </p:nvSpPr>
        <p:spPr>
          <a:xfrm flipH="1">
            <a:off x="1085215" y="33356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星形: 四角 94"/>
          <p:cNvSpPr>
            <a:spLocks noChangeAspect="1"/>
          </p:cNvSpPr>
          <p:nvPr>
            <p:custDataLst>
              <p:tags r:id="rId42"/>
            </p:custDataLst>
          </p:nvPr>
        </p:nvSpPr>
        <p:spPr>
          <a:xfrm flipH="1">
            <a:off x="1249680" y="32486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星形: 四角 95"/>
          <p:cNvSpPr>
            <a:spLocks noChangeAspect="1"/>
          </p:cNvSpPr>
          <p:nvPr>
            <p:custDataLst>
              <p:tags r:id="rId43"/>
            </p:custDataLst>
          </p:nvPr>
        </p:nvSpPr>
        <p:spPr>
          <a:xfrm flipH="1">
            <a:off x="1226820" y="352298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星形: 四角 96"/>
          <p:cNvSpPr>
            <a:spLocks noChangeAspect="1"/>
          </p:cNvSpPr>
          <p:nvPr>
            <p:custDataLst>
              <p:tags r:id="rId44"/>
            </p:custDataLst>
          </p:nvPr>
        </p:nvSpPr>
        <p:spPr>
          <a:xfrm flipH="1">
            <a:off x="1404620" y="349631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星形: 四角 97"/>
          <p:cNvSpPr>
            <a:spLocks noChangeAspect="1"/>
          </p:cNvSpPr>
          <p:nvPr>
            <p:custDataLst>
              <p:tags r:id="rId45"/>
            </p:custDataLst>
          </p:nvPr>
        </p:nvSpPr>
        <p:spPr>
          <a:xfrm flipH="1">
            <a:off x="1443990" y="367855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星形: 四角 98"/>
          <p:cNvSpPr>
            <a:spLocks noChangeAspect="1"/>
          </p:cNvSpPr>
          <p:nvPr>
            <p:custDataLst>
              <p:tags r:id="rId46"/>
            </p:custDataLst>
          </p:nvPr>
        </p:nvSpPr>
        <p:spPr>
          <a:xfrm flipH="1">
            <a:off x="1434465" y="393319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星形: 四角 99"/>
          <p:cNvSpPr>
            <a:spLocks noChangeAspect="1"/>
          </p:cNvSpPr>
          <p:nvPr>
            <p:custDataLst>
              <p:tags r:id="rId47"/>
            </p:custDataLst>
          </p:nvPr>
        </p:nvSpPr>
        <p:spPr>
          <a:xfrm flipH="1">
            <a:off x="1802130" y="34283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星形: 四角 100"/>
          <p:cNvSpPr>
            <a:spLocks noChangeAspect="1"/>
          </p:cNvSpPr>
          <p:nvPr>
            <p:custDataLst>
              <p:tags r:id="rId48"/>
            </p:custDataLst>
          </p:nvPr>
        </p:nvSpPr>
        <p:spPr>
          <a:xfrm flipH="1">
            <a:off x="2016125" y="31946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星形: 四角 101"/>
          <p:cNvSpPr>
            <a:spLocks noChangeAspect="1"/>
          </p:cNvSpPr>
          <p:nvPr>
            <p:custDataLst>
              <p:tags r:id="rId49"/>
            </p:custDataLst>
          </p:nvPr>
        </p:nvSpPr>
        <p:spPr>
          <a:xfrm flipH="1">
            <a:off x="2573020" y="32956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星形: 四角 102"/>
          <p:cNvSpPr>
            <a:spLocks noChangeAspect="1"/>
          </p:cNvSpPr>
          <p:nvPr>
            <p:custDataLst>
              <p:tags r:id="rId50"/>
            </p:custDataLst>
          </p:nvPr>
        </p:nvSpPr>
        <p:spPr>
          <a:xfrm flipH="1">
            <a:off x="2385060" y="36601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星形: 四角 103"/>
          <p:cNvSpPr>
            <a:spLocks noChangeAspect="1"/>
          </p:cNvSpPr>
          <p:nvPr>
            <p:custDataLst>
              <p:tags r:id="rId51"/>
            </p:custDataLst>
          </p:nvPr>
        </p:nvSpPr>
        <p:spPr>
          <a:xfrm flipH="1">
            <a:off x="3170555" y="34220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星形: 四角 104"/>
          <p:cNvSpPr>
            <a:spLocks noChangeAspect="1"/>
          </p:cNvSpPr>
          <p:nvPr>
            <p:custDataLst>
              <p:tags r:id="rId52"/>
            </p:custDataLst>
          </p:nvPr>
        </p:nvSpPr>
        <p:spPr>
          <a:xfrm flipH="1">
            <a:off x="3536315" y="34778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星形: 四角 105"/>
          <p:cNvSpPr>
            <a:spLocks noChangeAspect="1"/>
          </p:cNvSpPr>
          <p:nvPr>
            <p:custDataLst>
              <p:tags r:id="rId53"/>
            </p:custDataLst>
          </p:nvPr>
        </p:nvSpPr>
        <p:spPr>
          <a:xfrm flipH="1">
            <a:off x="3475990" y="42170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星形: 四角 106"/>
          <p:cNvSpPr>
            <a:spLocks noChangeAspect="1"/>
          </p:cNvSpPr>
          <p:nvPr>
            <p:custDataLst>
              <p:tags r:id="rId54"/>
            </p:custDataLst>
          </p:nvPr>
        </p:nvSpPr>
        <p:spPr>
          <a:xfrm flipH="1">
            <a:off x="2894965" y="41541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星形: 四角 107"/>
          <p:cNvSpPr>
            <a:spLocks noChangeAspect="1"/>
          </p:cNvSpPr>
          <p:nvPr>
            <p:custDataLst>
              <p:tags r:id="rId55"/>
            </p:custDataLst>
          </p:nvPr>
        </p:nvSpPr>
        <p:spPr>
          <a:xfrm flipH="1">
            <a:off x="5401310" y="10890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星形: 四角 108"/>
          <p:cNvSpPr>
            <a:spLocks noChangeAspect="1"/>
          </p:cNvSpPr>
          <p:nvPr>
            <p:custDataLst>
              <p:tags r:id="rId56"/>
            </p:custDataLst>
          </p:nvPr>
        </p:nvSpPr>
        <p:spPr>
          <a:xfrm rot="2700000" flipH="1">
            <a:off x="4343400" y="198120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星形: 四角 109"/>
          <p:cNvSpPr>
            <a:spLocks noChangeAspect="1"/>
          </p:cNvSpPr>
          <p:nvPr>
            <p:custDataLst>
              <p:tags r:id="rId57"/>
            </p:custDataLst>
          </p:nvPr>
        </p:nvSpPr>
        <p:spPr>
          <a:xfrm rot="2700000" flipH="1">
            <a:off x="4556760" y="174752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星形: 四角 110"/>
          <p:cNvSpPr>
            <a:spLocks noChangeAspect="1"/>
          </p:cNvSpPr>
          <p:nvPr>
            <p:custDataLst>
              <p:tags r:id="rId58"/>
            </p:custDataLst>
          </p:nvPr>
        </p:nvSpPr>
        <p:spPr>
          <a:xfrm rot="2700000" flipH="1">
            <a:off x="5114290" y="184848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星形: 四角 111"/>
          <p:cNvSpPr>
            <a:spLocks noChangeAspect="1"/>
          </p:cNvSpPr>
          <p:nvPr>
            <p:custDataLst>
              <p:tags r:id="rId59"/>
            </p:custDataLst>
          </p:nvPr>
        </p:nvSpPr>
        <p:spPr>
          <a:xfrm rot="2700000" flipH="1">
            <a:off x="4926330" y="22136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星形: 四角 112"/>
          <p:cNvSpPr>
            <a:spLocks noChangeAspect="1"/>
          </p:cNvSpPr>
          <p:nvPr>
            <p:custDataLst>
              <p:tags r:id="rId60"/>
            </p:custDataLst>
          </p:nvPr>
        </p:nvSpPr>
        <p:spPr>
          <a:xfrm flipH="1">
            <a:off x="5747385" y="197485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星形: 四角 113"/>
          <p:cNvSpPr>
            <a:spLocks noChangeAspect="1"/>
          </p:cNvSpPr>
          <p:nvPr>
            <p:custDataLst>
              <p:tags r:id="rId61"/>
            </p:custDataLst>
          </p:nvPr>
        </p:nvSpPr>
        <p:spPr>
          <a:xfrm flipH="1">
            <a:off x="6113145" y="203073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星形: 四角 114"/>
          <p:cNvSpPr>
            <a:spLocks noChangeAspect="1"/>
          </p:cNvSpPr>
          <p:nvPr>
            <p:custDataLst>
              <p:tags r:id="rId62"/>
            </p:custDataLst>
          </p:nvPr>
        </p:nvSpPr>
        <p:spPr>
          <a:xfrm flipH="1">
            <a:off x="6052820" y="27698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星形: 四角 115"/>
          <p:cNvSpPr>
            <a:spLocks noChangeAspect="1"/>
          </p:cNvSpPr>
          <p:nvPr>
            <p:custDataLst>
              <p:tags r:id="rId63"/>
            </p:custDataLst>
          </p:nvPr>
        </p:nvSpPr>
        <p:spPr>
          <a:xfrm flipH="1">
            <a:off x="5471795" y="27070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星形: 四角 116"/>
          <p:cNvSpPr>
            <a:spLocks noChangeAspect="1"/>
          </p:cNvSpPr>
          <p:nvPr>
            <p:custDataLst>
              <p:tags r:id="rId64"/>
            </p:custDataLst>
          </p:nvPr>
        </p:nvSpPr>
        <p:spPr>
          <a:xfrm flipH="1">
            <a:off x="4271010" y="7067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" name="星形: 四角 117"/>
          <p:cNvSpPr>
            <a:spLocks noChangeAspect="1"/>
          </p:cNvSpPr>
          <p:nvPr/>
        </p:nvSpPr>
        <p:spPr>
          <a:xfrm flipH="1">
            <a:off x="684530" y="51993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9" name="星形: 四角 118"/>
          <p:cNvSpPr>
            <a:spLocks noChangeAspect="1"/>
          </p:cNvSpPr>
          <p:nvPr/>
        </p:nvSpPr>
        <p:spPr>
          <a:xfrm flipH="1">
            <a:off x="897890" y="49663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0" name="星形: 四角 119"/>
          <p:cNvSpPr>
            <a:spLocks noChangeAspect="1"/>
          </p:cNvSpPr>
          <p:nvPr>
            <p:custDataLst>
              <p:tags r:id="rId65"/>
            </p:custDataLst>
          </p:nvPr>
        </p:nvSpPr>
        <p:spPr>
          <a:xfrm flipH="1">
            <a:off x="1383030" y="506730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" name="星形: 四角 120"/>
          <p:cNvSpPr>
            <a:spLocks noChangeAspect="1"/>
          </p:cNvSpPr>
          <p:nvPr>
            <p:custDataLst>
              <p:tags r:id="rId66"/>
            </p:custDataLst>
          </p:nvPr>
        </p:nvSpPr>
        <p:spPr>
          <a:xfrm flipH="1">
            <a:off x="1195705" y="543179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" name="星形: 四角 121"/>
          <p:cNvSpPr>
            <a:spLocks noChangeAspect="1"/>
          </p:cNvSpPr>
          <p:nvPr>
            <p:custDataLst>
              <p:tags r:id="rId67"/>
            </p:custDataLst>
          </p:nvPr>
        </p:nvSpPr>
        <p:spPr>
          <a:xfrm flipH="1">
            <a:off x="1962785" y="519366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3" name="星形: 四角 122"/>
          <p:cNvSpPr>
            <a:spLocks noChangeAspect="1"/>
          </p:cNvSpPr>
          <p:nvPr>
            <p:custDataLst>
              <p:tags r:id="rId68"/>
            </p:custDataLst>
          </p:nvPr>
        </p:nvSpPr>
        <p:spPr>
          <a:xfrm flipH="1">
            <a:off x="2418080" y="524954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4" name="星形: 四角 123"/>
          <p:cNvSpPr>
            <a:spLocks noChangeAspect="1"/>
          </p:cNvSpPr>
          <p:nvPr>
            <p:custDataLst>
              <p:tags r:id="rId69"/>
            </p:custDataLst>
          </p:nvPr>
        </p:nvSpPr>
        <p:spPr>
          <a:xfrm flipH="1">
            <a:off x="2357755" y="59880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5" name="星形: 四角 124"/>
          <p:cNvSpPr>
            <a:spLocks noChangeAspect="1"/>
          </p:cNvSpPr>
          <p:nvPr>
            <p:custDataLst>
              <p:tags r:id="rId70"/>
            </p:custDataLst>
          </p:nvPr>
        </p:nvSpPr>
        <p:spPr>
          <a:xfrm flipH="1">
            <a:off x="1776730" y="59258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6" name="星形: 四角 125"/>
          <p:cNvSpPr>
            <a:spLocks noChangeAspect="1"/>
          </p:cNvSpPr>
          <p:nvPr>
            <p:custDataLst>
              <p:tags r:id="rId71"/>
            </p:custDataLst>
          </p:nvPr>
        </p:nvSpPr>
        <p:spPr>
          <a:xfrm flipH="1">
            <a:off x="6913880" y="21609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7" name="星形: 四角 126"/>
          <p:cNvSpPr>
            <a:spLocks noChangeAspect="1"/>
          </p:cNvSpPr>
          <p:nvPr>
            <p:custDataLst>
              <p:tags r:id="rId72"/>
            </p:custDataLst>
          </p:nvPr>
        </p:nvSpPr>
        <p:spPr>
          <a:xfrm flipH="1">
            <a:off x="7212330" y="23101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8" name="星形: 四角 127"/>
          <p:cNvSpPr>
            <a:spLocks noChangeAspect="1"/>
          </p:cNvSpPr>
          <p:nvPr>
            <p:custDataLst>
              <p:tags r:id="rId73"/>
            </p:custDataLst>
          </p:nvPr>
        </p:nvSpPr>
        <p:spPr>
          <a:xfrm flipH="1">
            <a:off x="7777480" y="24180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9" name="星形: 四角 128"/>
          <p:cNvSpPr>
            <a:spLocks noChangeAspect="1"/>
          </p:cNvSpPr>
          <p:nvPr>
            <p:custDataLst>
              <p:tags r:id="rId74"/>
            </p:custDataLst>
          </p:nvPr>
        </p:nvSpPr>
        <p:spPr>
          <a:xfrm flipH="1">
            <a:off x="7345680" y="25165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0" name="星形: 四角 129"/>
          <p:cNvSpPr>
            <a:spLocks noChangeAspect="1"/>
          </p:cNvSpPr>
          <p:nvPr>
            <p:custDataLst>
              <p:tags r:id="rId75"/>
            </p:custDataLst>
          </p:nvPr>
        </p:nvSpPr>
        <p:spPr>
          <a:xfrm flipH="1">
            <a:off x="7066280" y="26435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1" name="星形: 四角 130"/>
          <p:cNvSpPr>
            <a:spLocks noChangeAspect="1"/>
          </p:cNvSpPr>
          <p:nvPr>
            <p:custDataLst>
              <p:tags r:id="rId76"/>
            </p:custDataLst>
          </p:nvPr>
        </p:nvSpPr>
        <p:spPr>
          <a:xfrm rot="2700000" flipH="1">
            <a:off x="7078980" y="46120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2" name="星形: 四角 131"/>
          <p:cNvSpPr>
            <a:spLocks noChangeAspect="1"/>
          </p:cNvSpPr>
          <p:nvPr>
            <p:custDataLst>
              <p:tags r:id="rId77"/>
            </p:custDataLst>
          </p:nvPr>
        </p:nvSpPr>
        <p:spPr>
          <a:xfrm flipH="1">
            <a:off x="6624320" y="32689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3" name="星形: 四角 132"/>
          <p:cNvSpPr>
            <a:spLocks noChangeAspect="1"/>
          </p:cNvSpPr>
          <p:nvPr>
            <p:custDataLst>
              <p:tags r:id="rId78"/>
            </p:custDataLst>
          </p:nvPr>
        </p:nvSpPr>
        <p:spPr>
          <a:xfrm rot="2700000" flipH="1">
            <a:off x="7844155" y="46882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4" name="星形: 四角 133"/>
          <p:cNvSpPr>
            <a:spLocks noChangeAspect="1"/>
          </p:cNvSpPr>
          <p:nvPr>
            <p:custDataLst>
              <p:tags r:id="rId79"/>
            </p:custDataLst>
          </p:nvPr>
        </p:nvSpPr>
        <p:spPr>
          <a:xfrm rot="2700000" flipH="1">
            <a:off x="7241540" y="480885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5" name="星形: 四角 134"/>
          <p:cNvSpPr>
            <a:spLocks noChangeAspect="1"/>
          </p:cNvSpPr>
          <p:nvPr>
            <p:custDataLst>
              <p:tags r:id="rId80"/>
            </p:custDataLst>
          </p:nvPr>
        </p:nvSpPr>
        <p:spPr>
          <a:xfrm rot="2700000" flipH="1">
            <a:off x="6913880" y="479044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6" name="星形: 四角 135"/>
          <p:cNvSpPr>
            <a:spLocks noChangeAspect="1"/>
          </p:cNvSpPr>
          <p:nvPr>
            <p:custDataLst>
              <p:tags r:id="rId81"/>
            </p:custDataLst>
          </p:nvPr>
        </p:nvSpPr>
        <p:spPr>
          <a:xfrm flipH="1">
            <a:off x="6621780" y="39643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7" name="星形: 四角 136"/>
          <p:cNvSpPr>
            <a:spLocks noChangeAspect="1"/>
          </p:cNvSpPr>
          <p:nvPr>
            <p:custDataLst>
              <p:tags r:id="rId82"/>
            </p:custDataLst>
          </p:nvPr>
        </p:nvSpPr>
        <p:spPr>
          <a:xfrm flipH="1">
            <a:off x="6400800" y="40665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8" name="星形: 四角 137"/>
          <p:cNvSpPr>
            <a:spLocks noChangeAspect="1"/>
          </p:cNvSpPr>
          <p:nvPr>
            <p:custDataLst>
              <p:tags r:id="rId83"/>
            </p:custDataLst>
          </p:nvPr>
        </p:nvSpPr>
        <p:spPr>
          <a:xfrm flipH="1">
            <a:off x="5715635" y="36328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9" name="星形: 四角 138"/>
          <p:cNvSpPr>
            <a:spLocks noChangeAspect="1"/>
          </p:cNvSpPr>
          <p:nvPr>
            <p:custDataLst>
              <p:tags r:id="rId84"/>
            </p:custDataLst>
          </p:nvPr>
        </p:nvSpPr>
        <p:spPr>
          <a:xfrm flipH="1">
            <a:off x="5518785" y="372808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" name="星形: 四角 139"/>
          <p:cNvSpPr>
            <a:spLocks noChangeAspect="1"/>
          </p:cNvSpPr>
          <p:nvPr>
            <p:custDataLst>
              <p:tags r:id="rId85"/>
            </p:custDataLst>
          </p:nvPr>
        </p:nvSpPr>
        <p:spPr>
          <a:xfrm flipH="1">
            <a:off x="8837295" y="7874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1" name="星形: 四角 140"/>
          <p:cNvSpPr>
            <a:spLocks noChangeAspect="1"/>
          </p:cNvSpPr>
          <p:nvPr>
            <p:custDataLst>
              <p:tags r:id="rId86"/>
            </p:custDataLst>
          </p:nvPr>
        </p:nvSpPr>
        <p:spPr>
          <a:xfrm flipH="1">
            <a:off x="1086485" y="32766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2" name="星形: 四角 141"/>
          <p:cNvSpPr>
            <a:spLocks noChangeAspect="1"/>
          </p:cNvSpPr>
          <p:nvPr>
            <p:custDataLst>
              <p:tags r:id="rId87"/>
            </p:custDataLst>
          </p:nvPr>
        </p:nvSpPr>
        <p:spPr>
          <a:xfrm flipH="1">
            <a:off x="10489565" y="43561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3" name="星形: 四角 142"/>
          <p:cNvSpPr>
            <a:spLocks noChangeAspect="1"/>
          </p:cNvSpPr>
          <p:nvPr>
            <p:custDataLst>
              <p:tags r:id="rId88"/>
            </p:custDataLst>
          </p:nvPr>
        </p:nvSpPr>
        <p:spPr>
          <a:xfrm flipH="1">
            <a:off x="10057765" y="5340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4" name="星形: 四角 143"/>
          <p:cNvSpPr>
            <a:spLocks noChangeAspect="1"/>
          </p:cNvSpPr>
          <p:nvPr>
            <p:custDataLst>
              <p:tags r:id="rId89"/>
            </p:custDataLst>
          </p:nvPr>
        </p:nvSpPr>
        <p:spPr>
          <a:xfrm flipH="1">
            <a:off x="10746740" y="42322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5" name="星形: 四角 144"/>
          <p:cNvSpPr>
            <a:spLocks noChangeAspect="1"/>
          </p:cNvSpPr>
          <p:nvPr>
            <p:custDataLst>
              <p:tags r:id="rId90"/>
            </p:custDataLst>
          </p:nvPr>
        </p:nvSpPr>
        <p:spPr>
          <a:xfrm flipH="1">
            <a:off x="9336405" y="128651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6" name="星形: 四角 145"/>
          <p:cNvSpPr>
            <a:spLocks noChangeAspect="1"/>
          </p:cNvSpPr>
          <p:nvPr>
            <p:custDataLst>
              <p:tags r:id="rId91"/>
            </p:custDataLst>
          </p:nvPr>
        </p:nvSpPr>
        <p:spPr>
          <a:xfrm flipH="1">
            <a:off x="9405620" y="19818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7" name="星形: 四角 146"/>
          <p:cNvSpPr>
            <a:spLocks noChangeAspect="1"/>
          </p:cNvSpPr>
          <p:nvPr>
            <p:custDataLst>
              <p:tags r:id="rId92"/>
            </p:custDataLst>
          </p:nvPr>
        </p:nvSpPr>
        <p:spPr>
          <a:xfrm flipH="1">
            <a:off x="9184640" y="20847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8" name="星形: 四角 147"/>
          <p:cNvSpPr>
            <a:spLocks noChangeAspect="1"/>
          </p:cNvSpPr>
          <p:nvPr>
            <p:custDataLst>
              <p:tags r:id="rId93"/>
            </p:custDataLst>
          </p:nvPr>
        </p:nvSpPr>
        <p:spPr>
          <a:xfrm flipH="1">
            <a:off x="8571865" y="16503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9" name="星形: 四角 148"/>
          <p:cNvSpPr>
            <a:spLocks noChangeAspect="1"/>
          </p:cNvSpPr>
          <p:nvPr>
            <p:custDataLst>
              <p:tags r:id="rId94"/>
            </p:custDataLst>
          </p:nvPr>
        </p:nvSpPr>
        <p:spPr>
          <a:xfrm flipH="1">
            <a:off x="6661785" y="45212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0" name="星形: 四角 149"/>
          <p:cNvSpPr>
            <a:spLocks noChangeAspect="1"/>
          </p:cNvSpPr>
          <p:nvPr>
            <p:custDataLst>
              <p:tags r:id="rId95"/>
            </p:custDataLst>
          </p:nvPr>
        </p:nvSpPr>
        <p:spPr>
          <a:xfrm flipH="1">
            <a:off x="7027545" y="5080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1" name="星形: 四角 150"/>
          <p:cNvSpPr>
            <a:spLocks noChangeAspect="1"/>
          </p:cNvSpPr>
          <p:nvPr>
            <p:custDataLst>
              <p:tags r:id="rId96"/>
            </p:custDataLst>
          </p:nvPr>
        </p:nvSpPr>
        <p:spPr>
          <a:xfrm flipH="1">
            <a:off x="6967220" y="12471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2" name="星形: 四角 151"/>
          <p:cNvSpPr>
            <a:spLocks noChangeAspect="1"/>
          </p:cNvSpPr>
          <p:nvPr>
            <p:custDataLst>
              <p:tags r:id="rId97"/>
            </p:custDataLst>
          </p:nvPr>
        </p:nvSpPr>
        <p:spPr>
          <a:xfrm flipH="1">
            <a:off x="6386195" y="11842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3" name="星形: 四角 152"/>
          <p:cNvSpPr>
            <a:spLocks noChangeAspect="1"/>
          </p:cNvSpPr>
          <p:nvPr>
            <p:custDataLst>
              <p:tags r:id="rId98"/>
            </p:custDataLst>
          </p:nvPr>
        </p:nvSpPr>
        <p:spPr>
          <a:xfrm flipH="1">
            <a:off x="4973320" y="37331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4" name="星形: 四角 153"/>
          <p:cNvSpPr>
            <a:spLocks noChangeAspect="1"/>
          </p:cNvSpPr>
          <p:nvPr>
            <p:custDataLst>
              <p:tags r:id="rId99"/>
            </p:custDataLst>
          </p:nvPr>
        </p:nvSpPr>
        <p:spPr>
          <a:xfrm flipH="1">
            <a:off x="4246880" y="37693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5" name="星形: 四角 154"/>
          <p:cNvSpPr>
            <a:spLocks noChangeAspect="1"/>
          </p:cNvSpPr>
          <p:nvPr>
            <p:custDataLst>
              <p:tags r:id="rId100"/>
            </p:custDataLst>
          </p:nvPr>
        </p:nvSpPr>
        <p:spPr>
          <a:xfrm flipH="1">
            <a:off x="4511040" y="39300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6" name="星形: 四角 155"/>
          <p:cNvSpPr>
            <a:spLocks noChangeAspect="1"/>
          </p:cNvSpPr>
          <p:nvPr>
            <p:custDataLst>
              <p:tags r:id="rId101"/>
            </p:custDataLst>
          </p:nvPr>
        </p:nvSpPr>
        <p:spPr>
          <a:xfrm flipH="1">
            <a:off x="4671060" y="419417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7" name="星形: 四角 156"/>
          <p:cNvSpPr>
            <a:spLocks noChangeAspect="1"/>
          </p:cNvSpPr>
          <p:nvPr>
            <p:custDataLst>
              <p:tags r:id="rId102"/>
            </p:custDataLst>
          </p:nvPr>
        </p:nvSpPr>
        <p:spPr>
          <a:xfrm flipH="1">
            <a:off x="4810760" y="43872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8" name="星形: 四角 157"/>
          <p:cNvSpPr>
            <a:spLocks noChangeAspect="1"/>
          </p:cNvSpPr>
          <p:nvPr>
            <p:custDataLst>
              <p:tags r:id="rId103"/>
            </p:custDataLst>
          </p:nvPr>
        </p:nvSpPr>
        <p:spPr>
          <a:xfrm flipH="1">
            <a:off x="4373880" y="451294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9" name="星形: 四角 158"/>
          <p:cNvSpPr>
            <a:spLocks noChangeAspect="1"/>
          </p:cNvSpPr>
          <p:nvPr>
            <p:custDataLst>
              <p:tags r:id="rId104"/>
            </p:custDataLst>
          </p:nvPr>
        </p:nvSpPr>
        <p:spPr>
          <a:xfrm flipH="1">
            <a:off x="4094480" y="4850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0" name="星形: 四角 159"/>
          <p:cNvSpPr>
            <a:spLocks noChangeAspect="1"/>
          </p:cNvSpPr>
          <p:nvPr>
            <p:custDataLst>
              <p:tags r:id="rId105"/>
            </p:custDataLst>
          </p:nvPr>
        </p:nvSpPr>
        <p:spPr>
          <a:xfrm flipH="1">
            <a:off x="4792345" y="50285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1" name="星形: 四角 160"/>
          <p:cNvSpPr>
            <a:spLocks noChangeAspect="1"/>
          </p:cNvSpPr>
          <p:nvPr>
            <p:custDataLst>
              <p:tags r:id="rId106"/>
            </p:custDataLst>
          </p:nvPr>
        </p:nvSpPr>
        <p:spPr>
          <a:xfrm flipH="1">
            <a:off x="4986655" y="46183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2" name="星形: 四角 161"/>
          <p:cNvSpPr>
            <a:spLocks noChangeAspect="1"/>
          </p:cNvSpPr>
          <p:nvPr>
            <p:custDataLst>
              <p:tags r:id="rId107"/>
            </p:custDataLst>
          </p:nvPr>
        </p:nvSpPr>
        <p:spPr>
          <a:xfrm flipH="1">
            <a:off x="8766175" y="34994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3" name="星形: 四角 162"/>
          <p:cNvSpPr>
            <a:spLocks noChangeAspect="1"/>
          </p:cNvSpPr>
          <p:nvPr>
            <p:custDataLst>
              <p:tags r:id="rId108"/>
            </p:custDataLst>
          </p:nvPr>
        </p:nvSpPr>
        <p:spPr>
          <a:xfrm flipH="1">
            <a:off x="9064625" y="36487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4" name="星形: 四角 163"/>
          <p:cNvSpPr>
            <a:spLocks noChangeAspect="1"/>
          </p:cNvSpPr>
          <p:nvPr>
            <p:custDataLst>
              <p:tags r:id="rId109"/>
            </p:custDataLst>
          </p:nvPr>
        </p:nvSpPr>
        <p:spPr>
          <a:xfrm flipH="1">
            <a:off x="9629775" y="37566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5" name="星形: 四角 164"/>
          <p:cNvSpPr>
            <a:spLocks noChangeAspect="1"/>
          </p:cNvSpPr>
          <p:nvPr>
            <p:custDataLst>
              <p:tags r:id="rId110"/>
            </p:custDataLst>
          </p:nvPr>
        </p:nvSpPr>
        <p:spPr>
          <a:xfrm flipH="1">
            <a:off x="9197975" y="38550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6" name="星形: 四角 165"/>
          <p:cNvSpPr>
            <a:spLocks noChangeAspect="1"/>
          </p:cNvSpPr>
          <p:nvPr>
            <p:custDataLst>
              <p:tags r:id="rId111"/>
            </p:custDataLst>
          </p:nvPr>
        </p:nvSpPr>
        <p:spPr>
          <a:xfrm flipH="1">
            <a:off x="8918575" y="39820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7" name="星形: 四角 166"/>
          <p:cNvSpPr>
            <a:spLocks noChangeAspect="1"/>
          </p:cNvSpPr>
          <p:nvPr/>
        </p:nvSpPr>
        <p:spPr>
          <a:xfrm rot="2700000" flipH="1">
            <a:off x="11504930" y="9220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8" name="星形: 四角 167"/>
          <p:cNvSpPr>
            <a:spLocks noChangeAspect="1"/>
          </p:cNvSpPr>
          <p:nvPr/>
        </p:nvSpPr>
        <p:spPr>
          <a:xfrm flipH="1">
            <a:off x="11149330" y="8864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9" name="星形: 四角 168"/>
          <p:cNvSpPr>
            <a:spLocks noChangeAspect="1"/>
          </p:cNvSpPr>
          <p:nvPr/>
        </p:nvSpPr>
        <p:spPr>
          <a:xfrm rot="2700000" flipH="1">
            <a:off x="11269980" y="105918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0" name="星形: 四角 169"/>
          <p:cNvSpPr>
            <a:spLocks noChangeAspect="1"/>
          </p:cNvSpPr>
          <p:nvPr/>
        </p:nvSpPr>
        <p:spPr>
          <a:xfrm rot="2700000" flipH="1">
            <a:off x="11621770" y="12522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1" name="星形: 四角 170"/>
          <p:cNvSpPr>
            <a:spLocks noChangeAspect="1"/>
          </p:cNvSpPr>
          <p:nvPr>
            <p:custDataLst>
              <p:tags r:id="rId112"/>
            </p:custDataLst>
          </p:nvPr>
        </p:nvSpPr>
        <p:spPr>
          <a:xfrm rot="2700000" flipH="1">
            <a:off x="10757535" y="12192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2" name="星形: 四角 171"/>
          <p:cNvSpPr>
            <a:spLocks noChangeAspect="1"/>
          </p:cNvSpPr>
          <p:nvPr>
            <p:custDataLst>
              <p:tags r:id="rId113"/>
            </p:custDataLst>
          </p:nvPr>
        </p:nvSpPr>
        <p:spPr>
          <a:xfrm flipH="1">
            <a:off x="10077450" y="1040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3" name="星形: 四角 172"/>
          <p:cNvSpPr>
            <a:spLocks noChangeAspect="1"/>
          </p:cNvSpPr>
          <p:nvPr>
            <p:custDataLst>
              <p:tags r:id="rId114"/>
            </p:custDataLst>
          </p:nvPr>
        </p:nvSpPr>
        <p:spPr>
          <a:xfrm rot="2700000" flipH="1">
            <a:off x="10584815" y="16033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" name="星形: 四角 173"/>
          <p:cNvSpPr>
            <a:spLocks noChangeAspect="1"/>
          </p:cNvSpPr>
          <p:nvPr/>
        </p:nvSpPr>
        <p:spPr>
          <a:xfrm rot="2700000" flipH="1">
            <a:off x="11239500" y="18402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5" name="星形: 四角 174"/>
          <p:cNvSpPr>
            <a:spLocks noChangeAspect="1"/>
          </p:cNvSpPr>
          <p:nvPr/>
        </p:nvSpPr>
        <p:spPr>
          <a:xfrm rot="2700000" flipH="1">
            <a:off x="11675745" y="15487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6" name="星形: 四角 175"/>
          <p:cNvSpPr>
            <a:spLocks noChangeAspect="1"/>
          </p:cNvSpPr>
          <p:nvPr>
            <p:custDataLst>
              <p:tags r:id="rId115"/>
            </p:custDataLst>
          </p:nvPr>
        </p:nvSpPr>
        <p:spPr>
          <a:xfrm flipH="1">
            <a:off x="10029190" y="167767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7" name="星形: 四角 176"/>
          <p:cNvSpPr>
            <a:spLocks noChangeAspect="1"/>
          </p:cNvSpPr>
          <p:nvPr>
            <p:custDataLst>
              <p:tags r:id="rId116"/>
            </p:custDataLst>
          </p:nvPr>
        </p:nvSpPr>
        <p:spPr>
          <a:xfrm rot="2700000" flipH="1">
            <a:off x="4182745" y="18288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8" name="星形: 四角 177"/>
          <p:cNvSpPr>
            <a:spLocks noChangeAspect="1"/>
          </p:cNvSpPr>
          <p:nvPr>
            <p:custDataLst>
              <p:tags r:id="rId117"/>
            </p:custDataLst>
          </p:nvPr>
        </p:nvSpPr>
        <p:spPr>
          <a:xfrm flipH="1">
            <a:off x="3124200" y="272034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9" name="星形: 四角 178"/>
          <p:cNvSpPr>
            <a:spLocks noChangeAspect="1"/>
          </p:cNvSpPr>
          <p:nvPr>
            <p:custDataLst>
              <p:tags r:id="rId118"/>
            </p:custDataLst>
          </p:nvPr>
        </p:nvSpPr>
        <p:spPr>
          <a:xfrm rot="2700000" flipH="1">
            <a:off x="3338195" y="24872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0" name="星形: 四角 179"/>
          <p:cNvSpPr>
            <a:spLocks noChangeAspect="1"/>
          </p:cNvSpPr>
          <p:nvPr>
            <p:custDataLst>
              <p:tags r:id="rId119"/>
            </p:custDataLst>
          </p:nvPr>
        </p:nvSpPr>
        <p:spPr>
          <a:xfrm rot="2700000" flipH="1">
            <a:off x="3895090" y="258826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1" name="星形: 四角 180"/>
          <p:cNvSpPr>
            <a:spLocks noChangeAspect="1"/>
          </p:cNvSpPr>
          <p:nvPr>
            <p:custDataLst>
              <p:tags r:id="rId120"/>
            </p:custDataLst>
          </p:nvPr>
        </p:nvSpPr>
        <p:spPr>
          <a:xfrm flipH="1">
            <a:off x="3707765" y="295275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2" name="星形: 四角 181"/>
          <p:cNvSpPr>
            <a:spLocks noChangeAspect="1"/>
          </p:cNvSpPr>
          <p:nvPr>
            <p:custDataLst>
              <p:tags r:id="rId121"/>
            </p:custDataLst>
          </p:nvPr>
        </p:nvSpPr>
        <p:spPr>
          <a:xfrm flipH="1">
            <a:off x="4528820" y="27146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3" name="星形: 四角 182"/>
          <p:cNvSpPr>
            <a:spLocks noChangeAspect="1"/>
          </p:cNvSpPr>
          <p:nvPr>
            <p:custDataLst>
              <p:tags r:id="rId122"/>
            </p:custDataLst>
          </p:nvPr>
        </p:nvSpPr>
        <p:spPr>
          <a:xfrm flipH="1">
            <a:off x="3052445" y="14458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" name="星形: 四角 183"/>
          <p:cNvSpPr>
            <a:spLocks noChangeAspect="1"/>
          </p:cNvSpPr>
          <p:nvPr>
            <p:custDataLst>
              <p:tags r:id="rId123"/>
            </p:custDataLst>
          </p:nvPr>
        </p:nvSpPr>
        <p:spPr>
          <a:xfrm flipH="1">
            <a:off x="7700645" y="7245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5" name="星形: 四角 184"/>
          <p:cNvSpPr>
            <a:spLocks noChangeAspect="1"/>
          </p:cNvSpPr>
          <p:nvPr>
            <p:custDataLst>
              <p:tags r:id="rId124"/>
            </p:custDataLst>
          </p:nvPr>
        </p:nvSpPr>
        <p:spPr>
          <a:xfrm flipH="1">
            <a:off x="7999095" y="8737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6" name="星形: 四角 185"/>
          <p:cNvSpPr>
            <a:spLocks noChangeAspect="1"/>
          </p:cNvSpPr>
          <p:nvPr>
            <p:custDataLst>
              <p:tags r:id="rId125"/>
            </p:custDataLst>
          </p:nvPr>
        </p:nvSpPr>
        <p:spPr>
          <a:xfrm flipH="1">
            <a:off x="8564245" y="9817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7" name="星形: 四角 186"/>
          <p:cNvSpPr>
            <a:spLocks noChangeAspect="1"/>
          </p:cNvSpPr>
          <p:nvPr>
            <p:custDataLst>
              <p:tags r:id="rId126"/>
            </p:custDataLst>
          </p:nvPr>
        </p:nvSpPr>
        <p:spPr>
          <a:xfrm flipH="1">
            <a:off x="8132445" y="10801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8" name="星形: 四角 187"/>
          <p:cNvSpPr>
            <a:spLocks noChangeAspect="1"/>
          </p:cNvSpPr>
          <p:nvPr>
            <p:custDataLst>
              <p:tags r:id="rId127"/>
            </p:custDataLst>
          </p:nvPr>
        </p:nvSpPr>
        <p:spPr>
          <a:xfrm flipH="1">
            <a:off x="7872730" y="12268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9" name="星形: 四角 188"/>
          <p:cNvSpPr>
            <a:spLocks noChangeAspect="1"/>
          </p:cNvSpPr>
          <p:nvPr>
            <p:custDataLst>
              <p:tags r:id="rId128"/>
            </p:custDataLst>
          </p:nvPr>
        </p:nvSpPr>
        <p:spPr>
          <a:xfrm flipH="1">
            <a:off x="7411085" y="18326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>
            <a:off x="11528425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163574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174242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1528425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63574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74242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528425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63574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4242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Freeform 4"/>
          <p:cNvSpPr/>
          <p:nvPr>
            <p:custDataLst>
              <p:tags r:id="rId129"/>
            </p:custDataLst>
          </p:nvPr>
        </p:nvSpPr>
        <p:spPr>
          <a:xfrm>
            <a:off x="3728720" y="2686050"/>
            <a:ext cx="2016125" cy="2016125"/>
          </a:xfrm>
          <a:custGeom>
            <a:avLst/>
            <a:gdLst/>
            <a:ahLst/>
            <a:cxnLst/>
            <a:rect l="l" t="t" r="r" b="b"/>
            <a:pathLst>
              <a:path w="6350000" h="6349975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>
            <a:blip r:embed="rId154" cstate="print">
              <a:alphaModFix amt="8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602" t="-28125" r="-17866" b="-63175"/>
            </a:stretch>
          </a:blipFill>
          <a:effectLst>
            <a:softEdge rad="31750"/>
          </a:effectLst>
        </p:spPr>
      </p:sp>
      <p:sp>
        <p:nvSpPr>
          <p:cNvPr id="20" name="Freeform 6"/>
          <p:cNvSpPr/>
          <p:nvPr>
            <p:custDataLst>
              <p:tags r:id="rId130"/>
            </p:custDataLst>
          </p:nvPr>
        </p:nvSpPr>
        <p:spPr>
          <a:xfrm>
            <a:off x="8966835" y="2686050"/>
            <a:ext cx="2016125" cy="2016125"/>
          </a:xfrm>
          <a:custGeom>
            <a:avLst/>
            <a:gdLst/>
            <a:ahLst/>
            <a:cxnLst/>
            <a:rect l="l" t="t" r="r" b="b"/>
            <a:pathLst>
              <a:path w="6350000" h="6349975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>
            <a:blip r:embed="rId155" cstate="print">
              <a:alphaModFix amt="8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4650" t="-11086" r="-67134" b="-43436"/>
            </a:stretch>
          </a:blipFill>
          <a:effectLst>
            <a:softEdge rad="31750"/>
          </a:effectLst>
        </p:spPr>
      </p:sp>
      <p:sp>
        <p:nvSpPr>
          <p:cNvPr id="22" name="Freeform 8"/>
          <p:cNvSpPr/>
          <p:nvPr>
            <p:custDataLst>
              <p:tags r:id="rId131"/>
            </p:custDataLst>
          </p:nvPr>
        </p:nvSpPr>
        <p:spPr>
          <a:xfrm>
            <a:off x="6408420" y="1800860"/>
            <a:ext cx="2016125" cy="2016125"/>
          </a:xfrm>
          <a:custGeom>
            <a:avLst/>
            <a:gdLst/>
            <a:ahLst/>
            <a:cxnLst/>
            <a:rect l="l" t="t" r="r" b="b"/>
            <a:pathLst>
              <a:path w="6350000" h="6349975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>
            <a:blip r:embed="rId156" cstate="print">
              <a:alphaModFix amt="8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108" t="-8888" r="-620" b="-28100"/>
            </a:stretch>
          </a:blipFill>
          <a:effectLst>
            <a:softEdge rad="31750"/>
          </a:effectLst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Freeform 10"/>
          <p:cNvSpPr/>
          <p:nvPr>
            <p:custDataLst>
              <p:tags r:id="rId132"/>
            </p:custDataLst>
          </p:nvPr>
        </p:nvSpPr>
        <p:spPr>
          <a:xfrm>
            <a:off x="1247706" y="1800680"/>
            <a:ext cx="2016370" cy="2016362"/>
          </a:xfrm>
          <a:custGeom>
            <a:avLst/>
            <a:gdLst/>
            <a:ahLst/>
            <a:cxnLst/>
            <a:rect l="l" t="t" r="r" b="b"/>
            <a:pathLst>
              <a:path w="6350000" h="6349975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>
            <a:blip r:embed="rId157" cstate="print">
              <a:alphaModFix amt="8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8589" t="-8383" r="-64123" b="-40091"/>
            </a:stretch>
          </a:blipFill>
          <a:effectLst>
            <a:softEdge rad="31750"/>
          </a:effectLst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2" name="Freeform 16"/>
          <p:cNvSpPr/>
          <p:nvPr>
            <p:custDataLst>
              <p:tags r:id="rId133"/>
            </p:custDataLst>
          </p:nvPr>
        </p:nvSpPr>
        <p:spPr>
          <a:xfrm>
            <a:off x="2493178" y="1679394"/>
            <a:ext cx="729615" cy="729615"/>
          </a:xfrm>
          <a:custGeom>
            <a:avLst/>
            <a:gdLst/>
            <a:ahLst/>
            <a:cxnLst/>
            <a:rect l="l" t="t" r="r" b="b"/>
            <a:pathLst>
              <a:path w="1459230" h="1459230">
                <a:moveTo>
                  <a:pt x="0" y="729615"/>
                </a:moveTo>
                <a:cubicBezTo>
                  <a:pt x="0" y="326644"/>
                  <a:pt x="326644" y="0"/>
                  <a:pt x="729615" y="0"/>
                </a:cubicBezTo>
                <a:cubicBezTo>
                  <a:pt x="1132586" y="0"/>
                  <a:pt x="1459230" y="326644"/>
                  <a:pt x="1459230" y="729615"/>
                </a:cubicBezTo>
                <a:cubicBezTo>
                  <a:pt x="1459230" y="1132586"/>
                  <a:pt x="1132586" y="1459230"/>
                  <a:pt x="729615" y="1459230"/>
                </a:cubicBezTo>
                <a:cubicBezTo>
                  <a:pt x="326644" y="1459230"/>
                  <a:pt x="0" y="1132586"/>
                  <a:pt x="0" y="729615"/>
                </a:cubicBezTo>
                <a:close/>
              </a:path>
            </a:pathLst>
          </a:custGeom>
          <a:solidFill>
            <a:schemeClr val="bg1">
              <a:alpha val="92000"/>
            </a:schemeClr>
          </a:solidFill>
        </p:spPr>
      </p:sp>
      <p:sp>
        <p:nvSpPr>
          <p:cNvPr id="195" name="TextBox 22"/>
          <p:cNvSpPr txBox="1"/>
          <p:nvPr>
            <p:custDataLst>
              <p:tags r:id="rId134"/>
            </p:custDataLst>
          </p:nvPr>
        </p:nvSpPr>
        <p:spPr>
          <a:xfrm>
            <a:off x="1561558" y="4159746"/>
            <a:ext cx="1309325" cy="30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标题文本</a:t>
            </a:r>
          </a:p>
        </p:txBody>
      </p:sp>
      <p:sp>
        <p:nvSpPr>
          <p:cNvPr id="196" name="TextBox 23"/>
          <p:cNvSpPr txBox="1"/>
          <p:nvPr>
            <p:custDataLst>
              <p:tags r:id="rId135"/>
            </p:custDataLst>
          </p:nvPr>
        </p:nvSpPr>
        <p:spPr>
          <a:xfrm>
            <a:off x="1307079" y="4505423"/>
            <a:ext cx="1818282" cy="45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100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此处添加文本标题</a:t>
            </a:r>
            <a:endParaRPr lang="en-US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lnSpc>
                <a:spcPts val="1870"/>
              </a:lnSpc>
            </a:pPr>
            <a:r>
              <a:rPr lang="en-US" sz="1100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注意文字大小和文字段落</a:t>
            </a:r>
            <a:endParaRPr lang="en-US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7" name="TextBox 24"/>
          <p:cNvSpPr txBox="1"/>
          <p:nvPr>
            <p:custDataLst>
              <p:tags r:id="rId136"/>
            </p:custDataLst>
          </p:nvPr>
        </p:nvSpPr>
        <p:spPr>
          <a:xfrm>
            <a:off x="4082267" y="5045117"/>
            <a:ext cx="1309325" cy="30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标题文本</a:t>
            </a:r>
          </a:p>
        </p:txBody>
      </p:sp>
      <p:sp>
        <p:nvSpPr>
          <p:cNvPr id="198" name="TextBox 25"/>
          <p:cNvSpPr txBox="1"/>
          <p:nvPr>
            <p:custDataLst>
              <p:tags r:id="rId137"/>
            </p:custDataLst>
          </p:nvPr>
        </p:nvSpPr>
        <p:spPr>
          <a:xfrm>
            <a:off x="3827788" y="5390793"/>
            <a:ext cx="1818282" cy="45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100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此处添加文本标题</a:t>
            </a:r>
            <a:endParaRPr lang="en-US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lnSpc>
                <a:spcPts val="1870"/>
              </a:lnSpc>
            </a:pPr>
            <a:r>
              <a:rPr lang="en-US" sz="1100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注意文字大小和文字段落</a:t>
            </a:r>
            <a:endParaRPr lang="en-US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9" name="TextBox 26"/>
          <p:cNvSpPr txBox="1"/>
          <p:nvPr>
            <p:custDataLst>
              <p:tags r:id="rId138"/>
            </p:custDataLst>
          </p:nvPr>
        </p:nvSpPr>
        <p:spPr>
          <a:xfrm>
            <a:off x="6761782" y="4159746"/>
            <a:ext cx="1309325" cy="30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标题文本</a:t>
            </a:r>
          </a:p>
        </p:txBody>
      </p:sp>
      <p:sp>
        <p:nvSpPr>
          <p:cNvPr id="200" name="TextBox 27"/>
          <p:cNvSpPr txBox="1"/>
          <p:nvPr>
            <p:custDataLst>
              <p:tags r:id="rId139"/>
            </p:custDataLst>
          </p:nvPr>
        </p:nvSpPr>
        <p:spPr>
          <a:xfrm>
            <a:off x="6507302" y="4505423"/>
            <a:ext cx="1818282" cy="45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100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此处添加文本标题</a:t>
            </a:r>
            <a:endParaRPr lang="en-US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lnSpc>
                <a:spcPts val="1870"/>
              </a:lnSpc>
            </a:pPr>
            <a:r>
              <a:rPr lang="en-US" sz="1100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注意文字大小和文字段落</a:t>
            </a:r>
            <a:endParaRPr lang="en-US" sz="11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1" name="TextBox 28"/>
          <p:cNvSpPr txBox="1"/>
          <p:nvPr>
            <p:custDataLst>
              <p:tags r:id="rId140"/>
            </p:custDataLst>
          </p:nvPr>
        </p:nvSpPr>
        <p:spPr>
          <a:xfrm>
            <a:off x="9320574" y="5045117"/>
            <a:ext cx="1309325" cy="30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标题文本</a:t>
            </a:r>
          </a:p>
        </p:txBody>
      </p:sp>
      <p:sp>
        <p:nvSpPr>
          <p:cNvPr id="202" name="TextBox 29"/>
          <p:cNvSpPr txBox="1"/>
          <p:nvPr>
            <p:custDataLst>
              <p:tags r:id="rId141"/>
            </p:custDataLst>
          </p:nvPr>
        </p:nvSpPr>
        <p:spPr>
          <a:xfrm>
            <a:off x="9066095" y="5390793"/>
            <a:ext cx="1818282" cy="45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此处添加文本标题</a:t>
            </a:r>
          </a:p>
          <a:p>
            <a:pPr algn="ctr">
              <a:lnSpc>
                <a:spcPts val="1870"/>
              </a:lnSpc>
            </a:pPr>
            <a:r>
              <a:rPr lang="en-US" sz="1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注意文字大小和文字段落</a:t>
            </a:r>
          </a:p>
        </p:txBody>
      </p:sp>
      <p:sp>
        <p:nvSpPr>
          <p:cNvPr id="204" name="Freeform 16"/>
          <p:cNvSpPr/>
          <p:nvPr>
            <p:custDataLst>
              <p:tags r:id="rId142"/>
            </p:custDataLst>
          </p:nvPr>
        </p:nvSpPr>
        <p:spPr>
          <a:xfrm>
            <a:off x="4982501" y="2491265"/>
            <a:ext cx="729615" cy="729615"/>
          </a:xfrm>
          <a:custGeom>
            <a:avLst/>
            <a:gdLst/>
            <a:ahLst/>
            <a:cxnLst/>
            <a:rect l="l" t="t" r="r" b="b"/>
            <a:pathLst>
              <a:path w="1459230" h="1459230">
                <a:moveTo>
                  <a:pt x="0" y="729615"/>
                </a:moveTo>
                <a:cubicBezTo>
                  <a:pt x="0" y="326644"/>
                  <a:pt x="326644" y="0"/>
                  <a:pt x="729615" y="0"/>
                </a:cubicBezTo>
                <a:cubicBezTo>
                  <a:pt x="1132586" y="0"/>
                  <a:pt x="1459230" y="326644"/>
                  <a:pt x="1459230" y="729615"/>
                </a:cubicBezTo>
                <a:cubicBezTo>
                  <a:pt x="1459230" y="1132586"/>
                  <a:pt x="1132586" y="1459230"/>
                  <a:pt x="729615" y="1459230"/>
                </a:cubicBezTo>
                <a:cubicBezTo>
                  <a:pt x="326644" y="1459230"/>
                  <a:pt x="0" y="1132586"/>
                  <a:pt x="0" y="729615"/>
                </a:cubicBezTo>
                <a:close/>
              </a:path>
            </a:pathLst>
          </a:custGeom>
          <a:solidFill>
            <a:schemeClr val="bg1">
              <a:alpha val="92000"/>
            </a:schemeClr>
          </a:solidFill>
        </p:spPr>
      </p:sp>
      <p:sp>
        <p:nvSpPr>
          <p:cNvPr id="205" name="Freeform 16"/>
          <p:cNvSpPr/>
          <p:nvPr>
            <p:custDataLst>
              <p:tags r:id="rId143"/>
            </p:custDataLst>
          </p:nvPr>
        </p:nvSpPr>
        <p:spPr>
          <a:xfrm>
            <a:off x="7657864" y="1560373"/>
            <a:ext cx="729615" cy="729615"/>
          </a:xfrm>
          <a:custGeom>
            <a:avLst/>
            <a:gdLst/>
            <a:ahLst/>
            <a:cxnLst/>
            <a:rect l="l" t="t" r="r" b="b"/>
            <a:pathLst>
              <a:path w="1459230" h="1459230">
                <a:moveTo>
                  <a:pt x="0" y="729615"/>
                </a:moveTo>
                <a:cubicBezTo>
                  <a:pt x="0" y="326644"/>
                  <a:pt x="326644" y="0"/>
                  <a:pt x="729615" y="0"/>
                </a:cubicBezTo>
                <a:cubicBezTo>
                  <a:pt x="1132586" y="0"/>
                  <a:pt x="1459230" y="326644"/>
                  <a:pt x="1459230" y="729615"/>
                </a:cubicBezTo>
                <a:cubicBezTo>
                  <a:pt x="1459230" y="1132586"/>
                  <a:pt x="1132586" y="1459230"/>
                  <a:pt x="729615" y="1459230"/>
                </a:cubicBezTo>
                <a:cubicBezTo>
                  <a:pt x="326644" y="1459230"/>
                  <a:pt x="0" y="1132586"/>
                  <a:pt x="0" y="729615"/>
                </a:cubicBezTo>
                <a:close/>
              </a:path>
            </a:pathLst>
          </a:custGeom>
          <a:solidFill>
            <a:schemeClr val="bg1">
              <a:alpha val="92000"/>
            </a:schemeClr>
          </a:solidFill>
        </p:spPr>
      </p:sp>
      <p:sp>
        <p:nvSpPr>
          <p:cNvPr id="206" name="Freeform 16"/>
          <p:cNvSpPr/>
          <p:nvPr>
            <p:custDataLst>
              <p:tags r:id="rId144"/>
            </p:custDataLst>
          </p:nvPr>
        </p:nvSpPr>
        <p:spPr>
          <a:xfrm>
            <a:off x="10409090" y="2703835"/>
            <a:ext cx="729615" cy="729615"/>
          </a:xfrm>
          <a:custGeom>
            <a:avLst/>
            <a:gdLst/>
            <a:ahLst/>
            <a:cxnLst/>
            <a:rect l="l" t="t" r="r" b="b"/>
            <a:pathLst>
              <a:path w="1459230" h="1459230">
                <a:moveTo>
                  <a:pt x="0" y="729615"/>
                </a:moveTo>
                <a:cubicBezTo>
                  <a:pt x="0" y="326644"/>
                  <a:pt x="326644" y="0"/>
                  <a:pt x="729615" y="0"/>
                </a:cubicBezTo>
                <a:cubicBezTo>
                  <a:pt x="1132586" y="0"/>
                  <a:pt x="1459230" y="326644"/>
                  <a:pt x="1459230" y="729615"/>
                </a:cubicBezTo>
                <a:cubicBezTo>
                  <a:pt x="1459230" y="1132586"/>
                  <a:pt x="1132586" y="1459230"/>
                  <a:pt x="729615" y="1459230"/>
                </a:cubicBezTo>
                <a:cubicBezTo>
                  <a:pt x="326644" y="1459230"/>
                  <a:pt x="0" y="1132586"/>
                  <a:pt x="0" y="729615"/>
                </a:cubicBezTo>
                <a:close/>
              </a:path>
            </a:pathLst>
          </a:custGeom>
          <a:solidFill>
            <a:schemeClr val="bg1">
              <a:alpha val="92000"/>
            </a:schemeClr>
          </a:solid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9" name="Freeform 50"/>
          <p:cNvSpPr>
            <a:spLocks noEditPoints="1"/>
          </p:cNvSpPr>
          <p:nvPr>
            <p:custDataLst>
              <p:tags r:id="rId145"/>
            </p:custDataLst>
          </p:nvPr>
        </p:nvSpPr>
        <p:spPr bwMode="auto">
          <a:xfrm>
            <a:off x="2686764" y="1819565"/>
            <a:ext cx="349097" cy="439700"/>
          </a:xfrm>
          <a:custGeom>
            <a:avLst/>
            <a:gdLst/>
            <a:ahLst/>
            <a:cxnLst>
              <a:cxn ang="0">
                <a:pos x="187" y="135"/>
              </a:cxn>
              <a:cxn ang="0">
                <a:pos x="44" y="135"/>
              </a:cxn>
              <a:cxn ang="0">
                <a:pos x="44" y="156"/>
              </a:cxn>
              <a:cxn ang="0">
                <a:pos x="187" y="156"/>
              </a:cxn>
              <a:cxn ang="0">
                <a:pos x="187" y="135"/>
              </a:cxn>
              <a:cxn ang="0">
                <a:pos x="187" y="95"/>
              </a:cxn>
              <a:cxn ang="0">
                <a:pos x="44" y="95"/>
              </a:cxn>
              <a:cxn ang="0">
                <a:pos x="44" y="115"/>
              </a:cxn>
              <a:cxn ang="0">
                <a:pos x="187" y="115"/>
              </a:cxn>
              <a:cxn ang="0">
                <a:pos x="187" y="95"/>
              </a:cxn>
              <a:cxn ang="0">
                <a:pos x="187" y="54"/>
              </a:cxn>
              <a:cxn ang="0">
                <a:pos x="44" y="54"/>
              </a:cxn>
              <a:cxn ang="0">
                <a:pos x="44" y="75"/>
              </a:cxn>
              <a:cxn ang="0">
                <a:pos x="187" y="75"/>
              </a:cxn>
              <a:cxn ang="0">
                <a:pos x="187" y="54"/>
              </a:cxn>
              <a:cxn ang="0">
                <a:pos x="44" y="196"/>
              </a:cxn>
              <a:cxn ang="0">
                <a:pos x="116" y="196"/>
              </a:cxn>
              <a:cxn ang="0">
                <a:pos x="116" y="176"/>
              </a:cxn>
              <a:cxn ang="0">
                <a:pos x="44" y="176"/>
              </a:cxn>
              <a:cxn ang="0">
                <a:pos x="44" y="196"/>
              </a:cxn>
              <a:cxn ang="0">
                <a:pos x="233" y="29"/>
              </a:cxn>
              <a:cxn ang="0">
                <a:pos x="233" y="0"/>
              </a:cxn>
              <a:cxn ang="0">
                <a:pos x="0" y="0"/>
              </a:cxn>
              <a:cxn ang="0">
                <a:pos x="0" y="301"/>
              </a:cxn>
              <a:cxn ang="0">
                <a:pos x="29" y="301"/>
              </a:cxn>
              <a:cxn ang="0">
                <a:pos x="29" y="330"/>
              </a:cxn>
              <a:cxn ang="0">
                <a:pos x="262" y="330"/>
              </a:cxn>
              <a:cxn ang="0">
                <a:pos x="262" y="29"/>
              </a:cxn>
              <a:cxn ang="0">
                <a:pos x="233" y="29"/>
              </a:cxn>
              <a:cxn ang="0">
                <a:pos x="15" y="286"/>
              </a:cxn>
              <a:cxn ang="0">
                <a:pos x="15" y="16"/>
              </a:cxn>
              <a:cxn ang="0">
                <a:pos x="216" y="16"/>
              </a:cxn>
              <a:cxn ang="0">
                <a:pos x="216" y="216"/>
              </a:cxn>
              <a:cxn ang="0">
                <a:pos x="148" y="216"/>
              </a:cxn>
              <a:cxn ang="0">
                <a:pos x="148" y="286"/>
              </a:cxn>
              <a:cxn ang="0">
                <a:pos x="15" y="286"/>
              </a:cxn>
              <a:cxn ang="0">
                <a:pos x="245" y="315"/>
              </a:cxn>
              <a:cxn ang="0">
                <a:pos x="44" y="315"/>
              </a:cxn>
              <a:cxn ang="0">
                <a:pos x="44" y="301"/>
              </a:cxn>
              <a:cxn ang="0">
                <a:pos x="155" y="301"/>
              </a:cxn>
              <a:cxn ang="0">
                <a:pos x="233" y="225"/>
              </a:cxn>
              <a:cxn ang="0">
                <a:pos x="233" y="45"/>
              </a:cxn>
              <a:cxn ang="0">
                <a:pos x="245" y="45"/>
              </a:cxn>
              <a:cxn ang="0">
                <a:pos x="245" y="315"/>
              </a:cxn>
            </a:cxnLst>
            <a:rect l="0" t="0" r="r" b="b"/>
            <a:pathLst>
              <a:path w="262" h="330">
                <a:moveTo>
                  <a:pt x="187" y="135"/>
                </a:moveTo>
                <a:lnTo>
                  <a:pt x="44" y="135"/>
                </a:lnTo>
                <a:lnTo>
                  <a:pt x="44" y="156"/>
                </a:lnTo>
                <a:lnTo>
                  <a:pt x="187" y="156"/>
                </a:lnTo>
                <a:lnTo>
                  <a:pt x="187" y="135"/>
                </a:lnTo>
                <a:close/>
                <a:moveTo>
                  <a:pt x="187" y="95"/>
                </a:moveTo>
                <a:lnTo>
                  <a:pt x="44" y="95"/>
                </a:lnTo>
                <a:lnTo>
                  <a:pt x="44" y="115"/>
                </a:lnTo>
                <a:lnTo>
                  <a:pt x="187" y="115"/>
                </a:lnTo>
                <a:lnTo>
                  <a:pt x="187" y="95"/>
                </a:lnTo>
                <a:close/>
                <a:moveTo>
                  <a:pt x="187" y="54"/>
                </a:moveTo>
                <a:lnTo>
                  <a:pt x="44" y="54"/>
                </a:lnTo>
                <a:lnTo>
                  <a:pt x="44" y="75"/>
                </a:lnTo>
                <a:lnTo>
                  <a:pt x="187" y="75"/>
                </a:lnTo>
                <a:lnTo>
                  <a:pt x="187" y="54"/>
                </a:lnTo>
                <a:close/>
                <a:moveTo>
                  <a:pt x="44" y="196"/>
                </a:moveTo>
                <a:lnTo>
                  <a:pt x="116" y="196"/>
                </a:lnTo>
                <a:lnTo>
                  <a:pt x="116" y="176"/>
                </a:lnTo>
                <a:lnTo>
                  <a:pt x="44" y="176"/>
                </a:lnTo>
                <a:lnTo>
                  <a:pt x="44" y="196"/>
                </a:lnTo>
                <a:close/>
                <a:moveTo>
                  <a:pt x="233" y="29"/>
                </a:moveTo>
                <a:lnTo>
                  <a:pt x="233" y="0"/>
                </a:lnTo>
                <a:lnTo>
                  <a:pt x="0" y="0"/>
                </a:lnTo>
                <a:lnTo>
                  <a:pt x="0" y="301"/>
                </a:lnTo>
                <a:lnTo>
                  <a:pt x="29" y="301"/>
                </a:lnTo>
                <a:lnTo>
                  <a:pt x="29" y="330"/>
                </a:lnTo>
                <a:lnTo>
                  <a:pt x="262" y="330"/>
                </a:lnTo>
                <a:lnTo>
                  <a:pt x="262" y="29"/>
                </a:lnTo>
                <a:lnTo>
                  <a:pt x="233" y="29"/>
                </a:lnTo>
                <a:close/>
                <a:moveTo>
                  <a:pt x="15" y="286"/>
                </a:moveTo>
                <a:lnTo>
                  <a:pt x="15" y="16"/>
                </a:lnTo>
                <a:lnTo>
                  <a:pt x="216" y="16"/>
                </a:lnTo>
                <a:lnTo>
                  <a:pt x="216" y="216"/>
                </a:lnTo>
                <a:lnTo>
                  <a:pt x="148" y="216"/>
                </a:lnTo>
                <a:lnTo>
                  <a:pt x="148" y="286"/>
                </a:lnTo>
                <a:lnTo>
                  <a:pt x="15" y="286"/>
                </a:lnTo>
                <a:close/>
                <a:moveTo>
                  <a:pt x="245" y="315"/>
                </a:moveTo>
                <a:lnTo>
                  <a:pt x="44" y="315"/>
                </a:lnTo>
                <a:lnTo>
                  <a:pt x="44" y="301"/>
                </a:lnTo>
                <a:lnTo>
                  <a:pt x="155" y="301"/>
                </a:lnTo>
                <a:lnTo>
                  <a:pt x="233" y="225"/>
                </a:lnTo>
                <a:lnTo>
                  <a:pt x="233" y="45"/>
                </a:lnTo>
                <a:lnTo>
                  <a:pt x="245" y="45"/>
                </a:lnTo>
                <a:lnTo>
                  <a:pt x="245" y="315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 dirty="0">
              <a:solidFill>
                <a:schemeClr val="bg1"/>
              </a:solidFill>
              <a:latin typeface="宋体" panose="02010600030101010101" pitchFamily="2" charset="-122"/>
              <a:sym typeface="+mn-lt"/>
            </a:endParaRPr>
          </a:p>
        </p:txBody>
      </p:sp>
      <p:sp>
        <p:nvSpPr>
          <p:cNvPr id="210" name="Freeform 48"/>
          <p:cNvSpPr>
            <a:spLocks noEditPoints="1"/>
          </p:cNvSpPr>
          <p:nvPr>
            <p:custDataLst>
              <p:tags r:id="rId146"/>
            </p:custDataLst>
          </p:nvPr>
        </p:nvSpPr>
        <p:spPr bwMode="auto">
          <a:xfrm>
            <a:off x="5182085" y="2643242"/>
            <a:ext cx="322833" cy="472373"/>
          </a:xfrm>
          <a:custGeom>
            <a:avLst/>
            <a:gdLst/>
            <a:ahLst/>
            <a:cxnLst>
              <a:cxn ang="0">
                <a:pos x="76" y="31"/>
              </a:cxn>
              <a:cxn ang="0">
                <a:pos x="80" y="27"/>
              </a:cxn>
              <a:cxn ang="0">
                <a:pos x="76" y="23"/>
              </a:cxn>
              <a:cxn ang="0">
                <a:pos x="23" y="76"/>
              </a:cxn>
              <a:cxn ang="0">
                <a:pos x="27" y="80"/>
              </a:cxn>
              <a:cxn ang="0">
                <a:pos x="31" y="76"/>
              </a:cxn>
              <a:cxn ang="0">
                <a:pos x="76" y="31"/>
              </a:cxn>
              <a:cxn ang="0">
                <a:pos x="44" y="192"/>
              </a:cxn>
              <a:cxn ang="0">
                <a:pos x="45" y="203"/>
              </a:cxn>
              <a:cxn ang="0">
                <a:pos x="56" y="209"/>
              </a:cxn>
              <a:cxn ang="0">
                <a:pos x="57" y="216"/>
              </a:cxn>
              <a:cxn ang="0">
                <a:pos x="76" y="221"/>
              </a:cxn>
              <a:cxn ang="0">
                <a:pos x="95" y="216"/>
              </a:cxn>
              <a:cxn ang="0">
                <a:pos x="96" y="209"/>
              </a:cxn>
              <a:cxn ang="0">
                <a:pos x="106" y="203"/>
              </a:cxn>
              <a:cxn ang="0">
                <a:pos x="108" y="192"/>
              </a:cxn>
              <a:cxn ang="0">
                <a:pos x="76" y="197"/>
              </a:cxn>
              <a:cxn ang="0">
                <a:pos x="44" y="192"/>
              </a:cxn>
              <a:cxn ang="0">
                <a:pos x="41" y="170"/>
              </a:cxn>
              <a:cxn ang="0">
                <a:pos x="42" y="182"/>
              </a:cxn>
              <a:cxn ang="0">
                <a:pos x="76" y="188"/>
              </a:cxn>
              <a:cxn ang="0">
                <a:pos x="109" y="182"/>
              </a:cxn>
              <a:cxn ang="0">
                <a:pos x="111" y="170"/>
              </a:cxn>
              <a:cxn ang="0">
                <a:pos x="76" y="177"/>
              </a:cxn>
              <a:cxn ang="0">
                <a:pos x="41" y="170"/>
              </a:cxn>
              <a:cxn ang="0">
                <a:pos x="76" y="0"/>
              </a:cxn>
              <a:cxn ang="0">
                <a:pos x="0" y="76"/>
              </a:cxn>
              <a:cxn ang="0">
                <a:pos x="36" y="141"/>
              </a:cxn>
              <a:cxn ang="0">
                <a:pos x="39" y="160"/>
              </a:cxn>
              <a:cxn ang="0">
                <a:pos x="76" y="168"/>
              </a:cxn>
              <a:cxn ang="0">
                <a:pos x="113" y="160"/>
              </a:cxn>
              <a:cxn ang="0">
                <a:pos x="115" y="141"/>
              </a:cxn>
              <a:cxn ang="0">
                <a:pos x="152" y="76"/>
              </a:cxn>
              <a:cxn ang="0">
                <a:pos x="76" y="0"/>
              </a:cxn>
              <a:cxn ang="0">
                <a:pos x="104" y="132"/>
              </a:cxn>
              <a:cxn ang="0">
                <a:pos x="102" y="150"/>
              </a:cxn>
              <a:cxn ang="0">
                <a:pos x="76" y="154"/>
              </a:cxn>
              <a:cxn ang="0">
                <a:pos x="50" y="150"/>
              </a:cxn>
              <a:cxn ang="0">
                <a:pos x="48" y="132"/>
              </a:cxn>
              <a:cxn ang="0">
                <a:pos x="13" y="76"/>
              </a:cxn>
              <a:cxn ang="0">
                <a:pos x="76" y="14"/>
              </a:cxn>
              <a:cxn ang="0">
                <a:pos x="139" y="76"/>
              </a:cxn>
              <a:cxn ang="0">
                <a:pos x="104" y="132"/>
              </a:cxn>
              <a:cxn ang="0">
                <a:pos x="93" y="104"/>
              </a:cxn>
              <a:cxn ang="0">
                <a:pos x="76" y="74"/>
              </a:cxn>
              <a:cxn ang="0">
                <a:pos x="59" y="104"/>
              </a:cxn>
              <a:cxn ang="0">
                <a:pos x="52" y="89"/>
              </a:cxn>
              <a:cxn ang="0">
                <a:pos x="41" y="94"/>
              </a:cxn>
              <a:cxn ang="0">
                <a:pos x="58" y="131"/>
              </a:cxn>
              <a:cxn ang="0">
                <a:pos x="76" y="98"/>
              </a:cxn>
              <a:cxn ang="0">
                <a:pos x="94" y="131"/>
              </a:cxn>
              <a:cxn ang="0">
                <a:pos x="111" y="94"/>
              </a:cxn>
              <a:cxn ang="0">
                <a:pos x="100" y="89"/>
              </a:cxn>
              <a:cxn ang="0">
                <a:pos x="93" y="104"/>
              </a:cxn>
            </a:cxnLst>
            <a:rect l="0" t="0" r="r" b="b"/>
            <a:pathLst>
              <a:path w="152" h="221">
                <a:moveTo>
                  <a:pt x="76" y="31"/>
                </a:moveTo>
                <a:cubicBezTo>
                  <a:pt x="78" y="31"/>
                  <a:pt x="80" y="30"/>
                  <a:pt x="80" y="27"/>
                </a:cubicBezTo>
                <a:cubicBezTo>
                  <a:pt x="80" y="25"/>
                  <a:pt x="78" y="23"/>
                  <a:pt x="76" y="23"/>
                </a:cubicBezTo>
                <a:cubicBezTo>
                  <a:pt x="47" y="23"/>
                  <a:pt x="23" y="47"/>
                  <a:pt x="23" y="76"/>
                </a:cubicBezTo>
                <a:cubicBezTo>
                  <a:pt x="23" y="78"/>
                  <a:pt x="25" y="80"/>
                  <a:pt x="27" y="80"/>
                </a:cubicBezTo>
                <a:cubicBezTo>
                  <a:pt x="29" y="80"/>
                  <a:pt x="31" y="78"/>
                  <a:pt x="31" y="76"/>
                </a:cubicBezTo>
                <a:cubicBezTo>
                  <a:pt x="31" y="52"/>
                  <a:pt x="51" y="31"/>
                  <a:pt x="76" y="31"/>
                </a:cubicBezTo>
                <a:close/>
                <a:moveTo>
                  <a:pt x="44" y="192"/>
                </a:moveTo>
                <a:cubicBezTo>
                  <a:pt x="45" y="203"/>
                  <a:pt x="45" y="203"/>
                  <a:pt x="45" y="203"/>
                </a:cubicBezTo>
                <a:cubicBezTo>
                  <a:pt x="45" y="203"/>
                  <a:pt x="48" y="207"/>
                  <a:pt x="56" y="209"/>
                </a:cubicBezTo>
                <a:cubicBezTo>
                  <a:pt x="57" y="216"/>
                  <a:pt x="57" y="216"/>
                  <a:pt x="57" y="216"/>
                </a:cubicBezTo>
                <a:cubicBezTo>
                  <a:pt x="57" y="216"/>
                  <a:pt x="61" y="221"/>
                  <a:pt x="76" y="221"/>
                </a:cubicBezTo>
                <a:cubicBezTo>
                  <a:pt x="91" y="221"/>
                  <a:pt x="95" y="216"/>
                  <a:pt x="95" y="216"/>
                </a:cubicBezTo>
                <a:cubicBezTo>
                  <a:pt x="96" y="209"/>
                  <a:pt x="96" y="209"/>
                  <a:pt x="96" y="209"/>
                </a:cubicBezTo>
                <a:cubicBezTo>
                  <a:pt x="104" y="207"/>
                  <a:pt x="106" y="203"/>
                  <a:pt x="106" y="203"/>
                </a:cubicBezTo>
                <a:cubicBezTo>
                  <a:pt x="108" y="192"/>
                  <a:pt x="108" y="192"/>
                  <a:pt x="108" y="192"/>
                </a:cubicBezTo>
                <a:cubicBezTo>
                  <a:pt x="98" y="195"/>
                  <a:pt x="87" y="197"/>
                  <a:pt x="76" y="197"/>
                </a:cubicBezTo>
                <a:cubicBezTo>
                  <a:pt x="64" y="197"/>
                  <a:pt x="54" y="195"/>
                  <a:pt x="44" y="192"/>
                </a:cubicBezTo>
                <a:close/>
                <a:moveTo>
                  <a:pt x="41" y="170"/>
                </a:moveTo>
                <a:cubicBezTo>
                  <a:pt x="42" y="182"/>
                  <a:pt x="42" y="182"/>
                  <a:pt x="42" y="182"/>
                </a:cubicBezTo>
                <a:cubicBezTo>
                  <a:pt x="52" y="186"/>
                  <a:pt x="64" y="188"/>
                  <a:pt x="76" y="188"/>
                </a:cubicBezTo>
                <a:cubicBezTo>
                  <a:pt x="88" y="188"/>
                  <a:pt x="99" y="186"/>
                  <a:pt x="109" y="182"/>
                </a:cubicBezTo>
                <a:cubicBezTo>
                  <a:pt x="111" y="170"/>
                  <a:pt x="111" y="170"/>
                  <a:pt x="111" y="170"/>
                </a:cubicBezTo>
                <a:cubicBezTo>
                  <a:pt x="100" y="174"/>
                  <a:pt x="89" y="177"/>
                  <a:pt x="76" y="177"/>
                </a:cubicBezTo>
                <a:cubicBezTo>
                  <a:pt x="63" y="177"/>
                  <a:pt x="51" y="174"/>
                  <a:pt x="41" y="170"/>
                </a:cubicBezTo>
                <a:close/>
                <a:moveTo>
                  <a:pt x="76" y="0"/>
                </a:moveTo>
                <a:cubicBezTo>
                  <a:pt x="34" y="0"/>
                  <a:pt x="0" y="34"/>
                  <a:pt x="0" y="76"/>
                </a:cubicBezTo>
                <a:cubicBezTo>
                  <a:pt x="0" y="104"/>
                  <a:pt x="15" y="128"/>
                  <a:pt x="36" y="141"/>
                </a:cubicBezTo>
                <a:cubicBezTo>
                  <a:pt x="39" y="160"/>
                  <a:pt x="39" y="160"/>
                  <a:pt x="39" y="160"/>
                </a:cubicBezTo>
                <a:cubicBezTo>
                  <a:pt x="50" y="165"/>
                  <a:pt x="63" y="168"/>
                  <a:pt x="76" y="168"/>
                </a:cubicBezTo>
                <a:cubicBezTo>
                  <a:pt x="89" y="168"/>
                  <a:pt x="102" y="165"/>
                  <a:pt x="113" y="160"/>
                </a:cubicBezTo>
                <a:cubicBezTo>
                  <a:pt x="115" y="141"/>
                  <a:pt x="115" y="141"/>
                  <a:pt x="115" y="141"/>
                </a:cubicBezTo>
                <a:cubicBezTo>
                  <a:pt x="137" y="128"/>
                  <a:pt x="152" y="104"/>
                  <a:pt x="152" y="76"/>
                </a:cubicBezTo>
                <a:cubicBezTo>
                  <a:pt x="152" y="34"/>
                  <a:pt x="118" y="0"/>
                  <a:pt x="76" y="0"/>
                </a:cubicBezTo>
                <a:close/>
                <a:moveTo>
                  <a:pt x="104" y="132"/>
                </a:moveTo>
                <a:cubicBezTo>
                  <a:pt x="102" y="150"/>
                  <a:pt x="102" y="150"/>
                  <a:pt x="102" y="150"/>
                </a:cubicBezTo>
                <a:cubicBezTo>
                  <a:pt x="102" y="150"/>
                  <a:pt x="95" y="154"/>
                  <a:pt x="76" y="154"/>
                </a:cubicBezTo>
                <a:cubicBezTo>
                  <a:pt x="57" y="154"/>
                  <a:pt x="50" y="150"/>
                  <a:pt x="50" y="150"/>
                </a:cubicBezTo>
                <a:cubicBezTo>
                  <a:pt x="48" y="132"/>
                  <a:pt x="48" y="132"/>
                  <a:pt x="48" y="132"/>
                </a:cubicBezTo>
                <a:cubicBezTo>
                  <a:pt x="27" y="122"/>
                  <a:pt x="13" y="101"/>
                  <a:pt x="13" y="76"/>
                </a:cubicBezTo>
                <a:cubicBezTo>
                  <a:pt x="13" y="42"/>
                  <a:pt x="41" y="14"/>
                  <a:pt x="76" y="14"/>
                </a:cubicBezTo>
                <a:cubicBezTo>
                  <a:pt x="110" y="14"/>
                  <a:pt x="139" y="42"/>
                  <a:pt x="139" y="76"/>
                </a:cubicBezTo>
                <a:cubicBezTo>
                  <a:pt x="139" y="101"/>
                  <a:pt x="124" y="122"/>
                  <a:pt x="104" y="132"/>
                </a:cubicBezTo>
                <a:close/>
                <a:moveTo>
                  <a:pt x="93" y="104"/>
                </a:moveTo>
                <a:cubicBezTo>
                  <a:pt x="76" y="74"/>
                  <a:pt x="76" y="74"/>
                  <a:pt x="76" y="74"/>
                </a:cubicBezTo>
                <a:cubicBezTo>
                  <a:pt x="59" y="104"/>
                  <a:pt x="59" y="104"/>
                  <a:pt x="59" y="104"/>
                </a:cubicBezTo>
                <a:cubicBezTo>
                  <a:pt x="52" y="89"/>
                  <a:pt x="52" y="89"/>
                  <a:pt x="52" y="89"/>
                </a:cubicBezTo>
                <a:cubicBezTo>
                  <a:pt x="41" y="94"/>
                  <a:pt x="41" y="94"/>
                  <a:pt x="41" y="94"/>
                </a:cubicBezTo>
                <a:cubicBezTo>
                  <a:pt x="58" y="131"/>
                  <a:pt x="58" y="131"/>
                  <a:pt x="58" y="131"/>
                </a:cubicBezTo>
                <a:cubicBezTo>
                  <a:pt x="76" y="98"/>
                  <a:pt x="76" y="98"/>
                  <a:pt x="76" y="98"/>
                </a:cubicBezTo>
                <a:cubicBezTo>
                  <a:pt x="94" y="131"/>
                  <a:pt x="94" y="131"/>
                  <a:pt x="94" y="131"/>
                </a:cubicBezTo>
                <a:cubicBezTo>
                  <a:pt x="111" y="94"/>
                  <a:pt x="111" y="94"/>
                  <a:pt x="111" y="94"/>
                </a:cubicBezTo>
                <a:cubicBezTo>
                  <a:pt x="100" y="89"/>
                  <a:pt x="100" y="89"/>
                  <a:pt x="100" y="89"/>
                </a:cubicBezTo>
                <a:lnTo>
                  <a:pt x="93" y="104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 dirty="0"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12" name="Freeform 175"/>
          <p:cNvSpPr>
            <a:spLocks noEditPoints="1"/>
          </p:cNvSpPr>
          <p:nvPr>
            <p:custDataLst>
              <p:tags r:id="rId147"/>
            </p:custDataLst>
          </p:nvPr>
        </p:nvSpPr>
        <p:spPr bwMode="auto">
          <a:xfrm>
            <a:off x="7823835" y="1709420"/>
            <a:ext cx="422910" cy="370840"/>
          </a:xfrm>
          <a:custGeom>
            <a:avLst/>
            <a:gdLst>
              <a:gd name="T0" fmla="*/ 128 w 128"/>
              <a:gd name="T1" fmla="*/ 66 h 112"/>
              <a:gd name="T2" fmla="*/ 112 w 128"/>
              <a:gd name="T3" fmla="*/ 6 h 112"/>
              <a:gd name="T4" fmla="*/ 104 w 128"/>
              <a:gd name="T5" fmla="*/ 0 h 112"/>
              <a:gd name="T6" fmla="*/ 64 w 128"/>
              <a:gd name="T7" fmla="*/ 0 h 112"/>
              <a:gd name="T8" fmla="*/ 24 w 128"/>
              <a:gd name="T9" fmla="*/ 0 h 112"/>
              <a:gd name="T10" fmla="*/ 16 w 128"/>
              <a:gd name="T11" fmla="*/ 6 h 112"/>
              <a:gd name="T12" fmla="*/ 0 w 128"/>
              <a:gd name="T13" fmla="*/ 66 h 112"/>
              <a:gd name="T14" fmla="*/ 0 w 128"/>
              <a:gd name="T15" fmla="*/ 68 h 112"/>
              <a:gd name="T16" fmla="*/ 0 w 128"/>
              <a:gd name="T17" fmla="*/ 96 h 112"/>
              <a:gd name="T18" fmla="*/ 16 w 128"/>
              <a:gd name="T19" fmla="*/ 112 h 112"/>
              <a:gd name="T20" fmla="*/ 112 w 128"/>
              <a:gd name="T21" fmla="*/ 112 h 112"/>
              <a:gd name="T22" fmla="*/ 128 w 128"/>
              <a:gd name="T23" fmla="*/ 96 h 112"/>
              <a:gd name="T24" fmla="*/ 128 w 128"/>
              <a:gd name="T25" fmla="*/ 68 h 112"/>
              <a:gd name="T26" fmla="*/ 128 w 128"/>
              <a:gd name="T27" fmla="*/ 66 h 112"/>
              <a:gd name="T28" fmla="*/ 120 w 128"/>
              <a:gd name="T29" fmla="*/ 96 h 112"/>
              <a:gd name="T30" fmla="*/ 112 w 128"/>
              <a:gd name="T31" fmla="*/ 104 h 112"/>
              <a:gd name="T32" fmla="*/ 16 w 128"/>
              <a:gd name="T33" fmla="*/ 104 h 112"/>
              <a:gd name="T34" fmla="*/ 8 w 128"/>
              <a:gd name="T35" fmla="*/ 96 h 112"/>
              <a:gd name="T36" fmla="*/ 8 w 128"/>
              <a:gd name="T37" fmla="*/ 68 h 112"/>
              <a:gd name="T38" fmla="*/ 24 w 128"/>
              <a:gd name="T39" fmla="*/ 8 h 112"/>
              <a:gd name="T40" fmla="*/ 104 w 128"/>
              <a:gd name="T41" fmla="*/ 8 h 112"/>
              <a:gd name="T42" fmla="*/ 120 w 128"/>
              <a:gd name="T43" fmla="*/ 68 h 112"/>
              <a:gd name="T44" fmla="*/ 120 w 128"/>
              <a:gd name="T45" fmla="*/ 96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" h="112">
                <a:moveTo>
                  <a:pt x="128" y="66"/>
                </a:moveTo>
                <a:cubicBezTo>
                  <a:pt x="112" y="6"/>
                  <a:pt x="112" y="6"/>
                  <a:pt x="112" y="6"/>
                </a:cubicBezTo>
                <a:cubicBezTo>
                  <a:pt x="111" y="2"/>
                  <a:pt x="108" y="0"/>
                  <a:pt x="10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0" y="0"/>
                  <a:pt x="17" y="2"/>
                  <a:pt x="16" y="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7"/>
                  <a:pt x="0" y="67"/>
                  <a:pt x="0" y="68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105"/>
                  <a:pt x="7" y="112"/>
                  <a:pt x="16" y="112"/>
                </a:cubicBezTo>
                <a:cubicBezTo>
                  <a:pt x="112" y="112"/>
                  <a:pt x="112" y="112"/>
                  <a:pt x="112" y="112"/>
                </a:cubicBezTo>
                <a:cubicBezTo>
                  <a:pt x="121" y="112"/>
                  <a:pt x="128" y="105"/>
                  <a:pt x="128" y="96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8" y="67"/>
                  <a:pt x="128" y="67"/>
                  <a:pt x="128" y="66"/>
                </a:cubicBezTo>
                <a:close/>
                <a:moveTo>
                  <a:pt x="120" y="96"/>
                </a:moveTo>
                <a:cubicBezTo>
                  <a:pt x="120" y="100"/>
                  <a:pt x="116" y="104"/>
                  <a:pt x="112" y="104"/>
                </a:cubicBezTo>
                <a:cubicBezTo>
                  <a:pt x="16" y="104"/>
                  <a:pt x="16" y="104"/>
                  <a:pt x="16" y="104"/>
                </a:cubicBezTo>
                <a:cubicBezTo>
                  <a:pt x="12" y="104"/>
                  <a:pt x="8" y="100"/>
                  <a:pt x="8" y="96"/>
                </a:cubicBezTo>
                <a:cubicBezTo>
                  <a:pt x="8" y="68"/>
                  <a:pt x="8" y="68"/>
                  <a:pt x="8" y="68"/>
                </a:cubicBezTo>
                <a:cubicBezTo>
                  <a:pt x="24" y="8"/>
                  <a:pt x="24" y="8"/>
                  <a:pt x="24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20" y="68"/>
                  <a:pt x="120" y="68"/>
                  <a:pt x="120" y="68"/>
                </a:cubicBezTo>
                <a:lnTo>
                  <a:pt x="120" y="96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>
            <a:solidFill>
              <a:srgbClr val="000000"/>
            </a:solidFill>
            <a:round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 dirty="0"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13" name="Freeform 176"/>
          <p:cNvSpPr>
            <a:spLocks noEditPoints="1"/>
          </p:cNvSpPr>
          <p:nvPr>
            <p:custDataLst>
              <p:tags r:id="rId148"/>
            </p:custDataLst>
          </p:nvPr>
        </p:nvSpPr>
        <p:spPr bwMode="auto">
          <a:xfrm>
            <a:off x="7872730" y="1761490"/>
            <a:ext cx="323215" cy="239395"/>
          </a:xfrm>
          <a:custGeom>
            <a:avLst/>
            <a:gdLst>
              <a:gd name="T0" fmla="*/ 80 w 98"/>
              <a:gd name="T1" fmla="*/ 0 h 72"/>
              <a:gd name="T2" fmla="*/ 18 w 98"/>
              <a:gd name="T3" fmla="*/ 0 h 72"/>
              <a:gd name="T4" fmla="*/ 14 w 98"/>
              <a:gd name="T5" fmla="*/ 3 h 72"/>
              <a:gd name="T6" fmla="*/ 0 w 98"/>
              <a:gd name="T7" fmla="*/ 51 h 72"/>
              <a:gd name="T8" fmla="*/ 1 w 98"/>
              <a:gd name="T9" fmla="*/ 54 h 72"/>
              <a:gd name="T10" fmla="*/ 4 w 98"/>
              <a:gd name="T11" fmla="*/ 56 h 72"/>
              <a:gd name="T12" fmla="*/ 16 w 98"/>
              <a:gd name="T13" fmla="*/ 56 h 72"/>
              <a:gd name="T14" fmla="*/ 20 w 98"/>
              <a:gd name="T15" fmla="*/ 56 h 72"/>
              <a:gd name="T16" fmla="*/ 23 w 98"/>
              <a:gd name="T17" fmla="*/ 56 h 72"/>
              <a:gd name="T18" fmla="*/ 28 w 98"/>
              <a:gd name="T19" fmla="*/ 68 h 72"/>
              <a:gd name="T20" fmla="*/ 35 w 98"/>
              <a:gd name="T21" fmla="*/ 72 h 72"/>
              <a:gd name="T22" fmla="*/ 63 w 98"/>
              <a:gd name="T23" fmla="*/ 72 h 72"/>
              <a:gd name="T24" fmla="*/ 70 w 98"/>
              <a:gd name="T25" fmla="*/ 68 h 72"/>
              <a:gd name="T26" fmla="*/ 75 w 98"/>
              <a:gd name="T27" fmla="*/ 56 h 72"/>
              <a:gd name="T28" fmla="*/ 78 w 98"/>
              <a:gd name="T29" fmla="*/ 56 h 72"/>
              <a:gd name="T30" fmla="*/ 82 w 98"/>
              <a:gd name="T31" fmla="*/ 56 h 72"/>
              <a:gd name="T32" fmla="*/ 94 w 98"/>
              <a:gd name="T33" fmla="*/ 56 h 72"/>
              <a:gd name="T34" fmla="*/ 97 w 98"/>
              <a:gd name="T35" fmla="*/ 54 h 72"/>
              <a:gd name="T36" fmla="*/ 98 w 98"/>
              <a:gd name="T37" fmla="*/ 51 h 72"/>
              <a:gd name="T38" fmla="*/ 84 w 98"/>
              <a:gd name="T39" fmla="*/ 3 h 72"/>
              <a:gd name="T40" fmla="*/ 80 w 98"/>
              <a:gd name="T41" fmla="*/ 0 h 72"/>
              <a:gd name="T42" fmla="*/ 82 w 98"/>
              <a:gd name="T43" fmla="*/ 48 h 72"/>
              <a:gd name="T44" fmla="*/ 75 w 98"/>
              <a:gd name="T45" fmla="*/ 48 h 72"/>
              <a:gd name="T46" fmla="*/ 68 w 98"/>
              <a:gd name="T47" fmla="*/ 52 h 72"/>
              <a:gd name="T48" fmla="*/ 63 w 98"/>
              <a:gd name="T49" fmla="*/ 64 h 72"/>
              <a:gd name="T50" fmla="*/ 35 w 98"/>
              <a:gd name="T51" fmla="*/ 64 h 72"/>
              <a:gd name="T52" fmla="*/ 30 w 98"/>
              <a:gd name="T53" fmla="*/ 52 h 72"/>
              <a:gd name="T54" fmla="*/ 23 w 98"/>
              <a:gd name="T55" fmla="*/ 48 h 72"/>
              <a:gd name="T56" fmla="*/ 16 w 98"/>
              <a:gd name="T57" fmla="*/ 48 h 72"/>
              <a:gd name="T58" fmla="*/ 6 w 98"/>
              <a:gd name="T59" fmla="*/ 48 h 72"/>
              <a:gd name="T60" fmla="*/ 18 w 98"/>
              <a:gd name="T61" fmla="*/ 4 h 72"/>
              <a:gd name="T62" fmla="*/ 80 w 98"/>
              <a:gd name="T63" fmla="*/ 4 h 72"/>
              <a:gd name="T64" fmla="*/ 92 w 98"/>
              <a:gd name="T65" fmla="*/ 48 h 72"/>
              <a:gd name="T66" fmla="*/ 82 w 98"/>
              <a:gd name="T67" fmla="*/ 48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8" h="72">
                <a:moveTo>
                  <a:pt x="80" y="0"/>
                </a:moveTo>
                <a:cubicBezTo>
                  <a:pt x="18" y="0"/>
                  <a:pt x="18" y="0"/>
                  <a:pt x="18" y="0"/>
                </a:cubicBezTo>
                <a:cubicBezTo>
                  <a:pt x="16" y="0"/>
                  <a:pt x="15" y="1"/>
                  <a:pt x="14" y="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2"/>
                  <a:pt x="0" y="53"/>
                  <a:pt x="1" y="54"/>
                </a:cubicBezTo>
                <a:cubicBezTo>
                  <a:pt x="2" y="55"/>
                  <a:pt x="3" y="56"/>
                  <a:pt x="4" y="56"/>
                </a:cubicBezTo>
                <a:cubicBezTo>
                  <a:pt x="16" y="56"/>
                  <a:pt x="16" y="56"/>
                  <a:pt x="16" y="56"/>
                </a:cubicBezTo>
                <a:cubicBezTo>
                  <a:pt x="20" y="56"/>
                  <a:pt x="20" y="56"/>
                  <a:pt x="20" y="56"/>
                </a:cubicBezTo>
                <a:cubicBezTo>
                  <a:pt x="23" y="56"/>
                  <a:pt x="23" y="56"/>
                  <a:pt x="23" y="56"/>
                </a:cubicBezTo>
                <a:cubicBezTo>
                  <a:pt x="28" y="68"/>
                  <a:pt x="28" y="68"/>
                  <a:pt x="28" y="68"/>
                </a:cubicBezTo>
                <a:cubicBezTo>
                  <a:pt x="30" y="70"/>
                  <a:pt x="32" y="72"/>
                  <a:pt x="35" y="72"/>
                </a:cubicBezTo>
                <a:cubicBezTo>
                  <a:pt x="63" y="72"/>
                  <a:pt x="63" y="72"/>
                  <a:pt x="63" y="72"/>
                </a:cubicBezTo>
                <a:cubicBezTo>
                  <a:pt x="66" y="72"/>
                  <a:pt x="68" y="70"/>
                  <a:pt x="70" y="68"/>
                </a:cubicBezTo>
                <a:cubicBezTo>
                  <a:pt x="75" y="56"/>
                  <a:pt x="75" y="56"/>
                  <a:pt x="75" y="56"/>
                </a:cubicBezTo>
                <a:cubicBezTo>
                  <a:pt x="78" y="56"/>
                  <a:pt x="78" y="56"/>
                  <a:pt x="78" y="56"/>
                </a:cubicBezTo>
                <a:cubicBezTo>
                  <a:pt x="82" y="56"/>
                  <a:pt x="82" y="56"/>
                  <a:pt x="82" y="56"/>
                </a:cubicBezTo>
                <a:cubicBezTo>
                  <a:pt x="94" y="56"/>
                  <a:pt x="94" y="56"/>
                  <a:pt x="94" y="56"/>
                </a:cubicBezTo>
                <a:cubicBezTo>
                  <a:pt x="95" y="56"/>
                  <a:pt x="96" y="55"/>
                  <a:pt x="97" y="54"/>
                </a:cubicBezTo>
                <a:cubicBezTo>
                  <a:pt x="98" y="53"/>
                  <a:pt x="98" y="52"/>
                  <a:pt x="98" y="51"/>
                </a:cubicBezTo>
                <a:cubicBezTo>
                  <a:pt x="84" y="3"/>
                  <a:pt x="84" y="3"/>
                  <a:pt x="84" y="3"/>
                </a:cubicBezTo>
                <a:cubicBezTo>
                  <a:pt x="83" y="1"/>
                  <a:pt x="82" y="0"/>
                  <a:pt x="80" y="0"/>
                </a:cubicBezTo>
                <a:close/>
                <a:moveTo>
                  <a:pt x="82" y="48"/>
                </a:moveTo>
                <a:cubicBezTo>
                  <a:pt x="75" y="48"/>
                  <a:pt x="75" y="48"/>
                  <a:pt x="75" y="48"/>
                </a:cubicBezTo>
                <a:cubicBezTo>
                  <a:pt x="72" y="48"/>
                  <a:pt x="70" y="50"/>
                  <a:pt x="68" y="52"/>
                </a:cubicBezTo>
                <a:cubicBezTo>
                  <a:pt x="63" y="64"/>
                  <a:pt x="63" y="64"/>
                  <a:pt x="63" y="64"/>
                </a:cubicBezTo>
                <a:cubicBezTo>
                  <a:pt x="35" y="64"/>
                  <a:pt x="35" y="64"/>
                  <a:pt x="35" y="64"/>
                </a:cubicBezTo>
                <a:cubicBezTo>
                  <a:pt x="30" y="52"/>
                  <a:pt x="30" y="52"/>
                  <a:pt x="30" y="52"/>
                </a:cubicBezTo>
                <a:cubicBezTo>
                  <a:pt x="28" y="50"/>
                  <a:pt x="26" y="48"/>
                  <a:pt x="23" y="48"/>
                </a:cubicBezTo>
                <a:cubicBezTo>
                  <a:pt x="16" y="48"/>
                  <a:pt x="16" y="48"/>
                  <a:pt x="16" y="48"/>
                </a:cubicBezTo>
                <a:cubicBezTo>
                  <a:pt x="6" y="48"/>
                  <a:pt x="6" y="48"/>
                  <a:pt x="6" y="48"/>
                </a:cubicBezTo>
                <a:cubicBezTo>
                  <a:pt x="18" y="4"/>
                  <a:pt x="18" y="4"/>
                  <a:pt x="18" y="4"/>
                </a:cubicBezTo>
                <a:cubicBezTo>
                  <a:pt x="80" y="4"/>
                  <a:pt x="80" y="4"/>
                  <a:pt x="80" y="4"/>
                </a:cubicBezTo>
                <a:cubicBezTo>
                  <a:pt x="92" y="48"/>
                  <a:pt x="92" y="48"/>
                  <a:pt x="92" y="48"/>
                </a:cubicBezTo>
                <a:lnTo>
                  <a:pt x="82" y="4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>
            <a:solidFill>
              <a:srgbClr val="000000"/>
            </a:solidFill>
            <a:round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 dirty="0"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17" name="Freeform 156"/>
          <p:cNvSpPr>
            <a:spLocks noEditPoints="1"/>
          </p:cNvSpPr>
          <p:nvPr>
            <p:custDataLst>
              <p:tags r:id="rId149"/>
            </p:custDataLst>
          </p:nvPr>
        </p:nvSpPr>
        <p:spPr bwMode="auto">
          <a:xfrm>
            <a:off x="10597027" y="2871644"/>
            <a:ext cx="416357" cy="416357"/>
          </a:xfrm>
          <a:custGeom>
            <a:avLst/>
            <a:gdLst>
              <a:gd name="T0" fmla="*/ 109 w 128"/>
              <a:gd name="T1" fmla="*/ 48 h 128"/>
              <a:gd name="T2" fmla="*/ 114 w 128"/>
              <a:gd name="T3" fmla="*/ 33 h 128"/>
              <a:gd name="T4" fmla="*/ 105 w 128"/>
              <a:gd name="T5" fmla="*/ 15 h 128"/>
              <a:gd name="T6" fmla="*/ 95 w 128"/>
              <a:gd name="T7" fmla="*/ 14 h 128"/>
              <a:gd name="T8" fmla="*/ 80 w 128"/>
              <a:gd name="T9" fmla="*/ 19 h 128"/>
              <a:gd name="T10" fmla="*/ 69 w 128"/>
              <a:gd name="T11" fmla="*/ 0 h 128"/>
              <a:gd name="T12" fmla="*/ 51 w 128"/>
              <a:gd name="T13" fmla="*/ 6 h 128"/>
              <a:gd name="T14" fmla="*/ 43 w 128"/>
              <a:gd name="T15" fmla="*/ 21 h 128"/>
              <a:gd name="T16" fmla="*/ 28 w 128"/>
              <a:gd name="T17" fmla="*/ 13 h 128"/>
              <a:gd name="T18" fmla="*/ 15 w 128"/>
              <a:gd name="T19" fmla="*/ 23 h 128"/>
              <a:gd name="T20" fmla="*/ 21 w 128"/>
              <a:gd name="T21" fmla="*/ 43 h 128"/>
              <a:gd name="T22" fmla="*/ 6 w 128"/>
              <a:gd name="T23" fmla="*/ 51 h 128"/>
              <a:gd name="T24" fmla="*/ 0 w 128"/>
              <a:gd name="T25" fmla="*/ 69 h 128"/>
              <a:gd name="T26" fmla="*/ 19 w 128"/>
              <a:gd name="T27" fmla="*/ 80 h 128"/>
              <a:gd name="T28" fmla="*/ 14 w 128"/>
              <a:gd name="T29" fmla="*/ 95 h 128"/>
              <a:gd name="T30" fmla="*/ 23 w 128"/>
              <a:gd name="T31" fmla="*/ 113 h 128"/>
              <a:gd name="T32" fmla="*/ 33 w 128"/>
              <a:gd name="T33" fmla="*/ 114 h 128"/>
              <a:gd name="T34" fmla="*/ 48 w 128"/>
              <a:gd name="T35" fmla="*/ 109 h 128"/>
              <a:gd name="T36" fmla="*/ 59 w 128"/>
              <a:gd name="T37" fmla="*/ 128 h 128"/>
              <a:gd name="T38" fmla="*/ 77 w 128"/>
              <a:gd name="T39" fmla="*/ 122 h 128"/>
              <a:gd name="T40" fmla="*/ 85 w 128"/>
              <a:gd name="T41" fmla="*/ 107 h 128"/>
              <a:gd name="T42" fmla="*/ 100 w 128"/>
              <a:gd name="T43" fmla="*/ 115 h 128"/>
              <a:gd name="T44" fmla="*/ 113 w 128"/>
              <a:gd name="T45" fmla="*/ 105 h 128"/>
              <a:gd name="T46" fmla="*/ 107 w 128"/>
              <a:gd name="T47" fmla="*/ 85 h 128"/>
              <a:gd name="T48" fmla="*/ 122 w 128"/>
              <a:gd name="T49" fmla="*/ 77 h 128"/>
              <a:gd name="T50" fmla="*/ 128 w 128"/>
              <a:gd name="T51" fmla="*/ 59 h 128"/>
              <a:gd name="T52" fmla="*/ 108 w 128"/>
              <a:gd name="T53" fmla="*/ 72 h 128"/>
              <a:gd name="T54" fmla="*/ 100 w 128"/>
              <a:gd name="T55" fmla="*/ 81 h 128"/>
              <a:gd name="T56" fmla="*/ 107 w 128"/>
              <a:gd name="T57" fmla="*/ 100 h 128"/>
              <a:gd name="T58" fmla="*/ 89 w 128"/>
              <a:gd name="T59" fmla="*/ 101 h 128"/>
              <a:gd name="T60" fmla="*/ 81 w 128"/>
              <a:gd name="T61" fmla="*/ 100 h 128"/>
              <a:gd name="T62" fmla="*/ 72 w 128"/>
              <a:gd name="T63" fmla="*/ 108 h 128"/>
              <a:gd name="T64" fmla="*/ 59 w 128"/>
              <a:gd name="T65" fmla="*/ 120 h 128"/>
              <a:gd name="T66" fmla="*/ 51 w 128"/>
              <a:gd name="T67" fmla="*/ 102 h 128"/>
              <a:gd name="T68" fmla="*/ 43 w 128"/>
              <a:gd name="T69" fmla="*/ 99 h 128"/>
              <a:gd name="T70" fmla="*/ 28 w 128"/>
              <a:gd name="T71" fmla="*/ 107 h 128"/>
              <a:gd name="T72" fmla="*/ 27 w 128"/>
              <a:gd name="T73" fmla="*/ 89 h 128"/>
              <a:gd name="T74" fmla="*/ 26 w 128"/>
              <a:gd name="T75" fmla="*/ 77 h 128"/>
              <a:gd name="T76" fmla="*/ 8 w 128"/>
              <a:gd name="T77" fmla="*/ 69 h 128"/>
              <a:gd name="T78" fmla="*/ 20 w 128"/>
              <a:gd name="T79" fmla="*/ 56 h 128"/>
              <a:gd name="T80" fmla="*/ 28 w 128"/>
              <a:gd name="T81" fmla="*/ 47 h 128"/>
              <a:gd name="T82" fmla="*/ 21 w 128"/>
              <a:gd name="T83" fmla="*/ 28 h 128"/>
              <a:gd name="T84" fmla="*/ 39 w 128"/>
              <a:gd name="T85" fmla="*/ 27 h 128"/>
              <a:gd name="T86" fmla="*/ 47 w 128"/>
              <a:gd name="T87" fmla="*/ 28 h 128"/>
              <a:gd name="T88" fmla="*/ 56 w 128"/>
              <a:gd name="T89" fmla="*/ 20 h 128"/>
              <a:gd name="T90" fmla="*/ 69 w 128"/>
              <a:gd name="T91" fmla="*/ 8 h 128"/>
              <a:gd name="T92" fmla="*/ 77 w 128"/>
              <a:gd name="T93" fmla="*/ 26 h 128"/>
              <a:gd name="T94" fmla="*/ 85 w 128"/>
              <a:gd name="T95" fmla="*/ 29 h 128"/>
              <a:gd name="T96" fmla="*/ 100 w 128"/>
              <a:gd name="T97" fmla="*/ 21 h 128"/>
              <a:gd name="T98" fmla="*/ 101 w 128"/>
              <a:gd name="T99" fmla="*/ 39 h 128"/>
              <a:gd name="T100" fmla="*/ 102 w 128"/>
              <a:gd name="T101" fmla="*/ 51 h 128"/>
              <a:gd name="T102" fmla="*/ 120 w 128"/>
              <a:gd name="T103" fmla="*/ 59 h 128"/>
              <a:gd name="T104" fmla="*/ 108 w 128"/>
              <a:gd name="T105" fmla="*/ 7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28" h="128">
                <a:moveTo>
                  <a:pt x="122" y="51"/>
                </a:moveTo>
                <a:cubicBezTo>
                  <a:pt x="109" y="48"/>
                  <a:pt x="109" y="48"/>
                  <a:pt x="109" y="48"/>
                </a:cubicBezTo>
                <a:cubicBezTo>
                  <a:pt x="109" y="46"/>
                  <a:pt x="108" y="45"/>
                  <a:pt x="107" y="43"/>
                </a:cubicBezTo>
                <a:cubicBezTo>
                  <a:pt x="114" y="33"/>
                  <a:pt x="114" y="33"/>
                  <a:pt x="114" y="33"/>
                </a:cubicBezTo>
                <a:cubicBezTo>
                  <a:pt x="116" y="30"/>
                  <a:pt x="116" y="25"/>
                  <a:pt x="113" y="23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4" y="13"/>
                  <a:pt x="102" y="13"/>
                  <a:pt x="100" y="13"/>
                </a:cubicBezTo>
                <a:cubicBezTo>
                  <a:pt x="98" y="13"/>
                  <a:pt x="97" y="13"/>
                  <a:pt x="95" y="14"/>
                </a:cubicBezTo>
                <a:cubicBezTo>
                  <a:pt x="85" y="21"/>
                  <a:pt x="85" y="21"/>
                  <a:pt x="85" y="21"/>
                </a:cubicBezTo>
                <a:cubicBezTo>
                  <a:pt x="83" y="20"/>
                  <a:pt x="82" y="19"/>
                  <a:pt x="80" y="19"/>
                </a:cubicBezTo>
                <a:cubicBezTo>
                  <a:pt x="77" y="6"/>
                  <a:pt x="77" y="6"/>
                  <a:pt x="77" y="6"/>
                </a:cubicBezTo>
                <a:cubicBezTo>
                  <a:pt x="77" y="3"/>
                  <a:pt x="73" y="0"/>
                  <a:pt x="6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5" y="0"/>
                  <a:pt x="51" y="3"/>
                  <a:pt x="51" y="6"/>
                </a:cubicBezTo>
                <a:cubicBezTo>
                  <a:pt x="48" y="19"/>
                  <a:pt x="48" y="19"/>
                  <a:pt x="48" y="19"/>
                </a:cubicBezTo>
                <a:cubicBezTo>
                  <a:pt x="46" y="19"/>
                  <a:pt x="45" y="20"/>
                  <a:pt x="43" y="21"/>
                </a:cubicBezTo>
                <a:cubicBezTo>
                  <a:pt x="33" y="14"/>
                  <a:pt x="33" y="14"/>
                  <a:pt x="33" y="14"/>
                </a:cubicBezTo>
                <a:cubicBezTo>
                  <a:pt x="31" y="13"/>
                  <a:pt x="30" y="13"/>
                  <a:pt x="28" y="13"/>
                </a:cubicBezTo>
                <a:cubicBezTo>
                  <a:pt x="26" y="13"/>
                  <a:pt x="24" y="13"/>
                  <a:pt x="23" y="15"/>
                </a:cubicBezTo>
                <a:cubicBezTo>
                  <a:pt x="15" y="23"/>
                  <a:pt x="15" y="23"/>
                  <a:pt x="15" y="23"/>
                </a:cubicBezTo>
                <a:cubicBezTo>
                  <a:pt x="12" y="25"/>
                  <a:pt x="12" y="30"/>
                  <a:pt x="14" y="33"/>
                </a:cubicBezTo>
                <a:cubicBezTo>
                  <a:pt x="21" y="43"/>
                  <a:pt x="21" y="43"/>
                  <a:pt x="21" y="43"/>
                </a:cubicBezTo>
                <a:cubicBezTo>
                  <a:pt x="20" y="45"/>
                  <a:pt x="19" y="46"/>
                  <a:pt x="19" y="48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55"/>
                  <a:pt x="0" y="5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73"/>
                  <a:pt x="3" y="77"/>
                  <a:pt x="6" y="77"/>
                </a:cubicBezTo>
                <a:cubicBezTo>
                  <a:pt x="19" y="80"/>
                  <a:pt x="19" y="80"/>
                  <a:pt x="19" y="80"/>
                </a:cubicBezTo>
                <a:cubicBezTo>
                  <a:pt x="19" y="82"/>
                  <a:pt x="20" y="83"/>
                  <a:pt x="21" y="85"/>
                </a:cubicBezTo>
                <a:cubicBezTo>
                  <a:pt x="14" y="95"/>
                  <a:pt x="14" y="95"/>
                  <a:pt x="14" y="95"/>
                </a:cubicBezTo>
                <a:cubicBezTo>
                  <a:pt x="12" y="98"/>
                  <a:pt x="12" y="103"/>
                  <a:pt x="15" y="105"/>
                </a:cubicBezTo>
                <a:cubicBezTo>
                  <a:pt x="23" y="113"/>
                  <a:pt x="23" y="113"/>
                  <a:pt x="23" y="113"/>
                </a:cubicBezTo>
                <a:cubicBezTo>
                  <a:pt x="24" y="115"/>
                  <a:pt x="26" y="115"/>
                  <a:pt x="28" y="115"/>
                </a:cubicBezTo>
                <a:cubicBezTo>
                  <a:pt x="30" y="115"/>
                  <a:pt x="31" y="115"/>
                  <a:pt x="33" y="114"/>
                </a:cubicBezTo>
                <a:cubicBezTo>
                  <a:pt x="43" y="107"/>
                  <a:pt x="43" y="107"/>
                  <a:pt x="43" y="107"/>
                </a:cubicBezTo>
                <a:cubicBezTo>
                  <a:pt x="45" y="108"/>
                  <a:pt x="46" y="109"/>
                  <a:pt x="48" y="109"/>
                </a:cubicBezTo>
                <a:cubicBezTo>
                  <a:pt x="51" y="122"/>
                  <a:pt x="51" y="122"/>
                  <a:pt x="51" y="122"/>
                </a:cubicBezTo>
                <a:cubicBezTo>
                  <a:pt x="51" y="125"/>
                  <a:pt x="55" y="128"/>
                  <a:pt x="59" y="128"/>
                </a:cubicBezTo>
                <a:cubicBezTo>
                  <a:pt x="69" y="128"/>
                  <a:pt x="69" y="128"/>
                  <a:pt x="69" y="128"/>
                </a:cubicBezTo>
                <a:cubicBezTo>
                  <a:pt x="73" y="128"/>
                  <a:pt x="77" y="125"/>
                  <a:pt x="77" y="122"/>
                </a:cubicBezTo>
                <a:cubicBezTo>
                  <a:pt x="80" y="109"/>
                  <a:pt x="80" y="109"/>
                  <a:pt x="80" y="109"/>
                </a:cubicBezTo>
                <a:cubicBezTo>
                  <a:pt x="82" y="109"/>
                  <a:pt x="83" y="108"/>
                  <a:pt x="85" y="107"/>
                </a:cubicBezTo>
                <a:cubicBezTo>
                  <a:pt x="95" y="114"/>
                  <a:pt x="95" y="114"/>
                  <a:pt x="95" y="114"/>
                </a:cubicBezTo>
                <a:cubicBezTo>
                  <a:pt x="97" y="115"/>
                  <a:pt x="98" y="115"/>
                  <a:pt x="100" y="115"/>
                </a:cubicBezTo>
                <a:cubicBezTo>
                  <a:pt x="102" y="115"/>
                  <a:pt x="104" y="115"/>
                  <a:pt x="105" y="113"/>
                </a:cubicBezTo>
                <a:cubicBezTo>
                  <a:pt x="113" y="105"/>
                  <a:pt x="113" y="105"/>
                  <a:pt x="113" y="105"/>
                </a:cubicBezTo>
                <a:cubicBezTo>
                  <a:pt x="116" y="103"/>
                  <a:pt x="116" y="98"/>
                  <a:pt x="114" y="95"/>
                </a:cubicBezTo>
                <a:cubicBezTo>
                  <a:pt x="107" y="85"/>
                  <a:pt x="107" y="85"/>
                  <a:pt x="107" y="85"/>
                </a:cubicBezTo>
                <a:cubicBezTo>
                  <a:pt x="108" y="83"/>
                  <a:pt x="109" y="82"/>
                  <a:pt x="109" y="80"/>
                </a:cubicBezTo>
                <a:cubicBezTo>
                  <a:pt x="122" y="77"/>
                  <a:pt x="122" y="77"/>
                  <a:pt x="122" y="77"/>
                </a:cubicBezTo>
                <a:cubicBezTo>
                  <a:pt x="125" y="77"/>
                  <a:pt x="128" y="73"/>
                  <a:pt x="128" y="69"/>
                </a:cubicBezTo>
                <a:cubicBezTo>
                  <a:pt x="128" y="59"/>
                  <a:pt x="128" y="59"/>
                  <a:pt x="128" y="59"/>
                </a:cubicBezTo>
                <a:cubicBezTo>
                  <a:pt x="128" y="55"/>
                  <a:pt x="125" y="51"/>
                  <a:pt x="122" y="51"/>
                </a:cubicBezTo>
                <a:close/>
                <a:moveTo>
                  <a:pt x="108" y="72"/>
                </a:moveTo>
                <a:cubicBezTo>
                  <a:pt x="105" y="72"/>
                  <a:pt x="103" y="74"/>
                  <a:pt x="102" y="77"/>
                </a:cubicBezTo>
                <a:cubicBezTo>
                  <a:pt x="101" y="79"/>
                  <a:pt x="101" y="80"/>
                  <a:pt x="100" y="81"/>
                </a:cubicBezTo>
                <a:cubicBezTo>
                  <a:pt x="99" y="84"/>
                  <a:pt x="99" y="87"/>
                  <a:pt x="101" y="89"/>
                </a:cubicBezTo>
                <a:cubicBezTo>
                  <a:pt x="107" y="100"/>
                  <a:pt x="107" y="100"/>
                  <a:pt x="107" y="100"/>
                </a:cubicBezTo>
                <a:cubicBezTo>
                  <a:pt x="100" y="107"/>
                  <a:pt x="100" y="107"/>
                  <a:pt x="100" y="107"/>
                </a:cubicBezTo>
                <a:cubicBezTo>
                  <a:pt x="89" y="101"/>
                  <a:pt x="89" y="101"/>
                  <a:pt x="89" y="101"/>
                </a:cubicBezTo>
                <a:cubicBezTo>
                  <a:pt x="88" y="100"/>
                  <a:pt x="86" y="99"/>
                  <a:pt x="85" y="99"/>
                </a:cubicBezTo>
                <a:cubicBezTo>
                  <a:pt x="84" y="99"/>
                  <a:pt x="83" y="99"/>
                  <a:pt x="81" y="100"/>
                </a:cubicBezTo>
                <a:cubicBezTo>
                  <a:pt x="80" y="101"/>
                  <a:pt x="79" y="101"/>
                  <a:pt x="77" y="102"/>
                </a:cubicBezTo>
                <a:cubicBezTo>
                  <a:pt x="74" y="103"/>
                  <a:pt x="72" y="105"/>
                  <a:pt x="72" y="108"/>
                </a:cubicBezTo>
                <a:cubicBezTo>
                  <a:pt x="69" y="120"/>
                  <a:pt x="69" y="120"/>
                  <a:pt x="69" y="120"/>
                </a:cubicBezTo>
                <a:cubicBezTo>
                  <a:pt x="59" y="120"/>
                  <a:pt x="59" y="120"/>
                  <a:pt x="59" y="120"/>
                </a:cubicBezTo>
                <a:cubicBezTo>
                  <a:pt x="56" y="108"/>
                  <a:pt x="56" y="108"/>
                  <a:pt x="56" y="108"/>
                </a:cubicBezTo>
                <a:cubicBezTo>
                  <a:pt x="56" y="105"/>
                  <a:pt x="54" y="103"/>
                  <a:pt x="51" y="102"/>
                </a:cubicBezTo>
                <a:cubicBezTo>
                  <a:pt x="49" y="101"/>
                  <a:pt x="48" y="101"/>
                  <a:pt x="47" y="100"/>
                </a:cubicBezTo>
                <a:cubicBezTo>
                  <a:pt x="45" y="99"/>
                  <a:pt x="44" y="99"/>
                  <a:pt x="43" y="99"/>
                </a:cubicBezTo>
                <a:cubicBezTo>
                  <a:pt x="42" y="99"/>
                  <a:pt x="40" y="100"/>
                  <a:pt x="39" y="101"/>
                </a:cubicBezTo>
                <a:cubicBezTo>
                  <a:pt x="28" y="107"/>
                  <a:pt x="28" y="107"/>
                  <a:pt x="28" y="107"/>
                </a:cubicBezTo>
                <a:cubicBezTo>
                  <a:pt x="21" y="100"/>
                  <a:pt x="21" y="100"/>
                  <a:pt x="21" y="100"/>
                </a:cubicBezTo>
                <a:cubicBezTo>
                  <a:pt x="27" y="89"/>
                  <a:pt x="27" y="89"/>
                  <a:pt x="27" y="89"/>
                </a:cubicBezTo>
                <a:cubicBezTo>
                  <a:pt x="29" y="87"/>
                  <a:pt x="29" y="84"/>
                  <a:pt x="28" y="81"/>
                </a:cubicBezTo>
                <a:cubicBezTo>
                  <a:pt x="27" y="80"/>
                  <a:pt x="27" y="79"/>
                  <a:pt x="26" y="77"/>
                </a:cubicBezTo>
                <a:cubicBezTo>
                  <a:pt x="25" y="74"/>
                  <a:pt x="23" y="72"/>
                  <a:pt x="20" y="72"/>
                </a:cubicBezTo>
                <a:cubicBezTo>
                  <a:pt x="8" y="69"/>
                  <a:pt x="8" y="69"/>
                  <a:pt x="8" y="69"/>
                </a:cubicBezTo>
                <a:cubicBezTo>
                  <a:pt x="8" y="59"/>
                  <a:pt x="8" y="59"/>
                  <a:pt x="8" y="59"/>
                </a:cubicBezTo>
                <a:cubicBezTo>
                  <a:pt x="20" y="56"/>
                  <a:pt x="20" y="56"/>
                  <a:pt x="20" y="56"/>
                </a:cubicBezTo>
                <a:cubicBezTo>
                  <a:pt x="23" y="56"/>
                  <a:pt x="25" y="54"/>
                  <a:pt x="26" y="51"/>
                </a:cubicBezTo>
                <a:cubicBezTo>
                  <a:pt x="27" y="49"/>
                  <a:pt x="27" y="48"/>
                  <a:pt x="28" y="47"/>
                </a:cubicBezTo>
                <a:cubicBezTo>
                  <a:pt x="29" y="44"/>
                  <a:pt x="29" y="41"/>
                  <a:pt x="27" y="39"/>
                </a:cubicBezTo>
                <a:cubicBezTo>
                  <a:pt x="21" y="28"/>
                  <a:pt x="21" y="28"/>
                  <a:pt x="21" y="28"/>
                </a:cubicBezTo>
                <a:cubicBezTo>
                  <a:pt x="28" y="21"/>
                  <a:pt x="28" y="21"/>
                  <a:pt x="28" y="21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8"/>
                  <a:pt x="42" y="29"/>
                  <a:pt x="43" y="29"/>
                </a:cubicBezTo>
                <a:cubicBezTo>
                  <a:pt x="44" y="29"/>
                  <a:pt x="45" y="29"/>
                  <a:pt x="47" y="28"/>
                </a:cubicBezTo>
                <a:cubicBezTo>
                  <a:pt x="48" y="27"/>
                  <a:pt x="49" y="27"/>
                  <a:pt x="51" y="26"/>
                </a:cubicBezTo>
                <a:cubicBezTo>
                  <a:pt x="54" y="25"/>
                  <a:pt x="56" y="23"/>
                  <a:pt x="56" y="20"/>
                </a:cubicBezTo>
                <a:cubicBezTo>
                  <a:pt x="59" y="8"/>
                  <a:pt x="59" y="8"/>
                  <a:pt x="59" y="8"/>
                </a:cubicBezTo>
                <a:cubicBezTo>
                  <a:pt x="69" y="8"/>
                  <a:pt x="69" y="8"/>
                  <a:pt x="69" y="8"/>
                </a:cubicBezTo>
                <a:cubicBezTo>
                  <a:pt x="72" y="20"/>
                  <a:pt x="72" y="20"/>
                  <a:pt x="72" y="20"/>
                </a:cubicBezTo>
                <a:cubicBezTo>
                  <a:pt x="72" y="23"/>
                  <a:pt x="74" y="25"/>
                  <a:pt x="77" y="26"/>
                </a:cubicBezTo>
                <a:cubicBezTo>
                  <a:pt x="79" y="27"/>
                  <a:pt x="80" y="27"/>
                  <a:pt x="81" y="28"/>
                </a:cubicBezTo>
                <a:cubicBezTo>
                  <a:pt x="83" y="29"/>
                  <a:pt x="84" y="29"/>
                  <a:pt x="85" y="29"/>
                </a:cubicBezTo>
                <a:cubicBezTo>
                  <a:pt x="86" y="29"/>
                  <a:pt x="88" y="28"/>
                  <a:pt x="89" y="27"/>
                </a:cubicBezTo>
                <a:cubicBezTo>
                  <a:pt x="100" y="21"/>
                  <a:pt x="100" y="21"/>
                  <a:pt x="100" y="21"/>
                </a:cubicBezTo>
                <a:cubicBezTo>
                  <a:pt x="107" y="28"/>
                  <a:pt x="107" y="28"/>
                  <a:pt x="107" y="28"/>
                </a:cubicBezTo>
                <a:cubicBezTo>
                  <a:pt x="101" y="39"/>
                  <a:pt x="101" y="39"/>
                  <a:pt x="101" y="39"/>
                </a:cubicBezTo>
                <a:cubicBezTo>
                  <a:pt x="99" y="41"/>
                  <a:pt x="99" y="44"/>
                  <a:pt x="100" y="47"/>
                </a:cubicBezTo>
                <a:cubicBezTo>
                  <a:pt x="101" y="48"/>
                  <a:pt x="101" y="49"/>
                  <a:pt x="102" y="51"/>
                </a:cubicBezTo>
                <a:cubicBezTo>
                  <a:pt x="103" y="54"/>
                  <a:pt x="105" y="56"/>
                  <a:pt x="108" y="56"/>
                </a:cubicBezTo>
                <a:cubicBezTo>
                  <a:pt x="120" y="59"/>
                  <a:pt x="120" y="59"/>
                  <a:pt x="120" y="59"/>
                </a:cubicBezTo>
                <a:cubicBezTo>
                  <a:pt x="120" y="69"/>
                  <a:pt x="120" y="69"/>
                  <a:pt x="120" y="69"/>
                </a:cubicBezTo>
                <a:lnTo>
                  <a:pt x="108" y="72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 sz="2400" dirty="0">
              <a:solidFill>
                <a:schemeClr val="bg1"/>
              </a:solidFill>
              <a:latin typeface="宋体" panose="02010600030101010101" pitchFamily="2" charset="-122"/>
              <a:sym typeface="+mn-lt"/>
            </a:endParaRPr>
          </a:p>
        </p:txBody>
      </p:sp>
      <p:sp>
        <p:nvSpPr>
          <p:cNvPr id="218" name="Freeform 158"/>
          <p:cNvSpPr>
            <a:spLocks noEditPoints="1"/>
          </p:cNvSpPr>
          <p:nvPr>
            <p:custDataLst>
              <p:tags r:id="rId150"/>
            </p:custDataLst>
          </p:nvPr>
        </p:nvSpPr>
        <p:spPr bwMode="auto">
          <a:xfrm>
            <a:off x="10755971" y="3027923"/>
            <a:ext cx="103418" cy="103418"/>
          </a:xfrm>
          <a:custGeom>
            <a:avLst/>
            <a:gdLst>
              <a:gd name="T0" fmla="*/ 16 w 32"/>
              <a:gd name="T1" fmla="*/ 0 h 32"/>
              <a:gd name="T2" fmla="*/ 0 w 32"/>
              <a:gd name="T3" fmla="*/ 16 h 32"/>
              <a:gd name="T4" fmla="*/ 16 w 32"/>
              <a:gd name="T5" fmla="*/ 32 h 32"/>
              <a:gd name="T6" fmla="*/ 32 w 32"/>
              <a:gd name="T7" fmla="*/ 16 h 32"/>
              <a:gd name="T8" fmla="*/ 16 w 32"/>
              <a:gd name="T9" fmla="*/ 0 h 32"/>
              <a:gd name="T10" fmla="*/ 16 w 32"/>
              <a:gd name="T11" fmla="*/ 28 h 32"/>
              <a:gd name="T12" fmla="*/ 4 w 32"/>
              <a:gd name="T13" fmla="*/ 16 h 32"/>
              <a:gd name="T14" fmla="*/ 16 w 32"/>
              <a:gd name="T15" fmla="*/ 4 h 32"/>
              <a:gd name="T16" fmla="*/ 28 w 32"/>
              <a:gd name="T17" fmla="*/ 16 h 32"/>
              <a:gd name="T18" fmla="*/ 16 w 32"/>
              <a:gd name="T19" fmla="*/ 2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" h="32">
                <a:moveTo>
                  <a:pt x="16" y="0"/>
                </a:moveTo>
                <a:cubicBezTo>
                  <a:pt x="7" y="0"/>
                  <a:pt x="0" y="7"/>
                  <a:pt x="0" y="16"/>
                </a:cubicBezTo>
                <a:cubicBezTo>
                  <a:pt x="0" y="25"/>
                  <a:pt x="7" y="32"/>
                  <a:pt x="16" y="32"/>
                </a:cubicBezTo>
                <a:cubicBezTo>
                  <a:pt x="25" y="32"/>
                  <a:pt x="32" y="25"/>
                  <a:pt x="32" y="16"/>
                </a:cubicBezTo>
                <a:cubicBezTo>
                  <a:pt x="32" y="7"/>
                  <a:pt x="25" y="0"/>
                  <a:pt x="16" y="0"/>
                </a:cubicBezTo>
                <a:close/>
                <a:moveTo>
                  <a:pt x="16" y="28"/>
                </a:moveTo>
                <a:cubicBezTo>
                  <a:pt x="9" y="28"/>
                  <a:pt x="4" y="23"/>
                  <a:pt x="4" y="16"/>
                </a:cubicBezTo>
                <a:cubicBezTo>
                  <a:pt x="4" y="9"/>
                  <a:pt x="9" y="4"/>
                  <a:pt x="16" y="4"/>
                </a:cubicBezTo>
                <a:cubicBezTo>
                  <a:pt x="23" y="4"/>
                  <a:pt x="28" y="9"/>
                  <a:pt x="28" y="16"/>
                </a:cubicBezTo>
                <a:cubicBezTo>
                  <a:pt x="28" y="23"/>
                  <a:pt x="23" y="28"/>
                  <a:pt x="16" y="28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 sz="2400" dirty="0">
              <a:solidFill>
                <a:schemeClr val="bg1"/>
              </a:solidFill>
              <a:latin typeface="宋体" panose="02010600030101010101" pitchFamily="2" charset="-122"/>
              <a:sym typeface="+mn-lt"/>
            </a:endParaRPr>
          </a:p>
        </p:txBody>
      </p:sp>
      <p:sp>
        <p:nvSpPr>
          <p:cNvPr id="219" name="Freeform 158"/>
          <p:cNvSpPr>
            <a:spLocks noEditPoints="1"/>
          </p:cNvSpPr>
          <p:nvPr>
            <p:custDataLst>
              <p:tags r:id="rId151"/>
            </p:custDataLst>
          </p:nvPr>
        </p:nvSpPr>
        <p:spPr bwMode="auto">
          <a:xfrm>
            <a:off x="10690315" y="2959138"/>
            <a:ext cx="234193" cy="234193"/>
          </a:xfrm>
          <a:custGeom>
            <a:avLst/>
            <a:gdLst>
              <a:gd name="T0" fmla="*/ 16 w 32"/>
              <a:gd name="T1" fmla="*/ 0 h 32"/>
              <a:gd name="T2" fmla="*/ 0 w 32"/>
              <a:gd name="T3" fmla="*/ 16 h 32"/>
              <a:gd name="T4" fmla="*/ 16 w 32"/>
              <a:gd name="T5" fmla="*/ 32 h 32"/>
              <a:gd name="T6" fmla="*/ 32 w 32"/>
              <a:gd name="T7" fmla="*/ 16 h 32"/>
              <a:gd name="T8" fmla="*/ 16 w 32"/>
              <a:gd name="T9" fmla="*/ 0 h 32"/>
              <a:gd name="T10" fmla="*/ 16 w 32"/>
              <a:gd name="T11" fmla="*/ 28 h 32"/>
              <a:gd name="T12" fmla="*/ 4 w 32"/>
              <a:gd name="T13" fmla="*/ 16 h 32"/>
              <a:gd name="T14" fmla="*/ 16 w 32"/>
              <a:gd name="T15" fmla="*/ 4 h 32"/>
              <a:gd name="T16" fmla="*/ 28 w 32"/>
              <a:gd name="T17" fmla="*/ 16 h 32"/>
              <a:gd name="T18" fmla="*/ 16 w 32"/>
              <a:gd name="T19" fmla="*/ 2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" h="32">
                <a:moveTo>
                  <a:pt x="16" y="0"/>
                </a:moveTo>
                <a:cubicBezTo>
                  <a:pt x="7" y="0"/>
                  <a:pt x="0" y="7"/>
                  <a:pt x="0" y="16"/>
                </a:cubicBezTo>
                <a:cubicBezTo>
                  <a:pt x="0" y="25"/>
                  <a:pt x="7" y="32"/>
                  <a:pt x="16" y="32"/>
                </a:cubicBezTo>
                <a:cubicBezTo>
                  <a:pt x="25" y="32"/>
                  <a:pt x="32" y="25"/>
                  <a:pt x="32" y="16"/>
                </a:cubicBezTo>
                <a:cubicBezTo>
                  <a:pt x="32" y="7"/>
                  <a:pt x="25" y="0"/>
                  <a:pt x="16" y="0"/>
                </a:cubicBezTo>
                <a:close/>
                <a:moveTo>
                  <a:pt x="16" y="28"/>
                </a:moveTo>
                <a:cubicBezTo>
                  <a:pt x="9" y="28"/>
                  <a:pt x="4" y="23"/>
                  <a:pt x="4" y="16"/>
                </a:cubicBezTo>
                <a:cubicBezTo>
                  <a:pt x="4" y="9"/>
                  <a:pt x="9" y="4"/>
                  <a:pt x="16" y="4"/>
                </a:cubicBezTo>
                <a:cubicBezTo>
                  <a:pt x="23" y="4"/>
                  <a:pt x="28" y="9"/>
                  <a:pt x="28" y="16"/>
                </a:cubicBezTo>
                <a:cubicBezTo>
                  <a:pt x="28" y="23"/>
                  <a:pt x="23" y="28"/>
                  <a:pt x="16" y="28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 sz="2400" dirty="0">
              <a:solidFill>
                <a:schemeClr val="bg1"/>
              </a:solidFill>
              <a:latin typeface="宋体" panose="02010600030101010101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星形: 四角 29"/>
          <p:cNvSpPr>
            <a:spLocks noChangeAspect="1"/>
          </p:cNvSpPr>
          <p:nvPr/>
        </p:nvSpPr>
        <p:spPr>
          <a:xfrm flipH="1">
            <a:off x="11314430" y="22542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星形: 四角 30"/>
          <p:cNvSpPr>
            <a:spLocks noChangeAspect="1"/>
          </p:cNvSpPr>
          <p:nvPr/>
        </p:nvSpPr>
        <p:spPr>
          <a:xfrm flipH="1">
            <a:off x="10765155" y="20802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星形: 四角 31"/>
          <p:cNvSpPr>
            <a:spLocks noChangeAspect="1"/>
          </p:cNvSpPr>
          <p:nvPr/>
        </p:nvSpPr>
        <p:spPr>
          <a:xfrm flipH="1">
            <a:off x="10090785" y="19640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星形: 四角 32"/>
          <p:cNvSpPr>
            <a:spLocks noChangeAspect="1"/>
          </p:cNvSpPr>
          <p:nvPr/>
        </p:nvSpPr>
        <p:spPr>
          <a:xfrm flipH="1">
            <a:off x="9963785" y="246380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星形: 四角 33"/>
          <p:cNvSpPr>
            <a:spLocks noChangeAspect="1"/>
          </p:cNvSpPr>
          <p:nvPr/>
        </p:nvSpPr>
        <p:spPr>
          <a:xfrm flipH="1">
            <a:off x="10484485" y="25501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星形: 四角 34"/>
          <p:cNvSpPr>
            <a:spLocks noChangeAspect="1"/>
          </p:cNvSpPr>
          <p:nvPr/>
        </p:nvSpPr>
        <p:spPr>
          <a:xfrm flipH="1">
            <a:off x="10746740" y="27749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星形: 四角 35"/>
          <p:cNvSpPr>
            <a:spLocks noChangeAspect="1"/>
          </p:cNvSpPr>
          <p:nvPr/>
        </p:nvSpPr>
        <p:spPr>
          <a:xfrm flipH="1">
            <a:off x="11962765" y="23971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星形: 四角 36"/>
          <p:cNvSpPr>
            <a:spLocks noChangeAspect="1"/>
          </p:cNvSpPr>
          <p:nvPr/>
        </p:nvSpPr>
        <p:spPr>
          <a:xfrm flipH="1">
            <a:off x="9269730" y="227203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星形: 四角 37"/>
          <p:cNvSpPr>
            <a:spLocks noChangeAspect="1"/>
          </p:cNvSpPr>
          <p:nvPr/>
        </p:nvSpPr>
        <p:spPr>
          <a:xfrm flipH="1">
            <a:off x="11105515" y="30340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星形: 四角 38"/>
          <p:cNvSpPr>
            <a:spLocks noChangeAspect="1"/>
          </p:cNvSpPr>
          <p:nvPr/>
        </p:nvSpPr>
        <p:spPr>
          <a:xfrm flipH="1">
            <a:off x="10484485" y="32994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星形: 四角 39"/>
          <p:cNvSpPr>
            <a:spLocks noChangeAspect="1"/>
          </p:cNvSpPr>
          <p:nvPr/>
        </p:nvSpPr>
        <p:spPr>
          <a:xfrm flipH="1">
            <a:off x="10011410" y="31597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星形: 四角 40"/>
          <p:cNvSpPr>
            <a:spLocks noChangeAspect="1"/>
          </p:cNvSpPr>
          <p:nvPr/>
        </p:nvSpPr>
        <p:spPr>
          <a:xfrm flipH="1">
            <a:off x="9486265" y="36645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星形: 四角 41"/>
          <p:cNvSpPr>
            <a:spLocks noChangeAspect="1"/>
          </p:cNvSpPr>
          <p:nvPr/>
        </p:nvSpPr>
        <p:spPr>
          <a:xfrm flipH="1">
            <a:off x="9784715" y="381381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星形: 四角 42"/>
          <p:cNvSpPr>
            <a:spLocks noChangeAspect="1"/>
          </p:cNvSpPr>
          <p:nvPr/>
        </p:nvSpPr>
        <p:spPr>
          <a:xfrm flipH="1">
            <a:off x="10349865" y="39217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星形: 四角 43"/>
          <p:cNvSpPr>
            <a:spLocks noChangeAspect="1"/>
          </p:cNvSpPr>
          <p:nvPr/>
        </p:nvSpPr>
        <p:spPr>
          <a:xfrm flipH="1">
            <a:off x="9918065" y="4020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星形: 四角 44"/>
          <p:cNvSpPr>
            <a:spLocks noChangeAspect="1"/>
          </p:cNvSpPr>
          <p:nvPr/>
        </p:nvSpPr>
        <p:spPr>
          <a:xfrm flipH="1">
            <a:off x="9638665" y="4147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星形: 四角 45"/>
          <p:cNvSpPr>
            <a:spLocks noChangeAspect="1"/>
          </p:cNvSpPr>
          <p:nvPr/>
        </p:nvSpPr>
        <p:spPr>
          <a:xfrm flipH="1">
            <a:off x="11708765" y="37776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星形: 四角 46"/>
          <p:cNvSpPr>
            <a:spLocks noChangeAspect="1"/>
          </p:cNvSpPr>
          <p:nvPr/>
        </p:nvSpPr>
        <p:spPr>
          <a:xfrm flipH="1">
            <a:off x="11347450" y="4147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星形: 四角 47"/>
          <p:cNvSpPr>
            <a:spLocks noChangeAspect="1"/>
          </p:cNvSpPr>
          <p:nvPr/>
        </p:nvSpPr>
        <p:spPr>
          <a:xfrm flipH="1">
            <a:off x="11639550" y="43757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星形: 四角 48"/>
          <p:cNvSpPr>
            <a:spLocks noChangeAspect="1"/>
          </p:cNvSpPr>
          <p:nvPr/>
        </p:nvSpPr>
        <p:spPr>
          <a:xfrm flipH="1">
            <a:off x="11802745" y="45758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星形: 四角 49"/>
          <p:cNvSpPr>
            <a:spLocks noChangeAspect="1"/>
          </p:cNvSpPr>
          <p:nvPr/>
        </p:nvSpPr>
        <p:spPr>
          <a:xfrm flipH="1">
            <a:off x="11314430" y="4772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星形: 四角 50"/>
          <p:cNvSpPr>
            <a:spLocks noChangeAspect="1"/>
          </p:cNvSpPr>
          <p:nvPr/>
        </p:nvSpPr>
        <p:spPr>
          <a:xfrm flipH="1">
            <a:off x="11206480" y="53282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星形: 四角 51"/>
          <p:cNvSpPr>
            <a:spLocks noChangeAspect="1"/>
          </p:cNvSpPr>
          <p:nvPr/>
        </p:nvSpPr>
        <p:spPr>
          <a:xfrm flipH="1">
            <a:off x="10422255" y="50901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星形: 四角 52"/>
          <p:cNvSpPr>
            <a:spLocks noChangeAspect="1"/>
          </p:cNvSpPr>
          <p:nvPr/>
        </p:nvSpPr>
        <p:spPr>
          <a:xfrm flipH="1">
            <a:off x="9196705" y="4772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星形: 四角 53"/>
          <p:cNvSpPr>
            <a:spLocks noChangeAspect="1"/>
          </p:cNvSpPr>
          <p:nvPr/>
        </p:nvSpPr>
        <p:spPr>
          <a:xfrm flipH="1">
            <a:off x="10282555" y="54679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星形: 四角 54"/>
          <p:cNvSpPr>
            <a:spLocks noChangeAspect="1"/>
          </p:cNvSpPr>
          <p:nvPr/>
        </p:nvSpPr>
        <p:spPr>
          <a:xfrm flipH="1">
            <a:off x="9715500" y="558863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星形: 四角 55"/>
          <p:cNvSpPr>
            <a:spLocks noChangeAspect="1"/>
          </p:cNvSpPr>
          <p:nvPr/>
        </p:nvSpPr>
        <p:spPr>
          <a:xfrm flipH="1">
            <a:off x="9387840" y="55708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星形: 四角 56"/>
          <p:cNvSpPr>
            <a:spLocks noChangeAspect="1"/>
          </p:cNvSpPr>
          <p:nvPr/>
        </p:nvSpPr>
        <p:spPr>
          <a:xfrm flipH="1">
            <a:off x="9121775" y="546798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星形: 四角 57"/>
          <p:cNvSpPr>
            <a:spLocks noChangeAspect="1"/>
          </p:cNvSpPr>
          <p:nvPr/>
        </p:nvSpPr>
        <p:spPr>
          <a:xfrm flipH="1">
            <a:off x="8918575" y="55708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星形: 四角 58"/>
          <p:cNvSpPr>
            <a:spLocks noChangeAspect="1"/>
          </p:cNvSpPr>
          <p:nvPr>
            <p:custDataLst>
              <p:tags r:id="rId1"/>
            </p:custDataLst>
          </p:nvPr>
        </p:nvSpPr>
        <p:spPr>
          <a:xfrm flipH="1">
            <a:off x="4175125" y="55410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星形: 四角 59"/>
          <p:cNvSpPr>
            <a:spLocks noChangeAspect="1"/>
          </p:cNvSpPr>
          <p:nvPr>
            <p:custDataLst>
              <p:tags r:id="rId2"/>
            </p:custDataLst>
          </p:nvPr>
        </p:nvSpPr>
        <p:spPr>
          <a:xfrm flipH="1">
            <a:off x="4235450" y="56807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星形: 四角 60"/>
          <p:cNvSpPr>
            <a:spLocks noChangeAspect="1"/>
          </p:cNvSpPr>
          <p:nvPr/>
        </p:nvSpPr>
        <p:spPr>
          <a:xfrm flipH="1">
            <a:off x="10246360" y="583819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星形: 四角 61"/>
          <p:cNvSpPr>
            <a:spLocks noChangeAspect="1"/>
          </p:cNvSpPr>
          <p:nvPr/>
        </p:nvSpPr>
        <p:spPr>
          <a:xfrm flipH="1">
            <a:off x="10448290" y="62096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星形: 四角 62"/>
          <p:cNvSpPr>
            <a:spLocks noChangeAspect="1"/>
          </p:cNvSpPr>
          <p:nvPr/>
        </p:nvSpPr>
        <p:spPr>
          <a:xfrm flipH="1">
            <a:off x="11419840" y="57778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星形: 四角 63"/>
          <p:cNvSpPr>
            <a:spLocks noChangeAspect="1"/>
          </p:cNvSpPr>
          <p:nvPr/>
        </p:nvSpPr>
        <p:spPr>
          <a:xfrm flipH="1">
            <a:off x="11402695" y="63722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星形: 四角 64"/>
          <p:cNvSpPr>
            <a:spLocks noChangeAspect="1"/>
          </p:cNvSpPr>
          <p:nvPr/>
        </p:nvSpPr>
        <p:spPr>
          <a:xfrm flipH="1">
            <a:off x="11637645" y="57962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星形: 四角 65"/>
          <p:cNvSpPr>
            <a:spLocks noChangeAspect="1"/>
          </p:cNvSpPr>
          <p:nvPr/>
        </p:nvSpPr>
        <p:spPr>
          <a:xfrm flipH="1">
            <a:off x="8341995" y="51365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星形: 四角 66"/>
          <p:cNvSpPr>
            <a:spLocks noChangeAspect="1"/>
          </p:cNvSpPr>
          <p:nvPr/>
        </p:nvSpPr>
        <p:spPr>
          <a:xfrm flipH="1">
            <a:off x="8145145" y="5231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星形: 四角 67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flipH="1">
            <a:off x="6617970" y="642239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星形: 四角 68"/>
          <p:cNvSpPr>
            <a:spLocks noChangeAspect="1"/>
          </p:cNvSpPr>
          <p:nvPr/>
        </p:nvSpPr>
        <p:spPr>
          <a:xfrm rot="2700000" flipH="1">
            <a:off x="2590800" y="8159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星形: 四角 69"/>
          <p:cNvSpPr>
            <a:spLocks noChangeAspect="1"/>
          </p:cNvSpPr>
          <p:nvPr/>
        </p:nvSpPr>
        <p:spPr>
          <a:xfrm flipH="1">
            <a:off x="2912745" y="9772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星形: 四角 70"/>
          <p:cNvSpPr>
            <a:spLocks noChangeAspect="1"/>
          </p:cNvSpPr>
          <p:nvPr/>
        </p:nvSpPr>
        <p:spPr>
          <a:xfrm flipH="1">
            <a:off x="3056890" y="11842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星形: 四角 71"/>
          <p:cNvSpPr>
            <a:spLocks noChangeAspect="1"/>
          </p:cNvSpPr>
          <p:nvPr/>
        </p:nvSpPr>
        <p:spPr>
          <a:xfrm flipH="1">
            <a:off x="461645" y="9410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星形: 四角 72"/>
          <p:cNvSpPr>
            <a:spLocks noChangeAspect="1"/>
          </p:cNvSpPr>
          <p:nvPr/>
        </p:nvSpPr>
        <p:spPr>
          <a:xfrm flipH="1">
            <a:off x="702945" y="6997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星形: 四角 73"/>
          <p:cNvSpPr>
            <a:spLocks noChangeAspect="1"/>
          </p:cNvSpPr>
          <p:nvPr>
            <p:custDataLst>
              <p:tags r:id="rId4"/>
            </p:custDataLst>
          </p:nvPr>
        </p:nvSpPr>
        <p:spPr>
          <a:xfrm rot="2700000" flipH="1">
            <a:off x="2196465" y="12890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星形: 四角 7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rot="2700000" flipH="1">
            <a:off x="1769110" y="125285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星形: 四角 75"/>
          <p:cNvSpPr>
            <a:spLocks noChangeAspect="1"/>
          </p:cNvSpPr>
          <p:nvPr>
            <p:custDataLst>
              <p:tags r:id="rId6"/>
            </p:custDataLst>
          </p:nvPr>
        </p:nvSpPr>
        <p:spPr>
          <a:xfrm rot="2700000" flipH="1">
            <a:off x="1962150" y="14255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星形: 四角 76"/>
          <p:cNvSpPr>
            <a:spLocks noChangeAspect="1"/>
          </p:cNvSpPr>
          <p:nvPr>
            <p:custDataLst>
              <p:tags r:id="rId7"/>
            </p:custDataLst>
          </p:nvPr>
        </p:nvSpPr>
        <p:spPr>
          <a:xfrm rot="2700000" flipH="1">
            <a:off x="2313305" y="16186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星形: 四角 77"/>
          <p:cNvSpPr>
            <a:spLocks noChangeAspect="1"/>
          </p:cNvSpPr>
          <p:nvPr>
            <p:custDataLst>
              <p:tags r:id="rId8"/>
            </p:custDataLst>
          </p:nvPr>
        </p:nvSpPr>
        <p:spPr>
          <a:xfrm rot="2700000" flipH="1">
            <a:off x="1413510" y="16008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星形: 四角 78"/>
          <p:cNvSpPr>
            <a:spLocks noChangeAspect="1"/>
          </p:cNvSpPr>
          <p:nvPr>
            <p:custDataLst>
              <p:tags r:id="rId9"/>
            </p:custDataLst>
          </p:nvPr>
        </p:nvSpPr>
        <p:spPr>
          <a:xfrm flipH="1">
            <a:off x="769620" y="140779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星形: 四角 79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 rot="2700000" flipH="1">
            <a:off x="1285240" y="19665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星形: 四角 80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 flipH="1">
            <a:off x="1940560" y="220345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星形: 四角 8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 rot="2700000" flipH="1">
            <a:off x="2367280" y="19157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星形: 四角 82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 flipH="1">
            <a:off x="2824480" y="253619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星形: 四角 83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 flipH="1">
            <a:off x="1071880" y="24504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星形: 四角 84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 flipH="1">
            <a:off x="720725" y="20440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星形: 四角 85"/>
          <p:cNvSpPr>
            <a:spLocks noChangeAspect="1"/>
          </p:cNvSpPr>
          <p:nvPr/>
        </p:nvSpPr>
        <p:spPr>
          <a:xfrm flipH="1">
            <a:off x="344805" y="2486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星形: 四角 86"/>
          <p:cNvSpPr>
            <a:spLocks noChangeAspect="1"/>
          </p:cNvSpPr>
          <p:nvPr/>
        </p:nvSpPr>
        <p:spPr>
          <a:xfrm flipH="1">
            <a:off x="608965" y="26473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星形: 四角 8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 flipH="1">
            <a:off x="769620" y="291147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星形: 四角 88"/>
          <p:cNvSpPr>
            <a:spLocks noChangeAspect="1"/>
          </p:cNvSpPr>
          <p:nvPr>
            <p:custDataLst>
              <p:tags r:id="rId17"/>
            </p:custDataLst>
          </p:nvPr>
        </p:nvSpPr>
        <p:spPr>
          <a:xfrm flipH="1">
            <a:off x="909320" y="31045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星形: 四角 89"/>
          <p:cNvSpPr>
            <a:spLocks noChangeAspect="1"/>
          </p:cNvSpPr>
          <p:nvPr/>
        </p:nvSpPr>
        <p:spPr>
          <a:xfrm flipH="1">
            <a:off x="472440" y="32308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星形: 四角 90"/>
          <p:cNvSpPr>
            <a:spLocks noChangeAspect="1"/>
          </p:cNvSpPr>
          <p:nvPr/>
        </p:nvSpPr>
        <p:spPr>
          <a:xfrm flipH="1">
            <a:off x="193040" y="35680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星形: 四角 91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 flipH="1">
            <a:off x="890905" y="37458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星形: 四角 92"/>
          <p:cNvSpPr>
            <a:spLocks noChangeAspect="1"/>
          </p:cNvSpPr>
          <p:nvPr/>
        </p:nvSpPr>
        <p:spPr>
          <a:xfrm flipH="1">
            <a:off x="591185" y="42170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星形: 四角 93"/>
          <p:cNvSpPr>
            <a:spLocks noChangeAspect="1"/>
          </p:cNvSpPr>
          <p:nvPr>
            <p:custDataLst>
              <p:tags r:id="rId19"/>
            </p:custDataLst>
          </p:nvPr>
        </p:nvSpPr>
        <p:spPr>
          <a:xfrm flipH="1">
            <a:off x="1085215" y="33356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星形: 四角 94"/>
          <p:cNvSpPr>
            <a:spLocks noChangeAspect="1"/>
          </p:cNvSpPr>
          <p:nvPr>
            <p:custDataLst>
              <p:tags r:id="rId20"/>
            </p:custDataLst>
          </p:nvPr>
        </p:nvSpPr>
        <p:spPr>
          <a:xfrm flipH="1">
            <a:off x="1249680" y="32486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星形: 四角 95"/>
          <p:cNvSpPr>
            <a:spLocks noChangeAspect="1"/>
          </p:cNvSpPr>
          <p:nvPr>
            <p:custDataLst>
              <p:tags r:id="rId21"/>
            </p:custDataLst>
          </p:nvPr>
        </p:nvSpPr>
        <p:spPr>
          <a:xfrm flipH="1">
            <a:off x="1226820" y="352298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星形: 四角 96"/>
          <p:cNvSpPr>
            <a:spLocks noChangeAspect="1"/>
          </p:cNvSpPr>
          <p:nvPr>
            <p:custDataLst>
              <p:tags r:id="rId22"/>
            </p:custDataLst>
          </p:nvPr>
        </p:nvSpPr>
        <p:spPr>
          <a:xfrm flipH="1">
            <a:off x="1404620" y="349631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星形: 四角 97"/>
          <p:cNvSpPr>
            <a:spLocks noChangeAspect="1"/>
          </p:cNvSpPr>
          <p:nvPr>
            <p:custDataLst>
              <p:tags r:id="rId23"/>
            </p:custDataLst>
          </p:nvPr>
        </p:nvSpPr>
        <p:spPr>
          <a:xfrm flipH="1">
            <a:off x="1443990" y="367855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星形: 四角 98"/>
          <p:cNvSpPr>
            <a:spLocks noChangeAspect="1"/>
          </p:cNvSpPr>
          <p:nvPr>
            <p:custDataLst>
              <p:tags r:id="rId24"/>
            </p:custDataLst>
          </p:nvPr>
        </p:nvSpPr>
        <p:spPr>
          <a:xfrm flipH="1">
            <a:off x="1434465" y="393319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星形: 四角 99"/>
          <p:cNvSpPr>
            <a:spLocks noChangeAspect="1"/>
          </p:cNvSpPr>
          <p:nvPr>
            <p:custDataLst>
              <p:tags r:id="rId25"/>
            </p:custDataLst>
          </p:nvPr>
        </p:nvSpPr>
        <p:spPr>
          <a:xfrm flipH="1">
            <a:off x="1802130" y="34283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星形: 四角 100"/>
          <p:cNvSpPr>
            <a:spLocks noChangeAspect="1"/>
          </p:cNvSpPr>
          <p:nvPr>
            <p:custDataLst>
              <p:tags r:id="rId26"/>
            </p:custDataLst>
          </p:nvPr>
        </p:nvSpPr>
        <p:spPr>
          <a:xfrm flipH="1">
            <a:off x="2016125" y="31946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星形: 四角 101"/>
          <p:cNvSpPr>
            <a:spLocks noChangeAspect="1"/>
          </p:cNvSpPr>
          <p:nvPr>
            <p:custDataLst>
              <p:tags r:id="rId27"/>
            </p:custDataLst>
          </p:nvPr>
        </p:nvSpPr>
        <p:spPr>
          <a:xfrm flipH="1">
            <a:off x="2573020" y="32956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星形: 四角 102"/>
          <p:cNvSpPr>
            <a:spLocks noChangeAspect="1"/>
          </p:cNvSpPr>
          <p:nvPr>
            <p:custDataLst>
              <p:tags r:id="rId28"/>
            </p:custDataLst>
          </p:nvPr>
        </p:nvSpPr>
        <p:spPr>
          <a:xfrm flipH="1">
            <a:off x="2385060" y="36601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星形: 四角 103"/>
          <p:cNvSpPr>
            <a:spLocks noChangeAspect="1"/>
          </p:cNvSpPr>
          <p:nvPr>
            <p:custDataLst>
              <p:tags r:id="rId29"/>
            </p:custDataLst>
          </p:nvPr>
        </p:nvSpPr>
        <p:spPr>
          <a:xfrm flipH="1">
            <a:off x="3170555" y="34220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星形: 四角 104"/>
          <p:cNvSpPr>
            <a:spLocks noChangeAspect="1"/>
          </p:cNvSpPr>
          <p:nvPr>
            <p:custDataLst>
              <p:tags r:id="rId30"/>
            </p:custDataLst>
          </p:nvPr>
        </p:nvSpPr>
        <p:spPr>
          <a:xfrm flipH="1">
            <a:off x="3536315" y="34778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星形: 四角 105"/>
          <p:cNvSpPr>
            <a:spLocks noChangeAspect="1"/>
          </p:cNvSpPr>
          <p:nvPr>
            <p:custDataLst>
              <p:tags r:id="rId31"/>
            </p:custDataLst>
          </p:nvPr>
        </p:nvSpPr>
        <p:spPr>
          <a:xfrm flipH="1">
            <a:off x="3475990" y="42170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星形: 四角 106"/>
          <p:cNvSpPr>
            <a:spLocks noChangeAspect="1"/>
          </p:cNvSpPr>
          <p:nvPr>
            <p:custDataLst>
              <p:tags r:id="rId32"/>
            </p:custDataLst>
          </p:nvPr>
        </p:nvSpPr>
        <p:spPr>
          <a:xfrm flipH="1">
            <a:off x="2894965" y="41541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星形: 四角 107"/>
          <p:cNvSpPr>
            <a:spLocks noChangeAspect="1"/>
          </p:cNvSpPr>
          <p:nvPr/>
        </p:nvSpPr>
        <p:spPr>
          <a:xfrm flipH="1">
            <a:off x="5401310" y="10890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星形: 四角 108"/>
          <p:cNvSpPr>
            <a:spLocks noChangeAspect="1"/>
          </p:cNvSpPr>
          <p:nvPr>
            <p:custDataLst>
              <p:tags r:id="rId33"/>
            </p:custDataLst>
          </p:nvPr>
        </p:nvSpPr>
        <p:spPr>
          <a:xfrm rot="2700000" flipH="1">
            <a:off x="4343400" y="198120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星形: 四角 109"/>
          <p:cNvSpPr>
            <a:spLocks noChangeAspect="1"/>
          </p:cNvSpPr>
          <p:nvPr>
            <p:custDataLst>
              <p:tags r:id="rId34"/>
            </p:custDataLst>
          </p:nvPr>
        </p:nvSpPr>
        <p:spPr>
          <a:xfrm rot="2700000" flipH="1">
            <a:off x="4556760" y="174752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星形: 四角 110"/>
          <p:cNvSpPr>
            <a:spLocks noChangeAspect="1"/>
          </p:cNvSpPr>
          <p:nvPr>
            <p:custDataLst>
              <p:tags r:id="rId35"/>
            </p:custDataLst>
          </p:nvPr>
        </p:nvSpPr>
        <p:spPr>
          <a:xfrm rot="2700000" flipH="1">
            <a:off x="5114290" y="184848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星形: 四角 111"/>
          <p:cNvSpPr>
            <a:spLocks noChangeAspect="1"/>
          </p:cNvSpPr>
          <p:nvPr>
            <p:custDataLst>
              <p:tags r:id="rId36"/>
            </p:custDataLst>
          </p:nvPr>
        </p:nvSpPr>
        <p:spPr>
          <a:xfrm rot="2700000" flipH="1">
            <a:off x="4926330" y="22136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星形: 四角 112"/>
          <p:cNvSpPr>
            <a:spLocks noChangeAspect="1"/>
          </p:cNvSpPr>
          <p:nvPr>
            <p:custDataLst>
              <p:tags r:id="rId37"/>
            </p:custDataLst>
          </p:nvPr>
        </p:nvSpPr>
        <p:spPr>
          <a:xfrm flipH="1">
            <a:off x="5747385" y="197485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星形: 四角 113"/>
          <p:cNvSpPr>
            <a:spLocks noChangeAspect="1"/>
          </p:cNvSpPr>
          <p:nvPr>
            <p:custDataLst>
              <p:tags r:id="rId38"/>
            </p:custDataLst>
          </p:nvPr>
        </p:nvSpPr>
        <p:spPr>
          <a:xfrm flipH="1">
            <a:off x="6113145" y="203073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星形: 四角 114"/>
          <p:cNvSpPr>
            <a:spLocks noChangeAspect="1"/>
          </p:cNvSpPr>
          <p:nvPr>
            <p:custDataLst>
              <p:tags r:id="rId39"/>
            </p:custDataLst>
          </p:nvPr>
        </p:nvSpPr>
        <p:spPr>
          <a:xfrm flipH="1">
            <a:off x="6052820" y="27698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星形: 四角 115"/>
          <p:cNvSpPr>
            <a:spLocks noChangeAspect="1"/>
          </p:cNvSpPr>
          <p:nvPr>
            <p:custDataLst>
              <p:tags r:id="rId40"/>
            </p:custDataLst>
          </p:nvPr>
        </p:nvSpPr>
        <p:spPr>
          <a:xfrm flipH="1">
            <a:off x="5471795" y="27070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星形: 四角 116"/>
          <p:cNvSpPr>
            <a:spLocks noChangeAspect="1"/>
          </p:cNvSpPr>
          <p:nvPr/>
        </p:nvSpPr>
        <p:spPr>
          <a:xfrm flipH="1">
            <a:off x="4271010" y="7067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" name="星形: 四角 117"/>
          <p:cNvSpPr>
            <a:spLocks noChangeAspect="1"/>
          </p:cNvSpPr>
          <p:nvPr/>
        </p:nvSpPr>
        <p:spPr>
          <a:xfrm flipH="1">
            <a:off x="684530" y="51993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9" name="星形: 四角 118"/>
          <p:cNvSpPr>
            <a:spLocks noChangeAspect="1"/>
          </p:cNvSpPr>
          <p:nvPr>
            <p:custDataLst>
              <p:tags r:id="rId41"/>
            </p:custDataLst>
          </p:nvPr>
        </p:nvSpPr>
        <p:spPr>
          <a:xfrm flipH="1">
            <a:off x="897890" y="49663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0" name="星形: 四角 119"/>
          <p:cNvSpPr>
            <a:spLocks noChangeAspect="1"/>
          </p:cNvSpPr>
          <p:nvPr>
            <p:custDataLst>
              <p:tags r:id="rId42"/>
            </p:custDataLst>
          </p:nvPr>
        </p:nvSpPr>
        <p:spPr>
          <a:xfrm flipH="1">
            <a:off x="1383030" y="506730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" name="星形: 四角 120"/>
          <p:cNvSpPr>
            <a:spLocks noChangeAspect="1"/>
          </p:cNvSpPr>
          <p:nvPr>
            <p:custDataLst>
              <p:tags r:id="rId43"/>
            </p:custDataLst>
          </p:nvPr>
        </p:nvSpPr>
        <p:spPr>
          <a:xfrm flipH="1">
            <a:off x="1195705" y="543179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" name="星形: 四角 121"/>
          <p:cNvSpPr>
            <a:spLocks noChangeAspect="1"/>
          </p:cNvSpPr>
          <p:nvPr>
            <p:custDataLst>
              <p:tags r:id="rId44"/>
            </p:custDataLst>
          </p:nvPr>
        </p:nvSpPr>
        <p:spPr>
          <a:xfrm flipH="1">
            <a:off x="1962785" y="519366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3" name="星形: 四角 122"/>
          <p:cNvSpPr>
            <a:spLocks noChangeAspect="1"/>
          </p:cNvSpPr>
          <p:nvPr>
            <p:custDataLst>
              <p:tags r:id="rId45"/>
            </p:custDataLst>
          </p:nvPr>
        </p:nvSpPr>
        <p:spPr>
          <a:xfrm flipH="1">
            <a:off x="2418080" y="524954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4" name="星形: 四角 123"/>
          <p:cNvSpPr>
            <a:spLocks noChangeAspect="1"/>
          </p:cNvSpPr>
          <p:nvPr>
            <p:custDataLst>
              <p:tags r:id="rId46"/>
            </p:custDataLst>
          </p:nvPr>
        </p:nvSpPr>
        <p:spPr>
          <a:xfrm flipH="1">
            <a:off x="2357755" y="59880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5" name="星形: 四角 124"/>
          <p:cNvSpPr>
            <a:spLocks noChangeAspect="1"/>
          </p:cNvSpPr>
          <p:nvPr>
            <p:custDataLst>
              <p:tags r:id="rId47"/>
            </p:custDataLst>
          </p:nvPr>
        </p:nvSpPr>
        <p:spPr>
          <a:xfrm flipH="1">
            <a:off x="1776730" y="59258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6" name="星形: 四角 125"/>
          <p:cNvSpPr>
            <a:spLocks noChangeAspect="1"/>
          </p:cNvSpPr>
          <p:nvPr/>
        </p:nvSpPr>
        <p:spPr>
          <a:xfrm flipH="1">
            <a:off x="6913880" y="21609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7" name="星形: 四角 126"/>
          <p:cNvSpPr>
            <a:spLocks noChangeAspect="1"/>
          </p:cNvSpPr>
          <p:nvPr/>
        </p:nvSpPr>
        <p:spPr>
          <a:xfrm flipH="1">
            <a:off x="7212330" y="23101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8" name="星形: 四角 127"/>
          <p:cNvSpPr>
            <a:spLocks noChangeAspect="1"/>
          </p:cNvSpPr>
          <p:nvPr/>
        </p:nvSpPr>
        <p:spPr>
          <a:xfrm flipH="1">
            <a:off x="7777480" y="24180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9" name="星形: 四角 128"/>
          <p:cNvSpPr>
            <a:spLocks noChangeAspect="1"/>
          </p:cNvSpPr>
          <p:nvPr/>
        </p:nvSpPr>
        <p:spPr>
          <a:xfrm flipH="1">
            <a:off x="7345680" y="25165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0" name="星形: 四角 129"/>
          <p:cNvSpPr>
            <a:spLocks noChangeAspect="1"/>
          </p:cNvSpPr>
          <p:nvPr/>
        </p:nvSpPr>
        <p:spPr>
          <a:xfrm flipH="1">
            <a:off x="7066280" y="26435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1" name="星形: 四角 130"/>
          <p:cNvSpPr>
            <a:spLocks noChangeAspect="1"/>
          </p:cNvSpPr>
          <p:nvPr/>
        </p:nvSpPr>
        <p:spPr>
          <a:xfrm rot="2700000" flipH="1">
            <a:off x="7078980" y="46120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2" name="星形: 四角 131"/>
          <p:cNvSpPr>
            <a:spLocks noChangeAspect="1"/>
          </p:cNvSpPr>
          <p:nvPr>
            <p:custDataLst>
              <p:tags r:id="rId48"/>
            </p:custDataLst>
          </p:nvPr>
        </p:nvSpPr>
        <p:spPr>
          <a:xfrm flipH="1">
            <a:off x="6624320" y="32689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3" name="星形: 四角 132"/>
          <p:cNvSpPr>
            <a:spLocks noChangeAspect="1"/>
          </p:cNvSpPr>
          <p:nvPr/>
        </p:nvSpPr>
        <p:spPr>
          <a:xfrm rot="2700000" flipH="1">
            <a:off x="7844155" y="46882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4" name="星形: 四角 133"/>
          <p:cNvSpPr>
            <a:spLocks noChangeAspect="1"/>
          </p:cNvSpPr>
          <p:nvPr/>
        </p:nvSpPr>
        <p:spPr>
          <a:xfrm rot="2700000" flipH="1">
            <a:off x="7241540" y="480885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5" name="星形: 四角 134"/>
          <p:cNvSpPr>
            <a:spLocks noChangeAspect="1"/>
          </p:cNvSpPr>
          <p:nvPr/>
        </p:nvSpPr>
        <p:spPr>
          <a:xfrm rot="2700000" flipH="1">
            <a:off x="6913880" y="479044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6" name="星形: 四角 135"/>
          <p:cNvSpPr>
            <a:spLocks noChangeAspect="1"/>
          </p:cNvSpPr>
          <p:nvPr>
            <p:custDataLst>
              <p:tags r:id="rId49"/>
            </p:custDataLst>
          </p:nvPr>
        </p:nvSpPr>
        <p:spPr>
          <a:xfrm flipH="1">
            <a:off x="6621780" y="39643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7" name="星形: 四角 136"/>
          <p:cNvSpPr>
            <a:spLocks noChangeAspect="1"/>
          </p:cNvSpPr>
          <p:nvPr>
            <p:custDataLst>
              <p:tags r:id="rId50"/>
            </p:custDataLst>
          </p:nvPr>
        </p:nvSpPr>
        <p:spPr>
          <a:xfrm flipH="1">
            <a:off x="6400800" y="40665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8" name="星形: 四角 137"/>
          <p:cNvSpPr>
            <a:spLocks noChangeAspect="1"/>
          </p:cNvSpPr>
          <p:nvPr>
            <p:custDataLst>
              <p:tags r:id="rId51"/>
            </p:custDataLst>
          </p:nvPr>
        </p:nvSpPr>
        <p:spPr>
          <a:xfrm flipH="1">
            <a:off x="5715635" y="36328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9" name="星形: 四角 138"/>
          <p:cNvSpPr>
            <a:spLocks noChangeAspect="1"/>
          </p:cNvSpPr>
          <p:nvPr>
            <p:custDataLst>
              <p:tags r:id="rId52"/>
            </p:custDataLst>
          </p:nvPr>
        </p:nvSpPr>
        <p:spPr>
          <a:xfrm flipH="1">
            <a:off x="5518785" y="372808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" name="星形: 四角 139"/>
          <p:cNvSpPr>
            <a:spLocks noChangeAspect="1"/>
          </p:cNvSpPr>
          <p:nvPr/>
        </p:nvSpPr>
        <p:spPr>
          <a:xfrm flipH="1">
            <a:off x="8837295" y="7874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1" name="星形: 四角 140"/>
          <p:cNvSpPr>
            <a:spLocks noChangeAspect="1"/>
          </p:cNvSpPr>
          <p:nvPr/>
        </p:nvSpPr>
        <p:spPr>
          <a:xfrm flipH="1">
            <a:off x="1086485" y="32766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2" name="星形: 四角 141"/>
          <p:cNvSpPr>
            <a:spLocks noChangeAspect="1"/>
          </p:cNvSpPr>
          <p:nvPr/>
        </p:nvSpPr>
        <p:spPr>
          <a:xfrm flipH="1">
            <a:off x="10489565" y="43561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3" name="星形: 四角 142"/>
          <p:cNvSpPr>
            <a:spLocks noChangeAspect="1"/>
          </p:cNvSpPr>
          <p:nvPr/>
        </p:nvSpPr>
        <p:spPr>
          <a:xfrm flipH="1">
            <a:off x="10057765" y="5340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4" name="星形: 四角 143"/>
          <p:cNvSpPr>
            <a:spLocks noChangeAspect="1"/>
          </p:cNvSpPr>
          <p:nvPr/>
        </p:nvSpPr>
        <p:spPr>
          <a:xfrm flipH="1">
            <a:off x="10746740" y="42322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5" name="星形: 四角 144"/>
          <p:cNvSpPr>
            <a:spLocks noChangeAspect="1"/>
          </p:cNvSpPr>
          <p:nvPr/>
        </p:nvSpPr>
        <p:spPr>
          <a:xfrm flipH="1">
            <a:off x="9336405" y="128651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6" name="星形: 四角 145"/>
          <p:cNvSpPr>
            <a:spLocks noChangeAspect="1"/>
          </p:cNvSpPr>
          <p:nvPr/>
        </p:nvSpPr>
        <p:spPr>
          <a:xfrm flipH="1">
            <a:off x="9405620" y="19818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7" name="星形: 四角 146"/>
          <p:cNvSpPr>
            <a:spLocks noChangeAspect="1"/>
          </p:cNvSpPr>
          <p:nvPr/>
        </p:nvSpPr>
        <p:spPr>
          <a:xfrm flipH="1">
            <a:off x="9184640" y="20847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8" name="星形: 四角 147"/>
          <p:cNvSpPr>
            <a:spLocks noChangeAspect="1"/>
          </p:cNvSpPr>
          <p:nvPr/>
        </p:nvSpPr>
        <p:spPr>
          <a:xfrm flipH="1">
            <a:off x="8571865" y="16503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9" name="星形: 四角 148"/>
          <p:cNvSpPr>
            <a:spLocks noChangeAspect="1"/>
          </p:cNvSpPr>
          <p:nvPr/>
        </p:nvSpPr>
        <p:spPr>
          <a:xfrm flipH="1">
            <a:off x="6661785" y="45212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0" name="星形: 四角 149"/>
          <p:cNvSpPr>
            <a:spLocks noChangeAspect="1"/>
          </p:cNvSpPr>
          <p:nvPr/>
        </p:nvSpPr>
        <p:spPr>
          <a:xfrm flipH="1">
            <a:off x="7027545" y="5080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1" name="星形: 四角 150"/>
          <p:cNvSpPr>
            <a:spLocks noChangeAspect="1"/>
          </p:cNvSpPr>
          <p:nvPr/>
        </p:nvSpPr>
        <p:spPr>
          <a:xfrm flipH="1">
            <a:off x="6967220" y="12471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2" name="星形: 四角 151"/>
          <p:cNvSpPr>
            <a:spLocks noChangeAspect="1"/>
          </p:cNvSpPr>
          <p:nvPr/>
        </p:nvSpPr>
        <p:spPr>
          <a:xfrm flipH="1">
            <a:off x="6386195" y="11842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3" name="星形: 四角 152"/>
          <p:cNvSpPr>
            <a:spLocks noChangeAspect="1"/>
          </p:cNvSpPr>
          <p:nvPr>
            <p:custDataLst>
              <p:tags r:id="rId53"/>
            </p:custDataLst>
          </p:nvPr>
        </p:nvSpPr>
        <p:spPr>
          <a:xfrm flipH="1">
            <a:off x="4973320" y="37331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4" name="星形: 四角 153"/>
          <p:cNvSpPr>
            <a:spLocks noChangeAspect="1"/>
          </p:cNvSpPr>
          <p:nvPr>
            <p:custDataLst>
              <p:tags r:id="rId54"/>
            </p:custDataLst>
          </p:nvPr>
        </p:nvSpPr>
        <p:spPr>
          <a:xfrm flipH="1">
            <a:off x="4246880" y="37693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5" name="星形: 四角 154"/>
          <p:cNvSpPr>
            <a:spLocks noChangeAspect="1"/>
          </p:cNvSpPr>
          <p:nvPr>
            <p:custDataLst>
              <p:tags r:id="rId55"/>
            </p:custDataLst>
          </p:nvPr>
        </p:nvSpPr>
        <p:spPr>
          <a:xfrm flipH="1">
            <a:off x="4511040" y="39300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6" name="星形: 四角 155"/>
          <p:cNvSpPr>
            <a:spLocks noChangeAspect="1"/>
          </p:cNvSpPr>
          <p:nvPr>
            <p:custDataLst>
              <p:tags r:id="rId56"/>
            </p:custDataLst>
          </p:nvPr>
        </p:nvSpPr>
        <p:spPr>
          <a:xfrm flipH="1">
            <a:off x="4671060" y="419417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7" name="星形: 四角 156"/>
          <p:cNvSpPr>
            <a:spLocks noChangeAspect="1"/>
          </p:cNvSpPr>
          <p:nvPr>
            <p:custDataLst>
              <p:tags r:id="rId57"/>
            </p:custDataLst>
          </p:nvPr>
        </p:nvSpPr>
        <p:spPr>
          <a:xfrm flipH="1">
            <a:off x="4810760" y="43872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8" name="星形: 四角 157"/>
          <p:cNvSpPr>
            <a:spLocks noChangeAspect="1"/>
          </p:cNvSpPr>
          <p:nvPr>
            <p:custDataLst>
              <p:tags r:id="rId58"/>
            </p:custDataLst>
          </p:nvPr>
        </p:nvSpPr>
        <p:spPr>
          <a:xfrm flipH="1">
            <a:off x="4373880" y="451294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9" name="星形: 四角 158"/>
          <p:cNvSpPr>
            <a:spLocks noChangeAspect="1"/>
          </p:cNvSpPr>
          <p:nvPr>
            <p:custDataLst>
              <p:tags r:id="rId59"/>
            </p:custDataLst>
          </p:nvPr>
        </p:nvSpPr>
        <p:spPr>
          <a:xfrm flipH="1">
            <a:off x="4094480" y="4850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0" name="星形: 四角 159"/>
          <p:cNvSpPr>
            <a:spLocks noChangeAspect="1"/>
          </p:cNvSpPr>
          <p:nvPr>
            <p:custDataLst>
              <p:tags r:id="rId60"/>
            </p:custDataLst>
          </p:nvPr>
        </p:nvSpPr>
        <p:spPr>
          <a:xfrm flipH="1">
            <a:off x="4792345" y="50285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1" name="星形: 四角 160"/>
          <p:cNvSpPr>
            <a:spLocks noChangeAspect="1"/>
          </p:cNvSpPr>
          <p:nvPr>
            <p:custDataLst>
              <p:tags r:id="rId61"/>
            </p:custDataLst>
          </p:nvPr>
        </p:nvSpPr>
        <p:spPr>
          <a:xfrm flipH="1">
            <a:off x="4986655" y="46183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2" name="星形: 四角 161"/>
          <p:cNvSpPr>
            <a:spLocks noChangeAspect="1"/>
          </p:cNvSpPr>
          <p:nvPr/>
        </p:nvSpPr>
        <p:spPr>
          <a:xfrm flipH="1">
            <a:off x="8766175" y="34994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3" name="星形: 四角 162"/>
          <p:cNvSpPr>
            <a:spLocks noChangeAspect="1"/>
          </p:cNvSpPr>
          <p:nvPr/>
        </p:nvSpPr>
        <p:spPr>
          <a:xfrm flipH="1">
            <a:off x="9064625" y="36487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4" name="星形: 四角 163"/>
          <p:cNvSpPr>
            <a:spLocks noChangeAspect="1"/>
          </p:cNvSpPr>
          <p:nvPr/>
        </p:nvSpPr>
        <p:spPr>
          <a:xfrm flipH="1">
            <a:off x="9629775" y="37566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5" name="星形: 四角 164"/>
          <p:cNvSpPr>
            <a:spLocks noChangeAspect="1"/>
          </p:cNvSpPr>
          <p:nvPr/>
        </p:nvSpPr>
        <p:spPr>
          <a:xfrm flipH="1">
            <a:off x="9197975" y="38550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6" name="星形: 四角 165"/>
          <p:cNvSpPr>
            <a:spLocks noChangeAspect="1"/>
          </p:cNvSpPr>
          <p:nvPr/>
        </p:nvSpPr>
        <p:spPr>
          <a:xfrm flipH="1">
            <a:off x="8918575" y="39820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7" name="星形: 四角 166"/>
          <p:cNvSpPr>
            <a:spLocks noChangeAspect="1"/>
          </p:cNvSpPr>
          <p:nvPr/>
        </p:nvSpPr>
        <p:spPr>
          <a:xfrm rot="2700000" flipH="1">
            <a:off x="11504930" y="9220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8" name="星形: 四角 167"/>
          <p:cNvSpPr>
            <a:spLocks noChangeAspect="1"/>
          </p:cNvSpPr>
          <p:nvPr/>
        </p:nvSpPr>
        <p:spPr>
          <a:xfrm flipH="1">
            <a:off x="11149330" y="8864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9" name="星形: 四角 168"/>
          <p:cNvSpPr>
            <a:spLocks noChangeAspect="1"/>
          </p:cNvSpPr>
          <p:nvPr/>
        </p:nvSpPr>
        <p:spPr>
          <a:xfrm rot="2700000" flipH="1">
            <a:off x="11269980" y="105918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0" name="星形: 四角 169"/>
          <p:cNvSpPr>
            <a:spLocks noChangeAspect="1"/>
          </p:cNvSpPr>
          <p:nvPr/>
        </p:nvSpPr>
        <p:spPr>
          <a:xfrm rot="2700000" flipH="1">
            <a:off x="11621770" y="12522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1" name="星形: 四角 170"/>
          <p:cNvSpPr>
            <a:spLocks noChangeAspect="1"/>
          </p:cNvSpPr>
          <p:nvPr/>
        </p:nvSpPr>
        <p:spPr>
          <a:xfrm rot="2700000" flipH="1">
            <a:off x="10757535" y="12192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2" name="星形: 四角 171"/>
          <p:cNvSpPr>
            <a:spLocks noChangeAspect="1"/>
          </p:cNvSpPr>
          <p:nvPr/>
        </p:nvSpPr>
        <p:spPr>
          <a:xfrm flipH="1">
            <a:off x="10077450" y="1040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3" name="星形: 四角 172"/>
          <p:cNvSpPr>
            <a:spLocks noChangeAspect="1"/>
          </p:cNvSpPr>
          <p:nvPr/>
        </p:nvSpPr>
        <p:spPr>
          <a:xfrm rot="2700000" flipH="1">
            <a:off x="10584815" y="16033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" name="星形: 四角 173"/>
          <p:cNvSpPr>
            <a:spLocks noChangeAspect="1"/>
          </p:cNvSpPr>
          <p:nvPr/>
        </p:nvSpPr>
        <p:spPr>
          <a:xfrm rot="2700000" flipH="1">
            <a:off x="11239500" y="18402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5" name="星形: 四角 174"/>
          <p:cNvSpPr>
            <a:spLocks noChangeAspect="1"/>
          </p:cNvSpPr>
          <p:nvPr/>
        </p:nvSpPr>
        <p:spPr>
          <a:xfrm rot="2700000" flipH="1">
            <a:off x="11675745" y="15487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6" name="星形: 四角 175"/>
          <p:cNvSpPr>
            <a:spLocks noChangeAspect="1"/>
          </p:cNvSpPr>
          <p:nvPr/>
        </p:nvSpPr>
        <p:spPr>
          <a:xfrm flipH="1">
            <a:off x="10029190" y="167767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7" name="星形: 四角 176"/>
          <p:cNvSpPr>
            <a:spLocks noChangeAspect="1"/>
          </p:cNvSpPr>
          <p:nvPr>
            <p:custDataLst>
              <p:tags r:id="rId62"/>
            </p:custDataLst>
          </p:nvPr>
        </p:nvSpPr>
        <p:spPr>
          <a:xfrm rot="2700000" flipH="1">
            <a:off x="4182745" y="18288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8" name="星形: 四角 177"/>
          <p:cNvSpPr>
            <a:spLocks noChangeAspect="1"/>
          </p:cNvSpPr>
          <p:nvPr>
            <p:custDataLst>
              <p:tags r:id="rId63"/>
            </p:custDataLst>
          </p:nvPr>
        </p:nvSpPr>
        <p:spPr>
          <a:xfrm flipH="1">
            <a:off x="3124200" y="272034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9" name="星形: 四角 178"/>
          <p:cNvSpPr>
            <a:spLocks noChangeAspect="1"/>
          </p:cNvSpPr>
          <p:nvPr>
            <p:custDataLst>
              <p:tags r:id="rId64"/>
            </p:custDataLst>
          </p:nvPr>
        </p:nvSpPr>
        <p:spPr>
          <a:xfrm rot="2700000" flipH="1">
            <a:off x="3338195" y="24872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0" name="星形: 四角 179"/>
          <p:cNvSpPr>
            <a:spLocks noChangeAspect="1"/>
          </p:cNvSpPr>
          <p:nvPr>
            <p:custDataLst>
              <p:tags r:id="rId65"/>
            </p:custDataLst>
          </p:nvPr>
        </p:nvSpPr>
        <p:spPr>
          <a:xfrm rot="2700000" flipH="1">
            <a:off x="3895090" y="258826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1" name="星形: 四角 180"/>
          <p:cNvSpPr>
            <a:spLocks noChangeAspect="1"/>
          </p:cNvSpPr>
          <p:nvPr>
            <p:custDataLst>
              <p:tags r:id="rId66"/>
            </p:custDataLst>
          </p:nvPr>
        </p:nvSpPr>
        <p:spPr>
          <a:xfrm flipH="1">
            <a:off x="3707765" y="295275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2" name="星形: 四角 181"/>
          <p:cNvSpPr>
            <a:spLocks noChangeAspect="1"/>
          </p:cNvSpPr>
          <p:nvPr>
            <p:custDataLst>
              <p:tags r:id="rId67"/>
            </p:custDataLst>
          </p:nvPr>
        </p:nvSpPr>
        <p:spPr>
          <a:xfrm flipH="1">
            <a:off x="4528820" y="27146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3" name="星形: 四角 182"/>
          <p:cNvSpPr>
            <a:spLocks noChangeAspect="1"/>
          </p:cNvSpPr>
          <p:nvPr>
            <p:custDataLst>
              <p:tags r:id="rId68"/>
            </p:custDataLst>
          </p:nvPr>
        </p:nvSpPr>
        <p:spPr>
          <a:xfrm flipH="1">
            <a:off x="3052445" y="14458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" name="星形: 四角 183"/>
          <p:cNvSpPr>
            <a:spLocks noChangeAspect="1"/>
          </p:cNvSpPr>
          <p:nvPr/>
        </p:nvSpPr>
        <p:spPr>
          <a:xfrm flipH="1">
            <a:off x="7700645" y="7245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5" name="星形: 四角 184"/>
          <p:cNvSpPr>
            <a:spLocks noChangeAspect="1"/>
          </p:cNvSpPr>
          <p:nvPr/>
        </p:nvSpPr>
        <p:spPr>
          <a:xfrm flipH="1">
            <a:off x="7999095" y="8737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6" name="星形: 四角 185"/>
          <p:cNvSpPr>
            <a:spLocks noChangeAspect="1"/>
          </p:cNvSpPr>
          <p:nvPr/>
        </p:nvSpPr>
        <p:spPr>
          <a:xfrm flipH="1">
            <a:off x="8564245" y="9817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7" name="星形: 四角 186"/>
          <p:cNvSpPr>
            <a:spLocks noChangeAspect="1"/>
          </p:cNvSpPr>
          <p:nvPr/>
        </p:nvSpPr>
        <p:spPr>
          <a:xfrm flipH="1">
            <a:off x="8132445" y="10801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8" name="星形: 四角 187"/>
          <p:cNvSpPr>
            <a:spLocks noChangeAspect="1"/>
          </p:cNvSpPr>
          <p:nvPr/>
        </p:nvSpPr>
        <p:spPr>
          <a:xfrm flipH="1">
            <a:off x="7853045" y="12071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9" name="星形: 四角 188"/>
          <p:cNvSpPr>
            <a:spLocks noChangeAspect="1"/>
          </p:cNvSpPr>
          <p:nvPr/>
        </p:nvSpPr>
        <p:spPr>
          <a:xfrm flipH="1">
            <a:off x="7411085" y="18326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>
            <a:off x="11528425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163574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174242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1528425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63574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74242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528425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63574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4242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69"/>
            </p:custDataLst>
          </p:nvPr>
        </p:nvCxnSpPr>
        <p:spPr>
          <a:xfrm>
            <a:off x="930896" y="1297216"/>
            <a:ext cx="0" cy="4686053"/>
          </a:xfrm>
          <a:prstGeom prst="line">
            <a:avLst/>
          </a:prstGeom>
          <a:ln w="6350" cap="rnd">
            <a:solidFill>
              <a:schemeClr val="bg2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śľïdè"/>
          <p:cNvSpPr/>
          <p:nvPr>
            <p:custDataLst>
              <p:tags r:id="rId70"/>
            </p:custDataLst>
          </p:nvPr>
        </p:nvSpPr>
        <p:spPr>
          <a:xfrm>
            <a:off x="732341" y="2049338"/>
            <a:ext cx="405711" cy="405711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rnd">
            <a:solidFill>
              <a:schemeClr val="bg2">
                <a:lumMod val="7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614" tIns="25807" rIns="51614" bIns="25807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516255"/>
            <a:endParaRPr lang="zh-CN" altLang="en-US" sz="113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1" name="ï$ḻïḓé"/>
          <p:cNvSpPr/>
          <p:nvPr>
            <p:custDataLst>
              <p:tags r:id="rId71"/>
            </p:custDataLst>
          </p:nvPr>
        </p:nvSpPr>
        <p:spPr>
          <a:xfrm>
            <a:off x="738444" y="3308296"/>
            <a:ext cx="405711" cy="405711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rnd">
            <a:solidFill>
              <a:schemeClr val="bg2">
                <a:lumMod val="7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614" tIns="25807" rIns="51614" bIns="25807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516255"/>
            <a:endParaRPr lang="zh-CN" altLang="en-US" sz="113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2" name="ï$ļîďè"/>
          <p:cNvSpPr/>
          <p:nvPr>
            <p:custDataLst>
              <p:tags r:id="rId72"/>
            </p:custDataLst>
          </p:nvPr>
        </p:nvSpPr>
        <p:spPr>
          <a:xfrm>
            <a:off x="728041" y="4560493"/>
            <a:ext cx="405711" cy="405711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rnd">
            <a:solidFill>
              <a:schemeClr val="bg2">
                <a:lumMod val="7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614" tIns="25807" rIns="51614" bIns="25807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516255"/>
            <a:endParaRPr lang="zh-CN" altLang="en-US" sz="113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3" name="矩形 22"/>
          <p:cNvSpPr/>
          <p:nvPr>
            <p:custDataLst>
              <p:tags r:id="rId73"/>
            </p:custDataLst>
          </p:nvPr>
        </p:nvSpPr>
        <p:spPr>
          <a:xfrm>
            <a:off x="1449265" y="2164203"/>
            <a:ext cx="4319626" cy="722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100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 2.0 55 Regular" panose="00020600040101010101" pitchFamily="18" charset="-122"/>
                <a:sym typeface="微软雅黑" panose="020B0503020204020204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24" name="矩形 23"/>
          <p:cNvSpPr/>
          <p:nvPr>
            <p:custDataLst>
              <p:tags r:id="rId74"/>
            </p:custDataLst>
          </p:nvPr>
        </p:nvSpPr>
        <p:spPr>
          <a:xfrm>
            <a:off x="1449265" y="3541353"/>
            <a:ext cx="4319626" cy="722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100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 2.0 55 Regular" panose="00020600040101010101" pitchFamily="18" charset="-122"/>
                <a:sym typeface="微软雅黑" panose="020B0503020204020204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25" name="矩形 24"/>
          <p:cNvSpPr/>
          <p:nvPr>
            <p:custDataLst>
              <p:tags r:id="rId75"/>
            </p:custDataLst>
          </p:nvPr>
        </p:nvSpPr>
        <p:spPr>
          <a:xfrm>
            <a:off x="1449265" y="4927212"/>
            <a:ext cx="4319626" cy="722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100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 2.0 55 Regular" panose="00020600040101010101" pitchFamily="18" charset="-122"/>
                <a:sym typeface="微软雅黑" panose="020B0503020204020204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27" name="iṡḷíḍé"/>
          <p:cNvSpPr/>
          <p:nvPr/>
        </p:nvSpPr>
        <p:spPr>
          <a:xfrm rot="12256011" flipH="1">
            <a:off x="6344285" y="2201545"/>
            <a:ext cx="1379220" cy="1379220"/>
          </a:xfrm>
          <a:prstGeom prst="arc">
            <a:avLst>
              <a:gd name="adj1" fmla="val 8011347"/>
              <a:gd name="adj2" fmla="val 7470536"/>
            </a:avLst>
          </a:prstGeom>
          <a:ln w="88900" cap="rnd">
            <a:solidFill>
              <a:schemeClr val="bg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5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90" name="íSļidé"/>
          <p:cNvSpPr/>
          <p:nvPr/>
        </p:nvSpPr>
        <p:spPr>
          <a:xfrm flipH="1">
            <a:off x="6344285" y="2201545"/>
            <a:ext cx="1379220" cy="1379220"/>
          </a:xfrm>
          <a:prstGeom prst="arc">
            <a:avLst>
              <a:gd name="adj1" fmla="val 16113500"/>
              <a:gd name="adj2" fmla="val 5490586"/>
            </a:avLst>
          </a:prstGeom>
          <a:ln w="88900" cap="rnd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5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91" name="íṩ1íḍé"/>
          <p:cNvSpPr txBox="1"/>
          <p:nvPr/>
        </p:nvSpPr>
        <p:spPr>
          <a:xfrm>
            <a:off x="6507480" y="2651760"/>
            <a:ext cx="10528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charset="0"/>
                <a:ea typeface="汉仪中简黑简" panose="00020600040101010101" charset="-122"/>
                <a:cs typeface="+mn-ea"/>
                <a:sym typeface="微软雅黑" panose="020B0503020204020204" charset="-122"/>
              </a:rPr>
              <a:t>50%</a:t>
            </a:r>
          </a:p>
        </p:txBody>
      </p:sp>
      <p:sp>
        <p:nvSpPr>
          <p:cNvPr id="193" name="iṡḷíḍé"/>
          <p:cNvSpPr/>
          <p:nvPr/>
        </p:nvSpPr>
        <p:spPr>
          <a:xfrm rot="12256011" flipH="1">
            <a:off x="8217535" y="2201545"/>
            <a:ext cx="1379220" cy="1379220"/>
          </a:xfrm>
          <a:prstGeom prst="arc">
            <a:avLst>
              <a:gd name="adj1" fmla="val 8011347"/>
              <a:gd name="adj2" fmla="val 7470536"/>
            </a:avLst>
          </a:prstGeom>
          <a:ln w="88900" cap="rnd">
            <a:solidFill>
              <a:srgbClr val="EEE6E8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5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94" name="íSļidé"/>
          <p:cNvSpPr/>
          <p:nvPr/>
        </p:nvSpPr>
        <p:spPr>
          <a:xfrm flipH="1">
            <a:off x="8217535" y="2201545"/>
            <a:ext cx="1379220" cy="1379220"/>
          </a:xfrm>
          <a:prstGeom prst="arc">
            <a:avLst>
              <a:gd name="adj1" fmla="val 16113500"/>
              <a:gd name="adj2" fmla="val 5490586"/>
            </a:avLst>
          </a:prstGeom>
          <a:ln w="88900" cap="rnd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5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95" name="íṩ1íḍé"/>
          <p:cNvSpPr txBox="1"/>
          <p:nvPr/>
        </p:nvSpPr>
        <p:spPr>
          <a:xfrm>
            <a:off x="8380730" y="2651760"/>
            <a:ext cx="10528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rgbClr val="DBC7A2"/>
                </a:solidFill>
                <a:latin typeface="字魂36号-正文宋楷"/>
                <a:ea typeface="字魂36号-正文宋楷"/>
                <a:cs typeface="+mn-ea"/>
              </a:defRPr>
            </a:lvl1pPr>
          </a:lstStyle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charset="0"/>
                <a:ea typeface="汉仪中简黑简" panose="00020600040101010101" charset="-122"/>
                <a:sym typeface="微软雅黑" panose="020B0503020204020204" charset="-122"/>
              </a:rPr>
              <a:t>50%</a:t>
            </a:r>
          </a:p>
        </p:txBody>
      </p:sp>
      <p:sp>
        <p:nvSpPr>
          <p:cNvPr id="197" name="iṡḷíḍé"/>
          <p:cNvSpPr/>
          <p:nvPr/>
        </p:nvSpPr>
        <p:spPr>
          <a:xfrm rot="12256011" flipH="1">
            <a:off x="10067925" y="2201545"/>
            <a:ext cx="1379220" cy="1379220"/>
          </a:xfrm>
          <a:prstGeom prst="arc">
            <a:avLst>
              <a:gd name="adj1" fmla="val 8011347"/>
              <a:gd name="adj2" fmla="val 7470536"/>
            </a:avLst>
          </a:prstGeom>
          <a:ln w="88900" cap="rnd">
            <a:solidFill>
              <a:schemeClr val="bg2">
                <a:lumMod val="9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5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98" name="íSļidé"/>
          <p:cNvSpPr/>
          <p:nvPr/>
        </p:nvSpPr>
        <p:spPr>
          <a:xfrm flipH="1">
            <a:off x="10067925" y="2201545"/>
            <a:ext cx="1379220" cy="1379220"/>
          </a:xfrm>
          <a:prstGeom prst="arc">
            <a:avLst>
              <a:gd name="adj1" fmla="val 16113500"/>
              <a:gd name="adj2" fmla="val 5490586"/>
            </a:avLst>
          </a:prstGeom>
          <a:ln w="88900" cap="rnd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5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99" name="íṩ1íḍé"/>
          <p:cNvSpPr txBox="1"/>
          <p:nvPr/>
        </p:nvSpPr>
        <p:spPr>
          <a:xfrm>
            <a:off x="10231120" y="2651760"/>
            <a:ext cx="10528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rgbClr val="DBC7A2"/>
                </a:solidFill>
                <a:latin typeface="字魂36号-正文宋楷"/>
                <a:ea typeface="字魂36号-正文宋楷"/>
                <a:cs typeface="+mn-ea"/>
              </a:defRPr>
            </a:lvl1pPr>
          </a:lstStyle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charset="0"/>
                <a:ea typeface="汉仪中简黑简" panose="00020600040101010101" charset="-122"/>
                <a:sym typeface="微软雅黑" panose="020B0503020204020204" charset="-122"/>
              </a:rPr>
              <a:t>50%</a:t>
            </a:r>
          </a:p>
        </p:txBody>
      </p:sp>
      <p:sp>
        <p:nvSpPr>
          <p:cNvPr id="200" name="矩形: 圆角 199"/>
          <p:cNvSpPr/>
          <p:nvPr/>
        </p:nvSpPr>
        <p:spPr>
          <a:xfrm>
            <a:off x="6425908" y="3947759"/>
            <a:ext cx="1215730" cy="450744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614" tIns="25807" rIns="51614" bIns="25807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微软雅黑" panose="020B0503020204020204" charset="-122"/>
              </a:rPr>
              <a:t>01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01" name="矩形: 圆角 200"/>
          <p:cNvSpPr/>
          <p:nvPr/>
        </p:nvSpPr>
        <p:spPr>
          <a:xfrm>
            <a:off x="8298964" y="3947759"/>
            <a:ext cx="1215730" cy="450744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614" tIns="25807" rIns="51614" bIns="25807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微软雅黑" panose="020B0503020204020204" charset="-122"/>
              </a:rPr>
              <a:t>02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02" name="矩形: 圆角 201"/>
          <p:cNvSpPr/>
          <p:nvPr/>
        </p:nvSpPr>
        <p:spPr>
          <a:xfrm>
            <a:off x="10149442" y="3947759"/>
            <a:ext cx="1215730" cy="450744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614" tIns="25807" rIns="51614" bIns="25807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微软雅黑" panose="020B0503020204020204" charset="-122"/>
              </a:rPr>
              <a:t>03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03" name="íṩ1íḍé"/>
          <p:cNvSpPr txBox="1"/>
          <p:nvPr/>
        </p:nvSpPr>
        <p:spPr>
          <a:xfrm>
            <a:off x="6231433" y="4580104"/>
            <a:ext cx="1591239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charset="0"/>
                <a:ea typeface="汉仪中简黑简" panose="00020600040101010101" charset="-122"/>
                <a:cs typeface="+mn-ea"/>
                <a:sym typeface="微软雅黑" panose="020B0503020204020204" charset="-122"/>
              </a:rPr>
              <a:t>120+</a:t>
            </a:r>
          </a:p>
        </p:txBody>
      </p:sp>
      <p:sp>
        <p:nvSpPr>
          <p:cNvPr id="204" name="íṩ1íḍé"/>
          <p:cNvSpPr txBox="1"/>
          <p:nvPr/>
        </p:nvSpPr>
        <p:spPr>
          <a:xfrm>
            <a:off x="8104487" y="4580104"/>
            <a:ext cx="1591239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charset="0"/>
                <a:ea typeface="汉仪中简黑简" panose="00020600040101010101" charset="-122"/>
                <a:cs typeface="+mn-ea"/>
                <a:sym typeface="微软雅黑" panose="020B0503020204020204" charset="-122"/>
              </a:rPr>
              <a:t>120+</a:t>
            </a:r>
          </a:p>
        </p:txBody>
      </p:sp>
      <p:sp>
        <p:nvSpPr>
          <p:cNvPr id="205" name="íṩ1íḍé"/>
          <p:cNvSpPr txBox="1"/>
          <p:nvPr/>
        </p:nvSpPr>
        <p:spPr>
          <a:xfrm>
            <a:off x="9954968" y="4580104"/>
            <a:ext cx="1591239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charset="0"/>
                <a:ea typeface="汉仪中简黑简" panose="00020600040101010101" charset="-122"/>
                <a:cs typeface="+mn-ea"/>
                <a:sym typeface="微软雅黑" panose="020B0503020204020204" charset="-122"/>
              </a:rPr>
              <a:t>120+</a:t>
            </a:r>
          </a:p>
        </p:txBody>
      </p:sp>
      <p:cxnSp>
        <p:nvCxnSpPr>
          <p:cNvPr id="206" name="直接连接符 205"/>
          <p:cNvCxnSpPr/>
          <p:nvPr/>
        </p:nvCxnSpPr>
        <p:spPr>
          <a:xfrm>
            <a:off x="7963420" y="2639871"/>
            <a:ext cx="0" cy="235156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>
            <a:off x="9837027" y="2639871"/>
            <a:ext cx="0" cy="235156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矩形 207"/>
          <p:cNvSpPr/>
          <p:nvPr>
            <p:custDataLst>
              <p:tags r:id="rId76"/>
            </p:custDataLst>
          </p:nvPr>
        </p:nvSpPr>
        <p:spPr>
          <a:xfrm>
            <a:off x="1444833" y="1755393"/>
            <a:ext cx="4319626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zh-CN" altLang="en-US" sz="1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输入小标题</a:t>
            </a:r>
          </a:p>
        </p:txBody>
      </p:sp>
      <p:sp>
        <p:nvSpPr>
          <p:cNvPr id="209" name="矩形 208"/>
          <p:cNvSpPr/>
          <p:nvPr>
            <p:custDataLst>
              <p:tags r:id="rId77"/>
            </p:custDataLst>
          </p:nvPr>
        </p:nvSpPr>
        <p:spPr>
          <a:xfrm>
            <a:off x="1444833" y="3132543"/>
            <a:ext cx="4319626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zh-CN" altLang="en-US" sz="1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输入小标题</a:t>
            </a:r>
          </a:p>
        </p:txBody>
      </p:sp>
      <p:sp>
        <p:nvSpPr>
          <p:cNvPr id="214" name="矩形 213"/>
          <p:cNvSpPr/>
          <p:nvPr>
            <p:custDataLst>
              <p:tags r:id="rId78"/>
            </p:custDataLst>
          </p:nvPr>
        </p:nvSpPr>
        <p:spPr>
          <a:xfrm>
            <a:off x="1455534" y="4532357"/>
            <a:ext cx="4319626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输入小标题</a:t>
            </a:r>
          </a:p>
        </p:txBody>
      </p:sp>
      <p:sp>
        <p:nvSpPr>
          <p:cNvPr id="215" name="任意多边形 66"/>
          <p:cNvSpPr>
            <a:spLocks noChangeAspect="1"/>
          </p:cNvSpPr>
          <p:nvPr>
            <p:custDataLst>
              <p:tags r:id="rId79"/>
            </p:custDataLst>
          </p:nvPr>
        </p:nvSpPr>
        <p:spPr>
          <a:xfrm>
            <a:off x="794400" y="3382182"/>
            <a:ext cx="258643" cy="257181"/>
          </a:xfrm>
          <a:custGeom>
            <a:avLst/>
            <a:gdLst>
              <a:gd name="T0" fmla="*/ 10734 w 11801"/>
              <a:gd name="T1" fmla="*/ 1688 h 11734"/>
              <a:gd name="T2" fmla="*/ 7597 w 11801"/>
              <a:gd name="T3" fmla="*/ 4153 h 11734"/>
              <a:gd name="T4" fmla="*/ 6961 w 11801"/>
              <a:gd name="T5" fmla="*/ 4170 h 11734"/>
              <a:gd name="T6" fmla="*/ 4622 w 11801"/>
              <a:gd name="T7" fmla="*/ 2533 h 11734"/>
              <a:gd name="T8" fmla="*/ 934 w 11801"/>
              <a:gd name="T9" fmla="*/ 5483 h 11734"/>
              <a:gd name="T10" fmla="*/ 184 w 11801"/>
              <a:gd name="T11" fmla="*/ 5400 h 11734"/>
              <a:gd name="T12" fmla="*/ 267 w 11801"/>
              <a:gd name="T13" fmla="*/ 4650 h 11734"/>
              <a:gd name="T14" fmla="*/ 4267 w 11801"/>
              <a:gd name="T15" fmla="*/ 1450 h 11734"/>
              <a:gd name="T16" fmla="*/ 4907 w 11801"/>
              <a:gd name="T17" fmla="*/ 1430 h 11734"/>
              <a:gd name="T18" fmla="*/ 7249 w 11801"/>
              <a:gd name="T19" fmla="*/ 3070 h 11734"/>
              <a:gd name="T20" fmla="*/ 9798 w 11801"/>
              <a:gd name="T21" fmla="*/ 1067 h 11734"/>
              <a:gd name="T22" fmla="*/ 8601 w 11801"/>
              <a:gd name="T23" fmla="*/ 1067 h 11734"/>
              <a:gd name="T24" fmla="*/ 8067 w 11801"/>
              <a:gd name="T25" fmla="*/ 534 h 11734"/>
              <a:gd name="T26" fmla="*/ 8601 w 11801"/>
              <a:gd name="T27" fmla="*/ 0 h 11734"/>
              <a:gd name="T28" fmla="*/ 11267 w 11801"/>
              <a:gd name="T29" fmla="*/ 0 h 11734"/>
              <a:gd name="T30" fmla="*/ 11801 w 11801"/>
              <a:gd name="T31" fmla="*/ 534 h 11734"/>
              <a:gd name="T32" fmla="*/ 11801 w 11801"/>
              <a:gd name="T33" fmla="*/ 3200 h 11734"/>
              <a:gd name="T34" fmla="*/ 11267 w 11801"/>
              <a:gd name="T35" fmla="*/ 3734 h 11734"/>
              <a:gd name="T36" fmla="*/ 10734 w 11801"/>
              <a:gd name="T37" fmla="*/ 3200 h 11734"/>
              <a:gd name="T38" fmla="*/ 10734 w 11801"/>
              <a:gd name="T39" fmla="*/ 1688 h 11734"/>
              <a:gd name="T40" fmla="*/ 1401 w 11801"/>
              <a:gd name="T41" fmla="*/ 6400 h 11734"/>
              <a:gd name="T42" fmla="*/ 1934 w 11801"/>
              <a:gd name="T43" fmla="*/ 5867 h 11734"/>
              <a:gd name="T44" fmla="*/ 2467 w 11801"/>
              <a:gd name="T45" fmla="*/ 6400 h 11734"/>
              <a:gd name="T46" fmla="*/ 2467 w 11801"/>
              <a:gd name="T47" fmla="*/ 11200 h 11734"/>
              <a:gd name="T48" fmla="*/ 1934 w 11801"/>
              <a:gd name="T49" fmla="*/ 11734 h 11734"/>
              <a:gd name="T50" fmla="*/ 1401 w 11801"/>
              <a:gd name="T51" fmla="*/ 11200 h 11734"/>
              <a:gd name="T52" fmla="*/ 1401 w 11801"/>
              <a:gd name="T53" fmla="*/ 6400 h 11734"/>
              <a:gd name="T54" fmla="*/ 4067 w 11801"/>
              <a:gd name="T55" fmla="*/ 4267 h 11734"/>
              <a:gd name="T56" fmla="*/ 4601 w 11801"/>
              <a:gd name="T57" fmla="*/ 3734 h 11734"/>
              <a:gd name="T58" fmla="*/ 5134 w 11801"/>
              <a:gd name="T59" fmla="*/ 4267 h 11734"/>
              <a:gd name="T60" fmla="*/ 5134 w 11801"/>
              <a:gd name="T61" fmla="*/ 11200 h 11734"/>
              <a:gd name="T62" fmla="*/ 4601 w 11801"/>
              <a:gd name="T63" fmla="*/ 11734 h 11734"/>
              <a:gd name="T64" fmla="*/ 4067 w 11801"/>
              <a:gd name="T65" fmla="*/ 11200 h 11734"/>
              <a:gd name="T66" fmla="*/ 4067 w 11801"/>
              <a:gd name="T67" fmla="*/ 4267 h 11734"/>
              <a:gd name="T68" fmla="*/ 6734 w 11801"/>
              <a:gd name="T69" fmla="*/ 5867 h 11734"/>
              <a:gd name="T70" fmla="*/ 7267 w 11801"/>
              <a:gd name="T71" fmla="*/ 5334 h 11734"/>
              <a:gd name="T72" fmla="*/ 7801 w 11801"/>
              <a:gd name="T73" fmla="*/ 5867 h 11734"/>
              <a:gd name="T74" fmla="*/ 7801 w 11801"/>
              <a:gd name="T75" fmla="*/ 11200 h 11734"/>
              <a:gd name="T76" fmla="*/ 7267 w 11801"/>
              <a:gd name="T77" fmla="*/ 11734 h 11734"/>
              <a:gd name="T78" fmla="*/ 6734 w 11801"/>
              <a:gd name="T79" fmla="*/ 11200 h 11734"/>
              <a:gd name="T80" fmla="*/ 6734 w 11801"/>
              <a:gd name="T81" fmla="*/ 5867 h 11734"/>
              <a:gd name="T82" fmla="*/ 9401 w 11801"/>
              <a:gd name="T83" fmla="*/ 4800 h 11734"/>
              <a:gd name="T84" fmla="*/ 9934 w 11801"/>
              <a:gd name="T85" fmla="*/ 4267 h 11734"/>
              <a:gd name="T86" fmla="*/ 10467 w 11801"/>
              <a:gd name="T87" fmla="*/ 4800 h 11734"/>
              <a:gd name="T88" fmla="*/ 10467 w 11801"/>
              <a:gd name="T89" fmla="*/ 11200 h 11734"/>
              <a:gd name="T90" fmla="*/ 9934 w 11801"/>
              <a:gd name="T91" fmla="*/ 11734 h 11734"/>
              <a:gd name="T92" fmla="*/ 9401 w 11801"/>
              <a:gd name="T93" fmla="*/ 11200 h 11734"/>
              <a:gd name="T94" fmla="*/ 9401 w 11801"/>
              <a:gd name="T95" fmla="*/ 4800 h 117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801" h="11734">
                <a:moveTo>
                  <a:pt x="10734" y="1688"/>
                </a:moveTo>
                <a:lnTo>
                  <a:pt x="7597" y="4153"/>
                </a:lnTo>
                <a:cubicBezTo>
                  <a:pt x="7412" y="4298"/>
                  <a:pt x="7154" y="4305"/>
                  <a:pt x="6961" y="4170"/>
                </a:cubicBezTo>
                <a:lnTo>
                  <a:pt x="4622" y="2533"/>
                </a:lnTo>
                <a:lnTo>
                  <a:pt x="934" y="5483"/>
                </a:lnTo>
                <a:cubicBezTo>
                  <a:pt x="704" y="5667"/>
                  <a:pt x="368" y="5630"/>
                  <a:pt x="184" y="5400"/>
                </a:cubicBezTo>
                <a:cubicBezTo>
                  <a:pt x="0" y="5170"/>
                  <a:pt x="37" y="4834"/>
                  <a:pt x="267" y="4650"/>
                </a:cubicBezTo>
                <a:lnTo>
                  <a:pt x="4267" y="1450"/>
                </a:lnTo>
                <a:cubicBezTo>
                  <a:pt x="4452" y="1302"/>
                  <a:pt x="4713" y="1294"/>
                  <a:pt x="4907" y="1430"/>
                </a:cubicBezTo>
                <a:lnTo>
                  <a:pt x="7249" y="3070"/>
                </a:lnTo>
                <a:lnTo>
                  <a:pt x="9798" y="1067"/>
                </a:lnTo>
                <a:lnTo>
                  <a:pt x="8601" y="1067"/>
                </a:lnTo>
                <a:cubicBezTo>
                  <a:pt x="8306" y="1067"/>
                  <a:pt x="8067" y="828"/>
                  <a:pt x="8067" y="534"/>
                </a:cubicBezTo>
                <a:cubicBezTo>
                  <a:pt x="8067" y="239"/>
                  <a:pt x="8306" y="0"/>
                  <a:pt x="8601" y="0"/>
                </a:cubicBezTo>
                <a:lnTo>
                  <a:pt x="11267" y="0"/>
                </a:lnTo>
                <a:cubicBezTo>
                  <a:pt x="11562" y="0"/>
                  <a:pt x="11801" y="239"/>
                  <a:pt x="11801" y="534"/>
                </a:cubicBezTo>
                <a:lnTo>
                  <a:pt x="11801" y="3200"/>
                </a:lnTo>
                <a:cubicBezTo>
                  <a:pt x="11801" y="3495"/>
                  <a:pt x="11562" y="3734"/>
                  <a:pt x="11267" y="3734"/>
                </a:cubicBezTo>
                <a:cubicBezTo>
                  <a:pt x="10973" y="3734"/>
                  <a:pt x="10734" y="3495"/>
                  <a:pt x="10734" y="3200"/>
                </a:cubicBezTo>
                <a:lnTo>
                  <a:pt x="10734" y="1688"/>
                </a:lnTo>
                <a:close/>
                <a:moveTo>
                  <a:pt x="1401" y="6400"/>
                </a:moveTo>
                <a:cubicBezTo>
                  <a:pt x="1401" y="6106"/>
                  <a:pt x="1639" y="5867"/>
                  <a:pt x="1934" y="5867"/>
                </a:cubicBezTo>
                <a:cubicBezTo>
                  <a:pt x="2229" y="5867"/>
                  <a:pt x="2467" y="6106"/>
                  <a:pt x="2467" y="6400"/>
                </a:cubicBezTo>
                <a:lnTo>
                  <a:pt x="2467" y="11200"/>
                </a:lnTo>
                <a:cubicBezTo>
                  <a:pt x="2467" y="11495"/>
                  <a:pt x="2229" y="11734"/>
                  <a:pt x="1934" y="11734"/>
                </a:cubicBezTo>
                <a:cubicBezTo>
                  <a:pt x="1639" y="11734"/>
                  <a:pt x="1401" y="11495"/>
                  <a:pt x="1401" y="11200"/>
                </a:cubicBezTo>
                <a:lnTo>
                  <a:pt x="1401" y="6400"/>
                </a:lnTo>
                <a:close/>
                <a:moveTo>
                  <a:pt x="4067" y="4267"/>
                </a:moveTo>
                <a:cubicBezTo>
                  <a:pt x="4067" y="3972"/>
                  <a:pt x="4306" y="3734"/>
                  <a:pt x="4601" y="3734"/>
                </a:cubicBezTo>
                <a:cubicBezTo>
                  <a:pt x="4895" y="3734"/>
                  <a:pt x="5134" y="3972"/>
                  <a:pt x="5134" y="4267"/>
                </a:cubicBezTo>
                <a:lnTo>
                  <a:pt x="5134" y="11200"/>
                </a:lnTo>
                <a:cubicBezTo>
                  <a:pt x="5134" y="11495"/>
                  <a:pt x="4895" y="11734"/>
                  <a:pt x="4601" y="11734"/>
                </a:cubicBezTo>
                <a:cubicBezTo>
                  <a:pt x="4306" y="11734"/>
                  <a:pt x="4067" y="11495"/>
                  <a:pt x="4067" y="11200"/>
                </a:cubicBezTo>
                <a:lnTo>
                  <a:pt x="4067" y="4267"/>
                </a:lnTo>
                <a:close/>
                <a:moveTo>
                  <a:pt x="6734" y="5867"/>
                </a:moveTo>
                <a:cubicBezTo>
                  <a:pt x="6734" y="5572"/>
                  <a:pt x="6973" y="5334"/>
                  <a:pt x="7267" y="5334"/>
                </a:cubicBezTo>
                <a:cubicBezTo>
                  <a:pt x="7562" y="5334"/>
                  <a:pt x="7801" y="5572"/>
                  <a:pt x="7801" y="5867"/>
                </a:cubicBezTo>
                <a:lnTo>
                  <a:pt x="7801" y="11200"/>
                </a:lnTo>
                <a:cubicBezTo>
                  <a:pt x="7801" y="11495"/>
                  <a:pt x="7562" y="11734"/>
                  <a:pt x="7267" y="11734"/>
                </a:cubicBezTo>
                <a:cubicBezTo>
                  <a:pt x="6973" y="11734"/>
                  <a:pt x="6734" y="11495"/>
                  <a:pt x="6734" y="11200"/>
                </a:cubicBezTo>
                <a:lnTo>
                  <a:pt x="6734" y="5867"/>
                </a:lnTo>
                <a:close/>
                <a:moveTo>
                  <a:pt x="9401" y="4800"/>
                </a:moveTo>
                <a:cubicBezTo>
                  <a:pt x="9401" y="4506"/>
                  <a:pt x="9639" y="4267"/>
                  <a:pt x="9934" y="4267"/>
                </a:cubicBezTo>
                <a:cubicBezTo>
                  <a:pt x="10229" y="4267"/>
                  <a:pt x="10467" y="4506"/>
                  <a:pt x="10467" y="4800"/>
                </a:cubicBezTo>
                <a:lnTo>
                  <a:pt x="10467" y="11200"/>
                </a:lnTo>
                <a:cubicBezTo>
                  <a:pt x="10467" y="11495"/>
                  <a:pt x="10229" y="11734"/>
                  <a:pt x="9934" y="11734"/>
                </a:cubicBezTo>
                <a:cubicBezTo>
                  <a:pt x="9639" y="11734"/>
                  <a:pt x="9401" y="11495"/>
                  <a:pt x="9401" y="11200"/>
                </a:cubicBezTo>
                <a:lnTo>
                  <a:pt x="9401" y="4800"/>
                </a:ln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6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17" name="AutoShape 56"/>
          <p:cNvSpPr/>
          <p:nvPr>
            <p:custDataLst>
              <p:tags r:id="rId80"/>
            </p:custDataLst>
          </p:nvPr>
        </p:nvSpPr>
        <p:spPr bwMode="auto">
          <a:xfrm>
            <a:off x="803910" y="4631055"/>
            <a:ext cx="83185" cy="26479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988" y="7316"/>
                </a:moveTo>
                <a:cubicBezTo>
                  <a:pt x="16954" y="7352"/>
                  <a:pt x="16923" y="7387"/>
                  <a:pt x="16883" y="7423"/>
                </a:cubicBezTo>
                <a:cubicBezTo>
                  <a:pt x="16677" y="7601"/>
                  <a:pt x="16414" y="7770"/>
                  <a:pt x="16066" y="7920"/>
                </a:cubicBezTo>
                <a:cubicBezTo>
                  <a:pt x="16057" y="7924"/>
                  <a:pt x="16044" y="7927"/>
                  <a:pt x="16038" y="7931"/>
                </a:cubicBezTo>
                <a:cubicBezTo>
                  <a:pt x="15662" y="8092"/>
                  <a:pt x="15214" y="8234"/>
                  <a:pt x="14705" y="8354"/>
                </a:cubicBezTo>
                <a:cubicBezTo>
                  <a:pt x="14697" y="8357"/>
                  <a:pt x="14692" y="8358"/>
                  <a:pt x="14686" y="8359"/>
                </a:cubicBezTo>
                <a:cubicBezTo>
                  <a:pt x="14163" y="8482"/>
                  <a:pt x="13584" y="8581"/>
                  <a:pt x="12960" y="8649"/>
                </a:cubicBezTo>
                <a:cubicBezTo>
                  <a:pt x="12279" y="8726"/>
                  <a:pt x="11560" y="8774"/>
                  <a:pt x="10800" y="8774"/>
                </a:cubicBezTo>
                <a:cubicBezTo>
                  <a:pt x="10037" y="8774"/>
                  <a:pt x="9318" y="8726"/>
                  <a:pt x="8640" y="8649"/>
                </a:cubicBezTo>
                <a:cubicBezTo>
                  <a:pt x="8016" y="8581"/>
                  <a:pt x="7435" y="8482"/>
                  <a:pt x="6914" y="8359"/>
                </a:cubicBezTo>
                <a:cubicBezTo>
                  <a:pt x="6908" y="8358"/>
                  <a:pt x="6901" y="8357"/>
                  <a:pt x="6893" y="8354"/>
                </a:cubicBezTo>
                <a:cubicBezTo>
                  <a:pt x="6385" y="8234"/>
                  <a:pt x="5937" y="8092"/>
                  <a:pt x="5562" y="7931"/>
                </a:cubicBezTo>
                <a:cubicBezTo>
                  <a:pt x="5553" y="7927"/>
                  <a:pt x="5541" y="7924"/>
                  <a:pt x="5531" y="7920"/>
                </a:cubicBezTo>
                <a:cubicBezTo>
                  <a:pt x="5184" y="7770"/>
                  <a:pt x="4921" y="7601"/>
                  <a:pt x="4715" y="7423"/>
                </a:cubicBezTo>
                <a:cubicBezTo>
                  <a:pt x="4676" y="7387"/>
                  <a:pt x="4644" y="7352"/>
                  <a:pt x="4612" y="7316"/>
                </a:cubicBezTo>
                <a:cubicBezTo>
                  <a:pt x="4437" y="7136"/>
                  <a:pt x="4320" y="6947"/>
                  <a:pt x="4320" y="6750"/>
                </a:cubicBezTo>
                <a:cubicBezTo>
                  <a:pt x="4320" y="6550"/>
                  <a:pt x="4437" y="6362"/>
                  <a:pt x="4612" y="6181"/>
                </a:cubicBezTo>
                <a:cubicBezTo>
                  <a:pt x="4644" y="6146"/>
                  <a:pt x="4676" y="6110"/>
                  <a:pt x="4715" y="6076"/>
                </a:cubicBezTo>
                <a:cubicBezTo>
                  <a:pt x="4921" y="5898"/>
                  <a:pt x="5184" y="5729"/>
                  <a:pt x="5531" y="5577"/>
                </a:cubicBezTo>
                <a:cubicBezTo>
                  <a:pt x="5541" y="5574"/>
                  <a:pt x="5553" y="5571"/>
                  <a:pt x="5562" y="5567"/>
                </a:cubicBezTo>
                <a:cubicBezTo>
                  <a:pt x="5937" y="5407"/>
                  <a:pt x="6385" y="5264"/>
                  <a:pt x="6893" y="5144"/>
                </a:cubicBezTo>
                <a:cubicBezTo>
                  <a:pt x="6901" y="5142"/>
                  <a:pt x="6908" y="5140"/>
                  <a:pt x="6914" y="5138"/>
                </a:cubicBezTo>
                <a:cubicBezTo>
                  <a:pt x="7435" y="5017"/>
                  <a:pt x="8016" y="4918"/>
                  <a:pt x="8640" y="4848"/>
                </a:cubicBezTo>
                <a:cubicBezTo>
                  <a:pt x="9318" y="4773"/>
                  <a:pt x="10037" y="4725"/>
                  <a:pt x="10800" y="4725"/>
                </a:cubicBezTo>
                <a:cubicBezTo>
                  <a:pt x="11560" y="4725"/>
                  <a:pt x="12279" y="4773"/>
                  <a:pt x="12960" y="4848"/>
                </a:cubicBezTo>
                <a:cubicBezTo>
                  <a:pt x="13584" y="4918"/>
                  <a:pt x="14163" y="5017"/>
                  <a:pt x="14686" y="5138"/>
                </a:cubicBezTo>
                <a:cubicBezTo>
                  <a:pt x="14692" y="5140"/>
                  <a:pt x="14697" y="5142"/>
                  <a:pt x="14705" y="5144"/>
                </a:cubicBezTo>
                <a:cubicBezTo>
                  <a:pt x="15214" y="5264"/>
                  <a:pt x="15662" y="5407"/>
                  <a:pt x="16038" y="5567"/>
                </a:cubicBezTo>
                <a:cubicBezTo>
                  <a:pt x="16044" y="5571"/>
                  <a:pt x="16057" y="5574"/>
                  <a:pt x="16066" y="5577"/>
                </a:cubicBezTo>
                <a:cubicBezTo>
                  <a:pt x="16414" y="5729"/>
                  <a:pt x="16677" y="5898"/>
                  <a:pt x="16883" y="6076"/>
                </a:cubicBezTo>
                <a:cubicBezTo>
                  <a:pt x="16923" y="6110"/>
                  <a:pt x="16954" y="6146"/>
                  <a:pt x="16988" y="6181"/>
                </a:cubicBezTo>
                <a:cubicBezTo>
                  <a:pt x="17161" y="6362"/>
                  <a:pt x="17280" y="6550"/>
                  <a:pt x="17280" y="6750"/>
                </a:cubicBezTo>
                <a:cubicBezTo>
                  <a:pt x="17280" y="6947"/>
                  <a:pt x="17161" y="7136"/>
                  <a:pt x="16988" y="7316"/>
                </a:cubicBezTo>
                <a:moveTo>
                  <a:pt x="12960" y="19575"/>
                </a:moveTo>
                <a:cubicBezTo>
                  <a:pt x="12960" y="19948"/>
                  <a:pt x="11992" y="20249"/>
                  <a:pt x="10800" y="20249"/>
                </a:cubicBezTo>
                <a:cubicBezTo>
                  <a:pt x="9606" y="20249"/>
                  <a:pt x="8640" y="19948"/>
                  <a:pt x="8640" y="19575"/>
                </a:cubicBezTo>
                <a:lnTo>
                  <a:pt x="8640" y="10056"/>
                </a:lnTo>
                <a:cubicBezTo>
                  <a:pt x="9338" y="10101"/>
                  <a:pt x="10059" y="10124"/>
                  <a:pt x="10800" y="10124"/>
                </a:cubicBezTo>
                <a:cubicBezTo>
                  <a:pt x="11541" y="10124"/>
                  <a:pt x="12262" y="10101"/>
                  <a:pt x="12960" y="10056"/>
                </a:cubicBezTo>
                <a:cubicBezTo>
                  <a:pt x="12960" y="10056"/>
                  <a:pt x="12960" y="19575"/>
                  <a:pt x="12960" y="19575"/>
                </a:cubicBezTo>
                <a:close/>
                <a:moveTo>
                  <a:pt x="8640" y="2025"/>
                </a:moveTo>
                <a:cubicBezTo>
                  <a:pt x="8640" y="1651"/>
                  <a:pt x="9606" y="1350"/>
                  <a:pt x="10800" y="1350"/>
                </a:cubicBezTo>
                <a:cubicBezTo>
                  <a:pt x="11992" y="1350"/>
                  <a:pt x="12960" y="1651"/>
                  <a:pt x="12960" y="2025"/>
                </a:cubicBezTo>
                <a:lnTo>
                  <a:pt x="12960" y="3442"/>
                </a:lnTo>
                <a:cubicBezTo>
                  <a:pt x="12262" y="3398"/>
                  <a:pt x="11541" y="3375"/>
                  <a:pt x="10800" y="3375"/>
                </a:cubicBezTo>
                <a:cubicBezTo>
                  <a:pt x="10059" y="3375"/>
                  <a:pt x="9338" y="3398"/>
                  <a:pt x="8640" y="3442"/>
                </a:cubicBezTo>
                <a:cubicBezTo>
                  <a:pt x="8640" y="3442"/>
                  <a:pt x="8640" y="2025"/>
                  <a:pt x="8640" y="2025"/>
                </a:cubicBezTo>
                <a:close/>
                <a:moveTo>
                  <a:pt x="17280" y="4064"/>
                </a:moveTo>
                <a:lnTo>
                  <a:pt x="17280" y="2025"/>
                </a:lnTo>
                <a:cubicBezTo>
                  <a:pt x="17280" y="908"/>
                  <a:pt x="14373" y="0"/>
                  <a:pt x="10800" y="0"/>
                </a:cubicBezTo>
                <a:cubicBezTo>
                  <a:pt x="7225" y="0"/>
                  <a:pt x="4320" y="908"/>
                  <a:pt x="4320" y="2025"/>
                </a:cubicBezTo>
                <a:lnTo>
                  <a:pt x="4320" y="4064"/>
                </a:lnTo>
                <a:cubicBezTo>
                  <a:pt x="1710" y="4681"/>
                  <a:pt x="0" y="5649"/>
                  <a:pt x="0" y="6750"/>
                </a:cubicBezTo>
                <a:cubicBezTo>
                  <a:pt x="0" y="7850"/>
                  <a:pt x="1710" y="8818"/>
                  <a:pt x="4320" y="9434"/>
                </a:cubicBezTo>
                <a:lnTo>
                  <a:pt x="4320" y="19575"/>
                </a:lnTo>
                <a:cubicBezTo>
                  <a:pt x="4320" y="20691"/>
                  <a:pt x="7225" y="21599"/>
                  <a:pt x="10800" y="21599"/>
                </a:cubicBezTo>
                <a:cubicBezTo>
                  <a:pt x="14373" y="21599"/>
                  <a:pt x="17280" y="20691"/>
                  <a:pt x="17280" y="19575"/>
                </a:cubicBezTo>
                <a:lnTo>
                  <a:pt x="17280" y="9434"/>
                </a:lnTo>
                <a:cubicBezTo>
                  <a:pt x="19889" y="8818"/>
                  <a:pt x="21600" y="7850"/>
                  <a:pt x="21600" y="6750"/>
                </a:cubicBezTo>
                <a:cubicBezTo>
                  <a:pt x="21600" y="5649"/>
                  <a:pt x="19889" y="4681"/>
                  <a:pt x="17280" y="406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25400" tIns="25400" rIns="25400" bIns="25400" anchor="ctr"/>
          <a:lstStyle/>
          <a:p>
            <a:pPr algn="ctr" defTabSz="227965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1465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20" name="AutoShape 57"/>
          <p:cNvSpPr/>
          <p:nvPr>
            <p:custDataLst>
              <p:tags r:id="rId81"/>
            </p:custDataLst>
          </p:nvPr>
        </p:nvSpPr>
        <p:spPr bwMode="auto">
          <a:xfrm>
            <a:off x="986155" y="4631055"/>
            <a:ext cx="83185" cy="26479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988" y="7316"/>
                </a:moveTo>
                <a:cubicBezTo>
                  <a:pt x="16954" y="7352"/>
                  <a:pt x="16923" y="7387"/>
                  <a:pt x="16883" y="7423"/>
                </a:cubicBezTo>
                <a:cubicBezTo>
                  <a:pt x="16677" y="7601"/>
                  <a:pt x="16414" y="7770"/>
                  <a:pt x="16066" y="7920"/>
                </a:cubicBezTo>
                <a:cubicBezTo>
                  <a:pt x="16057" y="7924"/>
                  <a:pt x="16044" y="7927"/>
                  <a:pt x="16038" y="7931"/>
                </a:cubicBezTo>
                <a:cubicBezTo>
                  <a:pt x="15662" y="8092"/>
                  <a:pt x="15214" y="8234"/>
                  <a:pt x="14705" y="8354"/>
                </a:cubicBezTo>
                <a:cubicBezTo>
                  <a:pt x="14697" y="8357"/>
                  <a:pt x="14692" y="8358"/>
                  <a:pt x="14686" y="8359"/>
                </a:cubicBezTo>
                <a:cubicBezTo>
                  <a:pt x="14163" y="8482"/>
                  <a:pt x="13584" y="8581"/>
                  <a:pt x="12960" y="8649"/>
                </a:cubicBezTo>
                <a:cubicBezTo>
                  <a:pt x="12279" y="8726"/>
                  <a:pt x="11560" y="8774"/>
                  <a:pt x="10800" y="8774"/>
                </a:cubicBezTo>
                <a:cubicBezTo>
                  <a:pt x="10037" y="8774"/>
                  <a:pt x="9318" y="8726"/>
                  <a:pt x="8640" y="8649"/>
                </a:cubicBezTo>
                <a:cubicBezTo>
                  <a:pt x="8016" y="8581"/>
                  <a:pt x="7435" y="8482"/>
                  <a:pt x="6914" y="8359"/>
                </a:cubicBezTo>
                <a:cubicBezTo>
                  <a:pt x="6908" y="8358"/>
                  <a:pt x="6901" y="8357"/>
                  <a:pt x="6893" y="8354"/>
                </a:cubicBezTo>
                <a:cubicBezTo>
                  <a:pt x="6385" y="8234"/>
                  <a:pt x="5937" y="8092"/>
                  <a:pt x="5562" y="7931"/>
                </a:cubicBezTo>
                <a:cubicBezTo>
                  <a:pt x="5553" y="7927"/>
                  <a:pt x="5541" y="7924"/>
                  <a:pt x="5531" y="7920"/>
                </a:cubicBezTo>
                <a:cubicBezTo>
                  <a:pt x="5184" y="7770"/>
                  <a:pt x="4921" y="7601"/>
                  <a:pt x="4715" y="7423"/>
                </a:cubicBezTo>
                <a:cubicBezTo>
                  <a:pt x="4676" y="7387"/>
                  <a:pt x="4644" y="7352"/>
                  <a:pt x="4612" y="7316"/>
                </a:cubicBezTo>
                <a:cubicBezTo>
                  <a:pt x="4437" y="7136"/>
                  <a:pt x="4320" y="6947"/>
                  <a:pt x="4320" y="6750"/>
                </a:cubicBezTo>
                <a:cubicBezTo>
                  <a:pt x="4320" y="6550"/>
                  <a:pt x="4437" y="6362"/>
                  <a:pt x="4612" y="6181"/>
                </a:cubicBezTo>
                <a:cubicBezTo>
                  <a:pt x="4644" y="6146"/>
                  <a:pt x="4676" y="6110"/>
                  <a:pt x="4715" y="6076"/>
                </a:cubicBezTo>
                <a:cubicBezTo>
                  <a:pt x="4921" y="5898"/>
                  <a:pt x="5184" y="5729"/>
                  <a:pt x="5531" y="5577"/>
                </a:cubicBezTo>
                <a:cubicBezTo>
                  <a:pt x="5541" y="5574"/>
                  <a:pt x="5553" y="5571"/>
                  <a:pt x="5562" y="5567"/>
                </a:cubicBezTo>
                <a:cubicBezTo>
                  <a:pt x="5937" y="5407"/>
                  <a:pt x="6385" y="5264"/>
                  <a:pt x="6893" y="5144"/>
                </a:cubicBezTo>
                <a:cubicBezTo>
                  <a:pt x="6901" y="5142"/>
                  <a:pt x="6908" y="5140"/>
                  <a:pt x="6914" y="5138"/>
                </a:cubicBezTo>
                <a:cubicBezTo>
                  <a:pt x="7435" y="5017"/>
                  <a:pt x="8016" y="4918"/>
                  <a:pt x="8640" y="4848"/>
                </a:cubicBezTo>
                <a:cubicBezTo>
                  <a:pt x="9318" y="4773"/>
                  <a:pt x="10037" y="4725"/>
                  <a:pt x="10800" y="4725"/>
                </a:cubicBezTo>
                <a:cubicBezTo>
                  <a:pt x="11560" y="4725"/>
                  <a:pt x="12279" y="4773"/>
                  <a:pt x="12960" y="4848"/>
                </a:cubicBezTo>
                <a:cubicBezTo>
                  <a:pt x="13584" y="4918"/>
                  <a:pt x="14163" y="5017"/>
                  <a:pt x="14686" y="5138"/>
                </a:cubicBezTo>
                <a:cubicBezTo>
                  <a:pt x="14692" y="5140"/>
                  <a:pt x="14697" y="5142"/>
                  <a:pt x="14705" y="5144"/>
                </a:cubicBezTo>
                <a:cubicBezTo>
                  <a:pt x="15214" y="5264"/>
                  <a:pt x="15662" y="5407"/>
                  <a:pt x="16038" y="5567"/>
                </a:cubicBezTo>
                <a:cubicBezTo>
                  <a:pt x="16044" y="5571"/>
                  <a:pt x="16057" y="5574"/>
                  <a:pt x="16066" y="5577"/>
                </a:cubicBezTo>
                <a:cubicBezTo>
                  <a:pt x="16414" y="5729"/>
                  <a:pt x="16677" y="5898"/>
                  <a:pt x="16883" y="6076"/>
                </a:cubicBezTo>
                <a:cubicBezTo>
                  <a:pt x="16923" y="6110"/>
                  <a:pt x="16954" y="6146"/>
                  <a:pt x="16988" y="6181"/>
                </a:cubicBezTo>
                <a:cubicBezTo>
                  <a:pt x="17161" y="6362"/>
                  <a:pt x="17280" y="6550"/>
                  <a:pt x="17280" y="6750"/>
                </a:cubicBezTo>
                <a:cubicBezTo>
                  <a:pt x="17280" y="6947"/>
                  <a:pt x="17161" y="7136"/>
                  <a:pt x="16988" y="7316"/>
                </a:cubicBezTo>
                <a:moveTo>
                  <a:pt x="12960" y="19575"/>
                </a:moveTo>
                <a:cubicBezTo>
                  <a:pt x="12960" y="19948"/>
                  <a:pt x="11992" y="20249"/>
                  <a:pt x="10800" y="20249"/>
                </a:cubicBezTo>
                <a:cubicBezTo>
                  <a:pt x="9606" y="20249"/>
                  <a:pt x="8640" y="19948"/>
                  <a:pt x="8640" y="19575"/>
                </a:cubicBezTo>
                <a:lnTo>
                  <a:pt x="8640" y="10056"/>
                </a:lnTo>
                <a:cubicBezTo>
                  <a:pt x="9338" y="10101"/>
                  <a:pt x="10059" y="10124"/>
                  <a:pt x="10800" y="10124"/>
                </a:cubicBezTo>
                <a:cubicBezTo>
                  <a:pt x="11541" y="10124"/>
                  <a:pt x="12262" y="10101"/>
                  <a:pt x="12960" y="10056"/>
                </a:cubicBezTo>
                <a:cubicBezTo>
                  <a:pt x="12960" y="10056"/>
                  <a:pt x="12960" y="19575"/>
                  <a:pt x="12960" y="19575"/>
                </a:cubicBezTo>
                <a:close/>
                <a:moveTo>
                  <a:pt x="8640" y="2025"/>
                </a:moveTo>
                <a:cubicBezTo>
                  <a:pt x="8640" y="1651"/>
                  <a:pt x="9606" y="1350"/>
                  <a:pt x="10800" y="1350"/>
                </a:cubicBezTo>
                <a:cubicBezTo>
                  <a:pt x="11992" y="1350"/>
                  <a:pt x="12960" y="1651"/>
                  <a:pt x="12960" y="2025"/>
                </a:cubicBezTo>
                <a:lnTo>
                  <a:pt x="12960" y="3442"/>
                </a:lnTo>
                <a:cubicBezTo>
                  <a:pt x="12262" y="3398"/>
                  <a:pt x="11541" y="3375"/>
                  <a:pt x="10800" y="3375"/>
                </a:cubicBezTo>
                <a:cubicBezTo>
                  <a:pt x="10059" y="3375"/>
                  <a:pt x="9338" y="3398"/>
                  <a:pt x="8640" y="3442"/>
                </a:cubicBezTo>
                <a:cubicBezTo>
                  <a:pt x="8640" y="3442"/>
                  <a:pt x="8640" y="2025"/>
                  <a:pt x="8640" y="2025"/>
                </a:cubicBezTo>
                <a:close/>
                <a:moveTo>
                  <a:pt x="17280" y="4064"/>
                </a:moveTo>
                <a:lnTo>
                  <a:pt x="17280" y="2025"/>
                </a:lnTo>
                <a:cubicBezTo>
                  <a:pt x="17280" y="908"/>
                  <a:pt x="14373" y="0"/>
                  <a:pt x="10800" y="0"/>
                </a:cubicBezTo>
                <a:cubicBezTo>
                  <a:pt x="7225" y="0"/>
                  <a:pt x="4320" y="908"/>
                  <a:pt x="4320" y="2025"/>
                </a:cubicBezTo>
                <a:lnTo>
                  <a:pt x="4320" y="4064"/>
                </a:lnTo>
                <a:cubicBezTo>
                  <a:pt x="1710" y="4681"/>
                  <a:pt x="0" y="5649"/>
                  <a:pt x="0" y="6750"/>
                </a:cubicBezTo>
                <a:cubicBezTo>
                  <a:pt x="0" y="7850"/>
                  <a:pt x="1710" y="8818"/>
                  <a:pt x="4320" y="9434"/>
                </a:cubicBezTo>
                <a:lnTo>
                  <a:pt x="4320" y="19575"/>
                </a:lnTo>
                <a:cubicBezTo>
                  <a:pt x="4320" y="20691"/>
                  <a:pt x="7225" y="21599"/>
                  <a:pt x="10800" y="21599"/>
                </a:cubicBezTo>
                <a:cubicBezTo>
                  <a:pt x="14373" y="21599"/>
                  <a:pt x="17280" y="20691"/>
                  <a:pt x="17280" y="19575"/>
                </a:cubicBezTo>
                <a:lnTo>
                  <a:pt x="17280" y="9434"/>
                </a:lnTo>
                <a:cubicBezTo>
                  <a:pt x="19889" y="8818"/>
                  <a:pt x="21600" y="7850"/>
                  <a:pt x="21600" y="6750"/>
                </a:cubicBezTo>
                <a:cubicBezTo>
                  <a:pt x="21600" y="5649"/>
                  <a:pt x="19889" y="4681"/>
                  <a:pt x="17280" y="406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25400" tIns="25400" rIns="25400" bIns="25400" anchor="ctr"/>
          <a:lstStyle/>
          <a:p>
            <a:pPr algn="ctr" defTabSz="227965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1465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21" name="AutoShape 58"/>
          <p:cNvSpPr/>
          <p:nvPr>
            <p:custDataLst>
              <p:tags r:id="rId82"/>
            </p:custDataLst>
          </p:nvPr>
        </p:nvSpPr>
        <p:spPr bwMode="auto">
          <a:xfrm>
            <a:off x="895350" y="4631055"/>
            <a:ext cx="83185" cy="26479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988" y="15416"/>
                </a:moveTo>
                <a:cubicBezTo>
                  <a:pt x="16954" y="15452"/>
                  <a:pt x="16923" y="15487"/>
                  <a:pt x="16883" y="15523"/>
                </a:cubicBezTo>
                <a:cubicBezTo>
                  <a:pt x="16677" y="15701"/>
                  <a:pt x="16414" y="15870"/>
                  <a:pt x="16066" y="16020"/>
                </a:cubicBezTo>
                <a:cubicBezTo>
                  <a:pt x="16057" y="16024"/>
                  <a:pt x="16044" y="16027"/>
                  <a:pt x="16038" y="16031"/>
                </a:cubicBezTo>
                <a:cubicBezTo>
                  <a:pt x="15662" y="16192"/>
                  <a:pt x="15214" y="16334"/>
                  <a:pt x="14705" y="16454"/>
                </a:cubicBezTo>
                <a:cubicBezTo>
                  <a:pt x="14697" y="16457"/>
                  <a:pt x="14692" y="16458"/>
                  <a:pt x="14686" y="16459"/>
                </a:cubicBezTo>
                <a:cubicBezTo>
                  <a:pt x="14163" y="16582"/>
                  <a:pt x="13584" y="16681"/>
                  <a:pt x="12960" y="16749"/>
                </a:cubicBezTo>
                <a:cubicBezTo>
                  <a:pt x="12279" y="16826"/>
                  <a:pt x="11560" y="16875"/>
                  <a:pt x="10800" y="16875"/>
                </a:cubicBezTo>
                <a:cubicBezTo>
                  <a:pt x="10037" y="16875"/>
                  <a:pt x="9318" y="16826"/>
                  <a:pt x="8640" y="16749"/>
                </a:cubicBezTo>
                <a:cubicBezTo>
                  <a:pt x="8016" y="16681"/>
                  <a:pt x="7435" y="16582"/>
                  <a:pt x="6914" y="16459"/>
                </a:cubicBezTo>
                <a:cubicBezTo>
                  <a:pt x="6908" y="16458"/>
                  <a:pt x="6901" y="16457"/>
                  <a:pt x="6893" y="16454"/>
                </a:cubicBezTo>
                <a:cubicBezTo>
                  <a:pt x="6385" y="16334"/>
                  <a:pt x="5937" y="16192"/>
                  <a:pt x="5562" y="16031"/>
                </a:cubicBezTo>
                <a:cubicBezTo>
                  <a:pt x="5553" y="16027"/>
                  <a:pt x="5541" y="16024"/>
                  <a:pt x="5531" y="16020"/>
                </a:cubicBezTo>
                <a:cubicBezTo>
                  <a:pt x="5184" y="15870"/>
                  <a:pt x="4921" y="15701"/>
                  <a:pt x="4715" y="15523"/>
                </a:cubicBezTo>
                <a:cubicBezTo>
                  <a:pt x="4676" y="15487"/>
                  <a:pt x="4644" y="15452"/>
                  <a:pt x="4612" y="15416"/>
                </a:cubicBezTo>
                <a:cubicBezTo>
                  <a:pt x="4437" y="15236"/>
                  <a:pt x="4320" y="15047"/>
                  <a:pt x="4320" y="14850"/>
                </a:cubicBezTo>
                <a:cubicBezTo>
                  <a:pt x="4320" y="14650"/>
                  <a:pt x="4437" y="14462"/>
                  <a:pt x="4612" y="14281"/>
                </a:cubicBezTo>
                <a:cubicBezTo>
                  <a:pt x="4644" y="14246"/>
                  <a:pt x="4676" y="14210"/>
                  <a:pt x="4715" y="14176"/>
                </a:cubicBezTo>
                <a:cubicBezTo>
                  <a:pt x="4921" y="13998"/>
                  <a:pt x="5184" y="13829"/>
                  <a:pt x="5531" y="13677"/>
                </a:cubicBezTo>
                <a:cubicBezTo>
                  <a:pt x="5541" y="13674"/>
                  <a:pt x="5553" y="13671"/>
                  <a:pt x="5562" y="13667"/>
                </a:cubicBezTo>
                <a:cubicBezTo>
                  <a:pt x="5937" y="13507"/>
                  <a:pt x="6385" y="13364"/>
                  <a:pt x="6893" y="13244"/>
                </a:cubicBezTo>
                <a:cubicBezTo>
                  <a:pt x="6901" y="13242"/>
                  <a:pt x="6908" y="13240"/>
                  <a:pt x="6914" y="13238"/>
                </a:cubicBezTo>
                <a:cubicBezTo>
                  <a:pt x="7435" y="13117"/>
                  <a:pt x="8016" y="13018"/>
                  <a:pt x="8640" y="12948"/>
                </a:cubicBezTo>
                <a:cubicBezTo>
                  <a:pt x="9318" y="12873"/>
                  <a:pt x="10037" y="12825"/>
                  <a:pt x="10800" y="12825"/>
                </a:cubicBezTo>
                <a:cubicBezTo>
                  <a:pt x="11560" y="12825"/>
                  <a:pt x="12279" y="12873"/>
                  <a:pt x="12960" y="12948"/>
                </a:cubicBezTo>
                <a:cubicBezTo>
                  <a:pt x="13584" y="13018"/>
                  <a:pt x="14163" y="13117"/>
                  <a:pt x="14686" y="13238"/>
                </a:cubicBezTo>
                <a:cubicBezTo>
                  <a:pt x="14692" y="13240"/>
                  <a:pt x="14697" y="13242"/>
                  <a:pt x="14705" y="13244"/>
                </a:cubicBezTo>
                <a:cubicBezTo>
                  <a:pt x="15214" y="13364"/>
                  <a:pt x="15662" y="13507"/>
                  <a:pt x="16038" y="13667"/>
                </a:cubicBezTo>
                <a:cubicBezTo>
                  <a:pt x="16044" y="13671"/>
                  <a:pt x="16057" y="13674"/>
                  <a:pt x="16066" y="13677"/>
                </a:cubicBezTo>
                <a:cubicBezTo>
                  <a:pt x="16414" y="13829"/>
                  <a:pt x="16677" y="13998"/>
                  <a:pt x="16883" y="14176"/>
                </a:cubicBezTo>
                <a:cubicBezTo>
                  <a:pt x="16923" y="14210"/>
                  <a:pt x="16954" y="14246"/>
                  <a:pt x="16988" y="14281"/>
                </a:cubicBezTo>
                <a:cubicBezTo>
                  <a:pt x="17161" y="14462"/>
                  <a:pt x="17280" y="14650"/>
                  <a:pt x="17280" y="14850"/>
                </a:cubicBezTo>
                <a:cubicBezTo>
                  <a:pt x="17280" y="15047"/>
                  <a:pt x="17161" y="15236"/>
                  <a:pt x="16988" y="15416"/>
                </a:cubicBezTo>
                <a:moveTo>
                  <a:pt x="12960" y="19575"/>
                </a:moveTo>
                <a:cubicBezTo>
                  <a:pt x="12960" y="19948"/>
                  <a:pt x="11992" y="20249"/>
                  <a:pt x="10800" y="20249"/>
                </a:cubicBezTo>
                <a:cubicBezTo>
                  <a:pt x="9606" y="20249"/>
                  <a:pt x="8640" y="19948"/>
                  <a:pt x="8640" y="19575"/>
                </a:cubicBezTo>
                <a:lnTo>
                  <a:pt x="8640" y="18156"/>
                </a:lnTo>
                <a:cubicBezTo>
                  <a:pt x="9338" y="18201"/>
                  <a:pt x="10059" y="18225"/>
                  <a:pt x="10800" y="18225"/>
                </a:cubicBezTo>
                <a:cubicBezTo>
                  <a:pt x="11541" y="18225"/>
                  <a:pt x="12262" y="18201"/>
                  <a:pt x="12960" y="18156"/>
                </a:cubicBezTo>
                <a:cubicBezTo>
                  <a:pt x="12960" y="18156"/>
                  <a:pt x="12960" y="19575"/>
                  <a:pt x="12960" y="19575"/>
                </a:cubicBezTo>
                <a:close/>
                <a:moveTo>
                  <a:pt x="8640" y="2025"/>
                </a:moveTo>
                <a:cubicBezTo>
                  <a:pt x="8640" y="1651"/>
                  <a:pt x="9606" y="1350"/>
                  <a:pt x="10800" y="1350"/>
                </a:cubicBezTo>
                <a:cubicBezTo>
                  <a:pt x="11992" y="1350"/>
                  <a:pt x="12960" y="1651"/>
                  <a:pt x="12960" y="2025"/>
                </a:cubicBezTo>
                <a:lnTo>
                  <a:pt x="12960" y="11542"/>
                </a:lnTo>
                <a:cubicBezTo>
                  <a:pt x="12262" y="11498"/>
                  <a:pt x="11541" y="11475"/>
                  <a:pt x="10800" y="11475"/>
                </a:cubicBezTo>
                <a:cubicBezTo>
                  <a:pt x="10059" y="11475"/>
                  <a:pt x="9338" y="11498"/>
                  <a:pt x="8640" y="11542"/>
                </a:cubicBezTo>
                <a:cubicBezTo>
                  <a:pt x="8640" y="11542"/>
                  <a:pt x="8640" y="2025"/>
                  <a:pt x="8640" y="2025"/>
                </a:cubicBezTo>
                <a:close/>
                <a:moveTo>
                  <a:pt x="17280" y="12164"/>
                </a:moveTo>
                <a:lnTo>
                  <a:pt x="17280" y="2025"/>
                </a:lnTo>
                <a:cubicBezTo>
                  <a:pt x="17280" y="908"/>
                  <a:pt x="14373" y="0"/>
                  <a:pt x="10800" y="0"/>
                </a:cubicBezTo>
                <a:cubicBezTo>
                  <a:pt x="7225" y="0"/>
                  <a:pt x="4320" y="908"/>
                  <a:pt x="4320" y="2025"/>
                </a:cubicBezTo>
                <a:lnTo>
                  <a:pt x="4320" y="12164"/>
                </a:lnTo>
                <a:cubicBezTo>
                  <a:pt x="1710" y="12781"/>
                  <a:pt x="0" y="13749"/>
                  <a:pt x="0" y="14850"/>
                </a:cubicBezTo>
                <a:cubicBezTo>
                  <a:pt x="0" y="15950"/>
                  <a:pt x="1710" y="16918"/>
                  <a:pt x="4320" y="17534"/>
                </a:cubicBezTo>
                <a:lnTo>
                  <a:pt x="4320" y="19575"/>
                </a:lnTo>
                <a:cubicBezTo>
                  <a:pt x="4320" y="20691"/>
                  <a:pt x="7225" y="21599"/>
                  <a:pt x="10800" y="21599"/>
                </a:cubicBezTo>
                <a:cubicBezTo>
                  <a:pt x="14373" y="21599"/>
                  <a:pt x="17280" y="20691"/>
                  <a:pt x="17280" y="19575"/>
                </a:cubicBezTo>
                <a:lnTo>
                  <a:pt x="17280" y="17534"/>
                </a:lnTo>
                <a:cubicBezTo>
                  <a:pt x="19889" y="16918"/>
                  <a:pt x="21600" y="15950"/>
                  <a:pt x="21600" y="14850"/>
                </a:cubicBezTo>
                <a:cubicBezTo>
                  <a:pt x="21600" y="13749"/>
                  <a:pt x="19889" y="12781"/>
                  <a:pt x="17280" y="12164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25400" tIns="25400" rIns="25400" bIns="25400" anchor="ctr"/>
          <a:lstStyle/>
          <a:p>
            <a:pPr algn="ctr" defTabSz="227965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1465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22" name="išļíḍé"/>
          <p:cNvSpPr>
            <a:spLocks noChangeAspect="1"/>
          </p:cNvSpPr>
          <p:nvPr>
            <p:custDataLst>
              <p:tags r:id="rId83"/>
            </p:custDataLst>
          </p:nvPr>
        </p:nvSpPr>
        <p:spPr bwMode="auto">
          <a:xfrm>
            <a:off x="769592" y="2099420"/>
            <a:ext cx="306259" cy="294629"/>
          </a:xfrm>
          <a:custGeom>
            <a:avLst/>
            <a:gdLst>
              <a:gd name="connsiteX0" fmla="*/ 195114 w 608814"/>
              <a:gd name="connsiteY0" fmla="*/ 351627 h 585693"/>
              <a:gd name="connsiteX1" fmla="*/ 258290 w 608814"/>
              <a:gd name="connsiteY1" fmla="*/ 351627 h 585693"/>
              <a:gd name="connsiteX2" fmla="*/ 282731 w 608814"/>
              <a:gd name="connsiteY2" fmla="*/ 376018 h 585693"/>
              <a:gd name="connsiteX3" fmla="*/ 282731 w 608814"/>
              <a:gd name="connsiteY3" fmla="*/ 561210 h 585693"/>
              <a:gd name="connsiteX4" fmla="*/ 258290 w 608814"/>
              <a:gd name="connsiteY4" fmla="*/ 585693 h 585693"/>
              <a:gd name="connsiteX5" fmla="*/ 195114 w 608814"/>
              <a:gd name="connsiteY5" fmla="*/ 585693 h 585693"/>
              <a:gd name="connsiteX6" fmla="*/ 170673 w 608814"/>
              <a:gd name="connsiteY6" fmla="*/ 561210 h 585693"/>
              <a:gd name="connsiteX7" fmla="*/ 170673 w 608814"/>
              <a:gd name="connsiteY7" fmla="*/ 376018 h 585693"/>
              <a:gd name="connsiteX8" fmla="*/ 195114 w 608814"/>
              <a:gd name="connsiteY8" fmla="*/ 351627 h 585693"/>
              <a:gd name="connsiteX9" fmla="*/ 358100 w 608814"/>
              <a:gd name="connsiteY9" fmla="*/ 249872 h 585693"/>
              <a:gd name="connsiteX10" fmla="*/ 421316 w 608814"/>
              <a:gd name="connsiteY10" fmla="*/ 249872 h 585693"/>
              <a:gd name="connsiteX11" fmla="*/ 445737 w 608814"/>
              <a:gd name="connsiteY11" fmla="*/ 274267 h 585693"/>
              <a:gd name="connsiteX12" fmla="*/ 445737 w 608814"/>
              <a:gd name="connsiteY12" fmla="*/ 561206 h 585693"/>
              <a:gd name="connsiteX13" fmla="*/ 421316 w 608814"/>
              <a:gd name="connsiteY13" fmla="*/ 585693 h 585693"/>
              <a:gd name="connsiteX14" fmla="*/ 358100 w 608814"/>
              <a:gd name="connsiteY14" fmla="*/ 585693 h 585693"/>
              <a:gd name="connsiteX15" fmla="*/ 333679 w 608814"/>
              <a:gd name="connsiteY15" fmla="*/ 561206 h 585693"/>
              <a:gd name="connsiteX16" fmla="*/ 333679 w 608814"/>
              <a:gd name="connsiteY16" fmla="*/ 274267 h 585693"/>
              <a:gd name="connsiteX17" fmla="*/ 358100 w 608814"/>
              <a:gd name="connsiteY17" fmla="*/ 249872 h 585693"/>
              <a:gd name="connsiteX18" fmla="*/ 140260 w 608814"/>
              <a:gd name="connsiteY18" fmla="*/ 224680 h 585693"/>
              <a:gd name="connsiteX19" fmla="*/ 191844 w 608814"/>
              <a:gd name="connsiteY19" fmla="*/ 276122 h 585693"/>
              <a:gd name="connsiteX20" fmla="*/ 140260 w 608814"/>
              <a:gd name="connsiteY20" fmla="*/ 327564 h 585693"/>
              <a:gd name="connsiteX21" fmla="*/ 88676 w 608814"/>
              <a:gd name="connsiteY21" fmla="*/ 276122 h 585693"/>
              <a:gd name="connsiteX22" fmla="*/ 140260 w 608814"/>
              <a:gd name="connsiteY22" fmla="*/ 224680 h 585693"/>
              <a:gd name="connsiteX23" fmla="*/ 521177 w 608814"/>
              <a:gd name="connsiteY23" fmla="*/ 148117 h 585693"/>
              <a:gd name="connsiteX24" fmla="*/ 584301 w 608814"/>
              <a:gd name="connsiteY24" fmla="*/ 148117 h 585693"/>
              <a:gd name="connsiteX25" fmla="*/ 608814 w 608814"/>
              <a:gd name="connsiteY25" fmla="*/ 172601 h 585693"/>
              <a:gd name="connsiteX26" fmla="*/ 608814 w 608814"/>
              <a:gd name="connsiteY26" fmla="*/ 561209 h 585693"/>
              <a:gd name="connsiteX27" fmla="*/ 584301 w 608814"/>
              <a:gd name="connsiteY27" fmla="*/ 585693 h 585693"/>
              <a:gd name="connsiteX28" fmla="*/ 521177 w 608814"/>
              <a:gd name="connsiteY28" fmla="*/ 585693 h 585693"/>
              <a:gd name="connsiteX29" fmla="*/ 496756 w 608814"/>
              <a:gd name="connsiteY29" fmla="*/ 561209 h 585693"/>
              <a:gd name="connsiteX30" fmla="*/ 496756 w 608814"/>
              <a:gd name="connsiteY30" fmla="*/ 172601 h 585693"/>
              <a:gd name="connsiteX31" fmla="*/ 521177 w 608814"/>
              <a:gd name="connsiteY31" fmla="*/ 148117 h 585693"/>
              <a:gd name="connsiteX32" fmla="*/ 116229 w 608814"/>
              <a:gd name="connsiteY32" fmla="*/ 131322 h 585693"/>
              <a:gd name="connsiteX33" fmla="*/ 164246 w 608814"/>
              <a:gd name="connsiteY33" fmla="*/ 131322 h 585693"/>
              <a:gd name="connsiteX34" fmla="*/ 184061 w 608814"/>
              <a:gd name="connsiteY34" fmla="*/ 151113 h 585693"/>
              <a:gd name="connsiteX35" fmla="*/ 184061 w 608814"/>
              <a:gd name="connsiteY35" fmla="*/ 171457 h 585693"/>
              <a:gd name="connsiteX36" fmla="*/ 208669 w 608814"/>
              <a:gd name="connsiteY36" fmla="*/ 186094 h 585693"/>
              <a:gd name="connsiteX37" fmla="*/ 226641 w 608814"/>
              <a:gd name="connsiteY37" fmla="*/ 175692 h 585693"/>
              <a:gd name="connsiteX38" fmla="*/ 253737 w 608814"/>
              <a:gd name="connsiteY38" fmla="*/ 182964 h 585693"/>
              <a:gd name="connsiteX39" fmla="*/ 277792 w 608814"/>
              <a:gd name="connsiteY39" fmla="*/ 224572 h 585693"/>
              <a:gd name="connsiteX40" fmla="*/ 279727 w 608814"/>
              <a:gd name="connsiteY40" fmla="*/ 239577 h 585693"/>
              <a:gd name="connsiteX41" fmla="*/ 270511 w 608814"/>
              <a:gd name="connsiteY41" fmla="*/ 251544 h 585693"/>
              <a:gd name="connsiteX42" fmla="*/ 252355 w 608814"/>
              <a:gd name="connsiteY42" fmla="*/ 262038 h 585693"/>
              <a:gd name="connsiteX43" fmla="*/ 253829 w 608814"/>
              <a:gd name="connsiteY43" fmla="*/ 276122 h 585693"/>
              <a:gd name="connsiteX44" fmla="*/ 252355 w 608814"/>
              <a:gd name="connsiteY44" fmla="*/ 290206 h 585693"/>
              <a:gd name="connsiteX45" fmla="*/ 270511 w 608814"/>
              <a:gd name="connsiteY45" fmla="*/ 300700 h 585693"/>
              <a:gd name="connsiteX46" fmla="*/ 278714 w 608814"/>
              <a:gd name="connsiteY46" fmla="*/ 325094 h 585693"/>
              <a:gd name="connsiteX47" fmla="*/ 258253 w 608814"/>
              <a:gd name="connsiteY47" fmla="*/ 321136 h 585693"/>
              <a:gd name="connsiteX48" fmla="*/ 195858 w 608814"/>
              <a:gd name="connsiteY48" fmla="*/ 321136 h 585693"/>
              <a:gd name="connsiteX49" fmla="*/ 212171 w 608814"/>
              <a:gd name="connsiteY49" fmla="*/ 276122 h 585693"/>
              <a:gd name="connsiteX50" fmla="*/ 140191 w 608814"/>
              <a:gd name="connsiteY50" fmla="*/ 204320 h 585693"/>
              <a:gd name="connsiteX51" fmla="*/ 68304 w 608814"/>
              <a:gd name="connsiteY51" fmla="*/ 276122 h 585693"/>
              <a:gd name="connsiteX52" fmla="*/ 140191 w 608814"/>
              <a:gd name="connsiteY52" fmla="*/ 348016 h 585693"/>
              <a:gd name="connsiteX53" fmla="*/ 148486 w 608814"/>
              <a:gd name="connsiteY53" fmla="*/ 347095 h 585693"/>
              <a:gd name="connsiteX54" fmla="*/ 140099 w 608814"/>
              <a:gd name="connsiteY54" fmla="*/ 376000 h 585693"/>
              <a:gd name="connsiteX55" fmla="*/ 140099 w 608814"/>
              <a:gd name="connsiteY55" fmla="*/ 420922 h 585693"/>
              <a:gd name="connsiteX56" fmla="*/ 116229 w 608814"/>
              <a:gd name="connsiteY56" fmla="*/ 420922 h 585693"/>
              <a:gd name="connsiteX57" fmla="*/ 96413 w 608814"/>
              <a:gd name="connsiteY57" fmla="*/ 401131 h 585693"/>
              <a:gd name="connsiteX58" fmla="*/ 96413 w 608814"/>
              <a:gd name="connsiteY58" fmla="*/ 380787 h 585693"/>
              <a:gd name="connsiteX59" fmla="*/ 71806 w 608814"/>
              <a:gd name="connsiteY59" fmla="*/ 366150 h 585693"/>
              <a:gd name="connsiteX60" fmla="*/ 53742 w 608814"/>
              <a:gd name="connsiteY60" fmla="*/ 376552 h 585693"/>
              <a:gd name="connsiteX61" fmla="*/ 38719 w 608814"/>
              <a:gd name="connsiteY61" fmla="*/ 378577 h 585693"/>
              <a:gd name="connsiteX62" fmla="*/ 26738 w 608814"/>
              <a:gd name="connsiteY62" fmla="*/ 369372 h 585693"/>
              <a:gd name="connsiteX63" fmla="*/ 2683 w 608814"/>
              <a:gd name="connsiteY63" fmla="*/ 327764 h 585693"/>
              <a:gd name="connsiteX64" fmla="*/ 9872 w 608814"/>
              <a:gd name="connsiteY64" fmla="*/ 300700 h 585693"/>
              <a:gd name="connsiteX65" fmla="*/ 28120 w 608814"/>
              <a:gd name="connsiteY65" fmla="*/ 290206 h 585693"/>
              <a:gd name="connsiteX66" fmla="*/ 26645 w 608814"/>
              <a:gd name="connsiteY66" fmla="*/ 276122 h 585693"/>
              <a:gd name="connsiteX67" fmla="*/ 28120 w 608814"/>
              <a:gd name="connsiteY67" fmla="*/ 262038 h 585693"/>
              <a:gd name="connsiteX68" fmla="*/ 9872 w 608814"/>
              <a:gd name="connsiteY68" fmla="*/ 251544 h 585693"/>
              <a:gd name="connsiteX69" fmla="*/ 2683 w 608814"/>
              <a:gd name="connsiteY69" fmla="*/ 224572 h 585693"/>
              <a:gd name="connsiteX70" fmla="*/ 26738 w 608814"/>
              <a:gd name="connsiteY70" fmla="*/ 182964 h 585693"/>
              <a:gd name="connsiteX71" fmla="*/ 38719 w 608814"/>
              <a:gd name="connsiteY71" fmla="*/ 173759 h 585693"/>
              <a:gd name="connsiteX72" fmla="*/ 53742 w 608814"/>
              <a:gd name="connsiteY72" fmla="*/ 175692 h 585693"/>
              <a:gd name="connsiteX73" fmla="*/ 71806 w 608814"/>
              <a:gd name="connsiteY73" fmla="*/ 186094 h 585693"/>
              <a:gd name="connsiteX74" fmla="*/ 96413 w 608814"/>
              <a:gd name="connsiteY74" fmla="*/ 171457 h 585693"/>
              <a:gd name="connsiteX75" fmla="*/ 96413 w 608814"/>
              <a:gd name="connsiteY75" fmla="*/ 151113 h 585693"/>
              <a:gd name="connsiteX76" fmla="*/ 116229 w 608814"/>
              <a:gd name="connsiteY76" fmla="*/ 131322 h 585693"/>
              <a:gd name="connsiteX77" fmla="*/ 445756 w 608814"/>
              <a:gd name="connsiteY77" fmla="*/ 83476 h 585693"/>
              <a:gd name="connsiteX78" fmla="*/ 414140 w 608814"/>
              <a:gd name="connsiteY78" fmla="*/ 115044 h 585693"/>
              <a:gd name="connsiteX79" fmla="*/ 445756 w 608814"/>
              <a:gd name="connsiteY79" fmla="*/ 146520 h 585693"/>
              <a:gd name="connsiteX80" fmla="*/ 477371 w 608814"/>
              <a:gd name="connsiteY80" fmla="*/ 115044 h 585693"/>
              <a:gd name="connsiteX81" fmla="*/ 445756 w 608814"/>
              <a:gd name="connsiteY81" fmla="*/ 83476 h 585693"/>
              <a:gd name="connsiteX82" fmla="*/ 426676 w 608814"/>
              <a:gd name="connsiteY82" fmla="*/ 0 h 585693"/>
              <a:gd name="connsiteX83" fmla="*/ 464835 w 608814"/>
              <a:gd name="connsiteY83" fmla="*/ 0 h 585693"/>
              <a:gd name="connsiteX84" fmla="*/ 480597 w 608814"/>
              <a:gd name="connsiteY84" fmla="*/ 15738 h 585693"/>
              <a:gd name="connsiteX85" fmla="*/ 480597 w 608814"/>
              <a:gd name="connsiteY85" fmla="*/ 31936 h 585693"/>
              <a:gd name="connsiteX86" fmla="*/ 500138 w 608814"/>
              <a:gd name="connsiteY86" fmla="*/ 43533 h 585693"/>
              <a:gd name="connsiteX87" fmla="*/ 514425 w 608814"/>
              <a:gd name="connsiteY87" fmla="*/ 35249 h 585693"/>
              <a:gd name="connsiteX88" fmla="*/ 535901 w 608814"/>
              <a:gd name="connsiteY88" fmla="*/ 40956 h 585693"/>
              <a:gd name="connsiteX89" fmla="*/ 554981 w 608814"/>
              <a:gd name="connsiteY89" fmla="*/ 73996 h 585693"/>
              <a:gd name="connsiteX90" fmla="*/ 556640 w 608814"/>
              <a:gd name="connsiteY90" fmla="*/ 85961 h 585693"/>
              <a:gd name="connsiteX91" fmla="*/ 549266 w 608814"/>
              <a:gd name="connsiteY91" fmla="*/ 95440 h 585693"/>
              <a:gd name="connsiteX92" fmla="*/ 534887 w 608814"/>
              <a:gd name="connsiteY92" fmla="*/ 103815 h 585693"/>
              <a:gd name="connsiteX93" fmla="*/ 535993 w 608814"/>
              <a:gd name="connsiteY93" fmla="*/ 115044 h 585693"/>
              <a:gd name="connsiteX94" fmla="*/ 535717 w 608814"/>
              <a:gd name="connsiteY94" fmla="*/ 117621 h 585693"/>
              <a:gd name="connsiteX95" fmla="*/ 521153 w 608814"/>
              <a:gd name="connsiteY95" fmla="*/ 117621 h 585693"/>
              <a:gd name="connsiteX96" fmla="*/ 466126 w 608814"/>
              <a:gd name="connsiteY96" fmla="*/ 172565 h 585693"/>
              <a:gd name="connsiteX97" fmla="*/ 466126 w 608814"/>
              <a:gd name="connsiteY97" fmla="*/ 229719 h 585693"/>
              <a:gd name="connsiteX98" fmla="*/ 466126 w 608814"/>
              <a:gd name="connsiteY98" fmla="*/ 242604 h 585693"/>
              <a:gd name="connsiteX99" fmla="*/ 453590 w 608814"/>
              <a:gd name="connsiteY99" fmla="*/ 229995 h 585693"/>
              <a:gd name="connsiteX100" fmla="*/ 421330 w 608814"/>
              <a:gd name="connsiteY100" fmla="*/ 219319 h 585693"/>
              <a:gd name="connsiteX101" fmla="*/ 411928 w 608814"/>
              <a:gd name="connsiteY101" fmla="*/ 219319 h 585693"/>
              <a:gd name="connsiteX102" fmla="*/ 410914 w 608814"/>
              <a:gd name="connsiteY102" fmla="*/ 214257 h 585693"/>
              <a:gd name="connsiteX103" fmla="*/ 410914 w 608814"/>
              <a:gd name="connsiteY103" fmla="*/ 198059 h 585693"/>
              <a:gd name="connsiteX104" fmla="*/ 391373 w 608814"/>
              <a:gd name="connsiteY104" fmla="*/ 186463 h 585693"/>
              <a:gd name="connsiteX105" fmla="*/ 377086 w 608814"/>
              <a:gd name="connsiteY105" fmla="*/ 194746 h 585693"/>
              <a:gd name="connsiteX106" fmla="*/ 365104 w 608814"/>
              <a:gd name="connsiteY106" fmla="*/ 196310 h 585693"/>
              <a:gd name="connsiteX107" fmla="*/ 355610 w 608814"/>
              <a:gd name="connsiteY107" fmla="*/ 189040 h 585693"/>
              <a:gd name="connsiteX108" fmla="*/ 336530 w 608814"/>
              <a:gd name="connsiteY108" fmla="*/ 155999 h 585693"/>
              <a:gd name="connsiteX109" fmla="*/ 342245 w 608814"/>
              <a:gd name="connsiteY109" fmla="*/ 134463 h 585693"/>
              <a:gd name="connsiteX110" fmla="*/ 356716 w 608814"/>
              <a:gd name="connsiteY110" fmla="*/ 126180 h 585693"/>
              <a:gd name="connsiteX111" fmla="*/ 355518 w 608814"/>
              <a:gd name="connsiteY111" fmla="*/ 115044 h 585693"/>
              <a:gd name="connsiteX112" fmla="*/ 356716 w 608814"/>
              <a:gd name="connsiteY112" fmla="*/ 103815 h 585693"/>
              <a:gd name="connsiteX113" fmla="*/ 342245 w 608814"/>
              <a:gd name="connsiteY113" fmla="*/ 95440 h 585693"/>
              <a:gd name="connsiteX114" fmla="*/ 336530 w 608814"/>
              <a:gd name="connsiteY114" fmla="*/ 73996 h 585693"/>
              <a:gd name="connsiteX115" fmla="*/ 355610 w 608814"/>
              <a:gd name="connsiteY115" fmla="*/ 40956 h 585693"/>
              <a:gd name="connsiteX116" fmla="*/ 365104 w 608814"/>
              <a:gd name="connsiteY116" fmla="*/ 33685 h 585693"/>
              <a:gd name="connsiteX117" fmla="*/ 377086 w 608814"/>
              <a:gd name="connsiteY117" fmla="*/ 35249 h 585693"/>
              <a:gd name="connsiteX118" fmla="*/ 391373 w 608814"/>
              <a:gd name="connsiteY118" fmla="*/ 43533 h 585693"/>
              <a:gd name="connsiteX119" fmla="*/ 410914 w 608814"/>
              <a:gd name="connsiteY119" fmla="*/ 31936 h 585693"/>
              <a:gd name="connsiteX120" fmla="*/ 410914 w 608814"/>
              <a:gd name="connsiteY120" fmla="*/ 15738 h 585693"/>
              <a:gd name="connsiteX121" fmla="*/ 426676 w 608814"/>
              <a:gd name="connsiteY121" fmla="*/ 0 h 5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608814" h="585693">
                <a:moveTo>
                  <a:pt x="195114" y="351627"/>
                </a:moveTo>
                <a:lnTo>
                  <a:pt x="258290" y="351627"/>
                </a:lnTo>
                <a:cubicBezTo>
                  <a:pt x="271848" y="351627"/>
                  <a:pt x="282731" y="362580"/>
                  <a:pt x="282731" y="376018"/>
                </a:cubicBezTo>
                <a:lnTo>
                  <a:pt x="282731" y="561210"/>
                </a:lnTo>
                <a:cubicBezTo>
                  <a:pt x="282731" y="574740"/>
                  <a:pt x="271848" y="585693"/>
                  <a:pt x="258290" y="585693"/>
                </a:cubicBezTo>
                <a:lnTo>
                  <a:pt x="195114" y="585693"/>
                </a:lnTo>
                <a:cubicBezTo>
                  <a:pt x="181556" y="585693"/>
                  <a:pt x="170673" y="574740"/>
                  <a:pt x="170673" y="561210"/>
                </a:cubicBezTo>
                <a:lnTo>
                  <a:pt x="170673" y="376018"/>
                </a:lnTo>
                <a:cubicBezTo>
                  <a:pt x="170673" y="362580"/>
                  <a:pt x="181556" y="351627"/>
                  <a:pt x="195114" y="351627"/>
                </a:cubicBezTo>
                <a:close/>
                <a:moveTo>
                  <a:pt x="358100" y="249872"/>
                </a:moveTo>
                <a:lnTo>
                  <a:pt x="421316" y="249872"/>
                </a:lnTo>
                <a:cubicBezTo>
                  <a:pt x="434771" y="249872"/>
                  <a:pt x="445737" y="260735"/>
                  <a:pt x="445737" y="274267"/>
                </a:cubicBezTo>
                <a:lnTo>
                  <a:pt x="445737" y="561206"/>
                </a:lnTo>
                <a:cubicBezTo>
                  <a:pt x="445737" y="574738"/>
                  <a:pt x="434771" y="585693"/>
                  <a:pt x="421316" y="585693"/>
                </a:cubicBezTo>
                <a:lnTo>
                  <a:pt x="358100" y="585693"/>
                </a:lnTo>
                <a:cubicBezTo>
                  <a:pt x="344645" y="585693"/>
                  <a:pt x="333679" y="574738"/>
                  <a:pt x="333679" y="561206"/>
                </a:cubicBezTo>
                <a:lnTo>
                  <a:pt x="333679" y="274267"/>
                </a:lnTo>
                <a:cubicBezTo>
                  <a:pt x="333679" y="260735"/>
                  <a:pt x="344645" y="249872"/>
                  <a:pt x="358100" y="249872"/>
                </a:cubicBezTo>
                <a:close/>
                <a:moveTo>
                  <a:pt x="140260" y="224680"/>
                </a:moveTo>
                <a:cubicBezTo>
                  <a:pt x="168749" y="224680"/>
                  <a:pt x="191844" y="247711"/>
                  <a:pt x="191844" y="276122"/>
                </a:cubicBezTo>
                <a:cubicBezTo>
                  <a:pt x="191844" y="304533"/>
                  <a:pt x="168749" y="327564"/>
                  <a:pt x="140260" y="327564"/>
                </a:cubicBezTo>
                <a:cubicBezTo>
                  <a:pt x="111771" y="327564"/>
                  <a:pt x="88676" y="304533"/>
                  <a:pt x="88676" y="276122"/>
                </a:cubicBezTo>
                <a:cubicBezTo>
                  <a:pt x="88676" y="247711"/>
                  <a:pt x="111771" y="224680"/>
                  <a:pt x="140260" y="224680"/>
                </a:cubicBezTo>
                <a:close/>
                <a:moveTo>
                  <a:pt x="521177" y="148117"/>
                </a:moveTo>
                <a:lnTo>
                  <a:pt x="584301" y="148117"/>
                </a:lnTo>
                <a:cubicBezTo>
                  <a:pt x="597848" y="148117"/>
                  <a:pt x="608814" y="159070"/>
                  <a:pt x="608814" y="172601"/>
                </a:cubicBezTo>
                <a:lnTo>
                  <a:pt x="608814" y="561209"/>
                </a:lnTo>
                <a:cubicBezTo>
                  <a:pt x="608814" y="574740"/>
                  <a:pt x="597848" y="585693"/>
                  <a:pt x="584301" y="585693"/>
                </a:cubicBezTo>
                <a:lnTo>
                  <a:pt x="521177" y="585693"/>
                </a:lnTo>
                <a:cubicBezTo>
                  <a:pt x="507722" y="585693"/>
                  <a:pt x="496756" y="574740"/>
                  <a:pt x="496756" y="561209"/>
                </a:cubicBezTo>
                <a:lnTo>
                  <a:pt x="496756" y="172601"/>
                </a:lnTo>
                <a:cubicBezTo>
                  <a:pt x="496756" y="159070"/>
                  <a:pt x="507722" y="148117"/>
                  <a:pt x="521177" y="148117"/>
                </a:cubicBezTo>
                <a:close/>
                <a:moveTo>
                  <a:pt x="116229" y="131322"/>
                </a:moveTo>
                <a:lnTo>
                  <a:pt x="164246" y="131322"/>
                </a:lnTo>
                <a:cubicBezTo>
                  <a:pt x="175214" y="131322"/>
                  <a:pt x="184061" y="140159"/>
                  <a:pt x="184061" y="151113"/>
                </a:cubicBezTo>
                <a:lnTo>
                  <a:pt x="184061" y="171457"/>
                </a:lnTo>
                <a:cubicBezTo>
                  <a:pt x="193001" y="175231"/>
                  <a:pt x="201019" y="180386"/>
                  <a:pt x="208669" y="186094"/>
                </a:cubicBezTo>
                <a:lnTo>
                  <a:pt x="226641" y="175692"/>
                </a:lnTo>
                <a:cubicBezTo>
                  <a:pt x="236134" y="170261"/>
                  <a:pt x="248300" y="173482"/>
                  <a:pt x="253737" y="182964"/>
                </a:cubicBezTo>
                <a:lnTo>
                  <a:pt x="277792" y="224572"/>
                </a:lnTo>
                <a:cubicBezTo>
                  <a:pt x="280465" y="229083"/>
                  <a:pt x="281110" y="234514"/>
                  <a:pt x="279727" y="239577"/>
                </a:cubicBezTo>
                <a:cubicBezTo>
                  <a:pt x="278437" y="244640"/>
                  <a:pt x="275119" y="248966"/>
                  <a:pt x="270511" y="251544"/>
                </a:cubicBezTo>
                <a:lnTo>
                  <a:pt x="252355" y="262038"/>
                </a:lnTo>
                <a:cubicBezTo>
                  <a:pt x="253000" y="266733"/>
                  <a:pt x="253829" y="271335"/>
                  <a:pt x="253829" y="276122"/>
                </a:cubicBezTo>
                <a:cubicBezTo>
                  <a:pt x="253829" y="281001"/>
                  <a:pt x="253000" y="285604"/>
                  <a:pt x="252355" y="290206"/>
                </a:cubicBezTo>
                <a:lnTo>
                  <a:pt x="270511" y="300700"/>
                </a:lnTo>
                <a:cubicBezTo>
                  <a:pt x="279174" y="305671"/>
                  <a:pt x="282308" y="316165"/>
                  <a:pt x="278714" y="325094"/>
                </a:cubicBezTo>
                <a:cubicBezTo>
                  <a:pt x="272354" y="322609"/>
                  <a:pt x="265442" y="321136"/>
                  <a:pt x="258253" y="321136"/>
                </a:cubicBezTo>
                <a:lnTo>
                  <a:pt x="195858" y="321136"/>
                </a:lnTo>
                <a:cubicBezTo>
                  <a:pt x="205904" y="308709"/>
                  <a:pt x="212171" y="293244"/>
                  <a:pt x="212171" y="276122"/>
                </a:cubicBezTo>
                <a:cubicBezTo>
                  <a:pt x="212171" y="236539"/>
                  <a:pt x="179914" y="204320"/>
                  <a:pt x="140191" y="204320"/>
                </a:cubicBezTo>
                <a:cubicBezTo>
                  <a:pt x="100561" y="204320"/>
                  <a:pt x="68304" y="236539"/>
                  <a:pt x="68304" y="276122"/>
                </a:cubicBezTo>
                <a:cubicBezTo>
                  <a:pt x="68304" y="315797"/>
                  <a:pt x="100561" y="348016"/>
                  <a:pt x="140191" y="348016"/>
                </a:cubicBezTo>
                <a:cubicBezTo>
                  <a:pt x="143048" y="348016"/>
                  <a:pt x="145721" y="347463"/>
                  <a:pt x="148486" y="347095"/>
                </a:cubicBezTo>
                <a:cubicBezTo>
                  <a:pt x="143233" y="355564"/>
                  <a:pt x="140099" y="365414"/>
                  <a:pt x="140099" y="376000"/>
                </a:cubicBezTo>
                <a:lnTo>
                  <a:pt x="140099" y="420922"/>
                </a:lnTo>
                <a:lnTo>
                  <a:pt x="116229" y="420922"/>
                </a:lnTo>
                <a:cubicBezTo>
                  <a:pt x="105261" y="420922"/>
                  <a:pt x="96413" y="412085"/>
                  <a:pt x="96413" y="401131"/>
                </a:cubicBezTo>
                <a:lnTo>
                  <a:pt x="96413" y="380787"/>
                </a:lnTo>
                <a:cubicBezTo>
                  <a:pt x="87474" y="377013"/>
                  <a:pt x="79455" y="371950"/>
                  <a:pt x="71806" y="366150"/>
                </a:cubicBezTo>
                <a:lnTo>
                  <a:pt x="53742" y="376552"/>
                </a:lnTo>
                <a:cubicBezTo>
                  <a:pt x="49226" y="379222"/>
                  <a:pt x="43788" y="379866"/>
                  <a:pt x="38719" y="378577"/>
                </a:cubicBezTo>
                <a:cubicBezTo>
                  <a:pt x="33650" y="377197"/>
                  <a:pt x="29318" y="373883"/>
                  <a:pt x="26738" y="369372"/>
                </a:cubicBezTo>
                <a:lnTo>
                  <a:pt x="2683" y="327764"/>
                </a:lnTo>
                <a:cubicBezTo>
                  <a:pt x="-2847" y="318282"/>
                  <a:pt x="471" y="306131"/>
                  <a:pt x="9872" y="300700"/>
                </a:cubicBezTo>
                <a:lnTo>
                  <a:pt x="28120" y="290206"/>
                </a:lnTo>
                <a:cubicBezTo>
                  <a:pt x="27475" y="285604"/>
                  <a:pt x="26645" y="281001"/>
                  <a:pt x="26645" y="276122"/>
                </a:cubicBezTo>
                <a:cubicBezTo>
                  <a:pt x="26645" y="271335"/>
                  <a:pt x="27475" y="266733"/>
                  <a:pt x="28120" y="262038"/>
                </a:cubicBezTo>
                <a:lnTo>
                  <a:pt x="9872" y="251544"/>
                </a:lnTo>
                <a:cubicBezTo>
                  <a:pt x="471" y="246113"/>
                  <a:pt x="-2847" y="233962"/>
                  <a:pt x="2683" y="224572"/>
                </a:cubicBezTo>
                <a:lnTo>
                  <a:pt x="26738" y="182964"/>
                </a:lnTo>
                <a:cubicBezTo>
                  <a:pt x="29318" y="178361"/>
                  <a:pt x="33650" y="175139"/>
                  <a:pt x="38719" y="173759"/>
                </a:cubicBezTo>
                <a:cubicBezTo>
                  <a:pt x="43788" y="172378"/>
                  <a:pt x="49226" y="173114"/>
                  <a:pt x="53742" y="175692"/>
                </a:cubicBezTo>
                <a:lnTo>
                  <a:pt x="71806" y="186094"/>
                </a:lnTo>
                <a:cubicBezTo>
                  <a:pt x="79455" y="180386"/>
                  <a:pt x="87474" y="175231"/>
                  <a:pt x="96413" y="171457"/>
                </a:cubicBezTo>
                <a:lnTo>
                  <a:pt x="96413" y="151113"/>
                </a:lnTo>
                <a:cubicBezTo>
                  <a:pt x="96413" y="140159"/>
                  <a:pt x="105261" y="131322"/>
                  <a:pt x="116229" y="131322"/>
                </a:cubicBezTo>
                <a:close/>
                <a:moveTo>
                  <a:pt x="445756" y="83476"/>
                </a:moveTo>
                <a:cubicBezTo>
                  <a:pt x="428335" y="83476"/>
                  <a:pt x="414140" y="97557"/>
                  <a:pt x="414140" y="115044"/>
                </a:cubicBezTo>
                <a:cubicBezTo>
                  <a:pt x="414140" y="132438"/>
                  <a:pt x="428335" y="146520"/>
                  <a:pt x="445756" y="146520"/>
                </a:cubicBezTo>
                <a:cubicBezTo>
                  <a:pt x="463176" y="146520"/>
                  <a:pt x="477371" y="132438"/>
                  <a:pt x="477371" y="115044"/>
                </a:cubicBezTo>
                <a:cubicBezTo>
                  <a:pt x="477371" y="97557"/>
                  <a:pt x="463176" y="83476"/>
                  <a:pt x="445756" y="83476"/>
                </a:cubicBezTo>
                <a:close/>
                <a:moveTo>
                  <a:pt x="426676" y="0"/>
                </a:moveTo>
                <a:lnTo>
                  <a:pt x="464835" y="0"/>
                </a:lnTo>
                <a:cubicBezTo>
                  <a:pt x="473500" y="0"/>
                  <a:pt x="480597" y="7087"/>
                  <a:pt x="480597" y="15738"/>
                </a:cubicBezTo>
                <a:lnTo>
                  <a:pt x="480597" y="31936"/>
                </a:lnTo>
                <a:cubicBezTo>
                  <a:pt x="487694" y="34881"/>
                  <a:pt x="494054" y="38931"/>
                  <a:pt x="500138" y="43533"/>
                </a:cubicBezTo>
                <a:lnTo>
                  <a:pt x="514425" y="35249"/>
                </a:lnTo>
                <a:cubicBezTo>
                  <a:pt x="521983" y="30924"/>
                  <a:pt x="531569" y="33501"/>
                  <a:pt x="535901" y="40956"/>
                </a:cubicBezTo>
                <a:lnTo>
                  <a:pt x="554981" y="73996"/>
                </a:lnTo>
                <a:cubicBezTo>
                  <a:pt x="557101" y="77585"/>
                  <a:pt x="557654" y="81911"/>
                  <a:pt x="556640" y="85961"/>
                </a:cubicBezTo>
                <a:cubicBezTo>
                  <a:pt x="555534" y="89918"/>
                  <a:pt x="552861" y="93415"/>
                  <a:pt x="549266" y="95440"/>
                </a:cubicBezTo>
                <a:lnTo>
                  <a:pt x="534887" y="103815"/>
                </a:lnTo>
                <a:cubicBezTo>
                  <a:pt x="535348" y="107497"/>
                  <a:pt x="535993" y="111178"/>
                  <a:pt x="535993" y="115044"/>
                </a:cubicBezTo>
                <a:cubicBezTo>
                  <a:pt x="535993" y="115872"/>
                  <a:pt x="535809" y="116700"/>
                  <a:pt x="535717" y="117621"/>
                </a:cubicBezTo>
                <a:lnTo>
                  <a:pt x="521153" y="117621"/>
                </a:lnTo>
                <a:cubicBezTo>
                  <a:pt x="490828" y="117621"/>
                  <a:pt x="466126" y="142286"/>
                  <a:pt x="466126" y="172565"/>
                </a:cubicBezTo>
                <a:lnTo>
                  <a:pt x="466126" y="229719"/>
                </a:lnTo>
                <a:lnTo>
                  <a:pt x="466126" y="242604"/>
                </a:lnTo>
                <a:cubicBezTo>
                  <a:pt x="462715" y="237726"/>
                  <a:pt x="458383" y="233493"/>
                  <a:pt x="453590" y="229995"/>
                </a:cubicBezTo>
                <a:cubicBezTo>
                  <a:pt x="444465" y="223369"/>
                  <a:pt x="433404" y="219319"/>
                  <a:pt x="421330" y="219319"/>
                </a:cubicBezTo>
                <a:lnTo>
                  <a:pt x="411928" y="219319"/>
                </a:lnTo>
                <a:cubicBezTo>
                  <a:pt x="411375" y="217755"/>
                  <a:pt x="410914" y="216098"/>
                  <a:pt x="410914" y="214257"/>
                </a:cubicBezTo>
                <a:lnTo>
                  <a:pt x="410914" y="198059"/>
                </a:lnTo>
                <a:cubicBezTo>
                  <a:pt x="403817" y="195114"/>
                  <a:pt x="397457" y="191064"/>
                  <a:pt x="391373" y="186463"/>
                </a:cubicBezTo>
                <a:lnTo>
                  <a:pt x="377086" y="194746"/>
                </a:lnTo>
                <a:cubicBezTo>
                  <a:pt x="373492" y="196863"/>
                  <a:pt x="369160" y="197415"/>
                  <a:pt x="365104" y="196310"/>
                </a:cubicBezTo>
                <a:cubicBezTo>
                  <a:pt x="361140" y="195206"/>
                  <a:pt x="357638" y="192629"/>
                  <a:pt x="355610" y="189040"/>
                </a:cubicBezTo>
                <a:lnTo>
                  <a:pt x="336530" y="155999"/>
                </a:lnTo>
                <a:cubicBezTo>
                  <a:pt x="332198" y="148452"/>
                  <a:pt x="334687" y="138881"/>
                  <a:pt x="342245" y="134463"/>
                </a:cubicBezTo>
                <a:lnTo>
                  <a:pt x="356716" y="126180"/>
                </a:lnTo>
                <a:cubicBezTo>
                  <a:pt x="356163" y="122498"/>
                  <a:pt x="355518" y="118817"/>
                  <a:pt x="355518" y="115044"/>
                </a:cubicBezTo>
                <a:cubicBezTo>
                  <a:pt x="355518" y="111178"/>
                  <a:pt x="356163" y="107497"/>
                  <a:pt x="356716" y="103815"/>
                </a:cubicBezTo>
                <a:lnTo>
                  <a:pt x="342245" y="95440"/>
                </a:lnTo>
                <a:cubicBezTo>
                  <a:pt x="334687" y="91115"/>
                  <a:pt x="332198" y="81543"/>
                  <a:pt x="336530" y="73996"/>
                </a:cubicBezTo>
                <a:lnTo>
                  <a:pt x="355610" y="40956"/>
                </a:lnTo>
                <a:cubicBezTo>
                  <a:pt x="357638" y="37366"/>
                  <a:pt x="361140" y="34789"/>
                  <a:pt x="365104" y="33685"/>
                </a:cubicBezTo>
                <a:cubicBezTo>
                  <a:pt x="369160" y="32580"/>
                  <a:pt x="373492" y="33133"/>
                  <a:pt x="377086" y="35249"/>
                </a:cubicBezTo>
                <a:lnTo>
                  <a:pt x="391373" y="43533"/>
                </a:lnTo>
                <a:cubicBezTo>
                  <a:pt x="397457" y="38931"/>
                  <a:pt x="403817" y="34881"/>
                  <a:pt x="410914" y="31936"/>
                </a:cubicBezTo>
                <a:lnTo>
                  <a:pt x="410914" y="15738"/>
                </a:lnTo>
                <a:cubicBezTo>
                  <a:pt x="410914" y="7087"/>
                  <a:pt x="418011" y="0"/>
                  <a:pt x="42667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224" name="object 8" descr="e7d195523061f1c01d60fa9f1cfcbfb3d7dea265119d71e15FBB43640B43E9A75E03FE54C774D5D4779ED45933E78901D3CB0E69E39D04A9E1E9B25CF060C4BCA4D072860494D0D8E683C2FE58414E15877B695135D6CEB30962CF2075449C804E6F29D49CE62F2EB207CEA50615BC9B65D91765878A06D1A54029FD44ADE983229E43F72FFED854"/>
          <p:cNvSpPr txBox="1"/>
          <p:nvPr/>
        </p:nvSpPr>
        <p:spPr>
          <a:xfrm>
            <a:off x="1390015" y="581025"/>
            <a:ext cx="4108450" cy="541655"/>
          </a:xfrm>
          <a:prstGeom prst="rect">
            <a:avLst/>
          </a:prstGeom>
        </p:spPr>
        <p:txBody>
          <a:bodyPr lIns="0" tIns="0" rIns="0" bIns="0"/>
          <a:lstStyle/>
          <a:p>
            <a:pPr marL="7620" defTabSz="544195"/>
            <a:r>
              <a:rPr lang="zh-CN" altLang="en-US" sz="3200" b="1" spc="100" dirty="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Source Sans Pro Semibold"/>
              </a:rPr>
              <a:t>添加标题文本</a:t>
            </a:r>
          </a:p>
        </p:txBody>
      </p:sp>
      <p:sp>
        <p:nvSpPr>
          <p:cNvPr id="225" name="Freeform 23"/>
          <p:cNvSpPr/>
          <p:nvPr/>
        </p:nvSpPr>
        <p:spPr>
          <a:xfrm rot="1561435">
            <a:off x="583565" y="654685"/>
            <a:ext cx="501650" cy="495935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86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8" name="Freeform 23"/>
          <p:cNvSpPr/>
          <p:nvPr/>
        </p:nvSpPr>
        <p:spPr>
          <a:xfrm rot="20879087">
            <a:off x="915035" y="491490"/>
            <a:ext cx="347345" cy="372745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86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6" dur="2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500"/>
                            </p:stCondLst>
                            <p:childTnLst>
                              <p:par>
                                <p:cTn id="8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0" dur="2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3500"/>
                            </p:stCondLst>
                            <p:childTnLst>
                              <p:par>
                                <p:cTn id="9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4" dur="2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500"/>
                            </p:stCondLst>
                            <p:childTnLst>
                              <p:par>
                                <p:cTn id="9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2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1" grpId="0" bldLvl="0" animBg="1"/>
      <p:bldP spid="22" grpId="0" bldLvl="0" animBg="1"/>
      <p:bldP spid="23" grpId="0"/>
      <p:bldP spid="24" grpId="0"/>
      <p:bldP spid="25" grpId="0"/>
      <p:bldP spid="200" grpId="0" bldLvl="0" animBg="1"/>
      <p:bldP spid="201" grpId="0" bldLvl="0" animBg="1"/>
      <p:bldP spid="202" grpId="0" bldLvl="0" animBg="1"/>
      <p:bldP spid="203" grpId="0"/>
      <p:bldP spid="204" grpId="0"/>
      <p:bldP spid="205" grpId="0"/>
      <p:bldP spid="208" grpId="0"/>
      <p:bldP spid="209" grpId="0"/>
      <p:bldP spid="214" grpId="0"/>
      <p:bldP spid="215" grpId="0" bldLvl="0" animBg="1"/>
      <p:bldP spid="222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78641" y="-1580841"/>
            <a:ext cx="12148566" cy="696471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5"/>
              </a:lnSpc>
              <a:spcBef>
                <a:spcPct val="0"/>
              </a:spcBef>
            </a:pPr>
            <a:endParaRPr sz="1200" dirty="0">
              <a:latin typeface="宋体" panose="02010600030101010101" pitchFamily="2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pic>
        <p:nvPicPr>
          <p:cNvPr id="64" name="图片 6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19834415">
            <a:off x="7402121" y="885262"/>
            <a:ext cx="1907585" cy="158734"/>
          </a:xfrm>
          <a:prstGeom prst="rect">
            <a:avLst/>
          </a:prstGeom>
        </p:spPr>
      </p:pic>
      <p:pic>
        <p:nvPicPr>
          <p:cNvPr id="65" name="图片 6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4"/>
          <a:srcRect l="12972" r="9543"/>
          <a:stretch>
            <a:fillRect/>
          </a:stretch>
        </p:blipFill>
        <p:spPr>
          <a:xfrm>
            <a:off x="-1905372" y="3748882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66" name="图片 6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24"/>
          <a:srcRect l="12972" r="9543"/>
          <a:stretch>
            <a:fillRect/>
          </a:stretch>
        </p:blipFill>
        <p:spPr>
          <a:xfrm>
            <a:off x="-1813709" y="1821083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67" name="图片 66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19834415">
            <a:off x="10963615" y="5023104"/>
            <a:ext cx="888978" cy="113651"/>
          </a:xfrm>
          <a:prstGeom prst="rect">
            <a:avLst/>
          </a:prstGeom>
        </p:spPr>
      </p:pic>
      <p:sp>
        <p:nvSpPr>
          <p:cNvPr id="78" name="椭圆 77"/>
          <p:cNvSpPr/>
          <p:nvPr/>
        </p:nvSpPr>
        <p:spPr>
          <a:xfrm>
            <a:off x="11528425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1163574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1174242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11528425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1163574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1174242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11528425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1163574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1174242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椭圆 6"/>
          <p:cNvSpPr/>
          <p:nvPr>
            <p:custDataLst>
              <p:tags r:id="rId3"/>
            </p:custDataLst>
          </p:nvPr>
        </p:nvSpPr>
        <p:spPr>
          <a:xfrm flipH="1" flipV="1">
            <a:off x="6146594" y="3185131"/>
            <a:ext cx="1639889" cy="1888738"/>
          </a:xfrm>
          <a:custGeom>
            <a:avLst/>
            <a:gdLst/>
            <a:ahLst/>
            <a:cxnLst/>
            <a:rect l="l" t="t" r="r" b="b"/>
            <a:pathLst>
              <a:path w="1352978" h="1558290">
                <a:moveTo>
                  <a:pt x="779145" y="0"/>
                </a:moveTo>
                <a:cubicBezTo>
                  <a:pt x="1007226" y="0"/>
                  <a:pt x="1212417" y="98002"/>
                  <a:pt x="1352978" y="255954"/>
                </a:cubicBezTo>
                <a:cubicBezTo>
                  <a:pt x="1230457" y="395537"/>
                  <a:pt x="1158327" y="578918"/>
                  <a:pt x="1158327" y="779145"/>
                </a:cubicBezTo>
                <a:cubicBezTo>
                  <a:pt x="1158327" y="979373"/>
                  <a:pt x="1230457" y="1162753"/>
                  <a:pt x="1352978" y="1302337"/>
                </a:cubicBezTo>
                <a:cubicBezTo>
                  <a:pt x="1212417" y="1460288"/>
                  <a:pt x="1007226" y="1558290"/>
                  <a:pt x="779145" y="1558290"/>
                </a:cubicBezTo>
                <a:cubicBezTo>
                  <a:pt x="348835" y="1558290"/>
                  <a:pt x="0" y="1209455"/>
                  <a:pt x="0" y="779145"/>
                </a:cubicBezTo>
                <a:cubicBezTo>
                  <a:pt x="0" y="611543"/>
                  <a:pt x="52919" y="456302"/>
                  <a:pt x="144162" y="330069"/>
                </a:cubicBezTo>
                <a:lnTo>
                  <a:pt x="109784" y="108908"/>
                </a:lnTo>
                <a:lnTo>
                  <a:pt x="331101" y="143310"/>
                </a:lnTo>
                <a:cubicBezTo>
                  <a:pt x="457190" y="52617"/>
                  <a:pt x="612023" y="0"/>
                  <a:pt x="779145" y="0"/>
                </a:cubicBez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lt"/>
            </a:endParaRPr>
          </a:p>
        </p:txBody>
      </p:sp>
      <p:sp>
        <p:nvSpPr>
          <p:cNvPr id="4" name="椭圆 61"/>
          <p:cNvSpPr/>
          <p:nvPr>
            <p:custDataLst>
              <p:tags r:id="rId4"/>
            </p:custDataLst>
          </p:nvPr>
        </p:nvSpPr>
        <p:spPr>
          <a:xfrm flipH="1" flipV="1">
            <a:off x="4367514" y="3433755"/>
            <a:ext cx="1888738" cy="1640112"/>
          </a:xfrm>
          <a:custGeom>
            <a:avLst/>
            <a:gdLst/>
            <a:ahLst/>
            <a:cxnLst/>
            <a:rect l="l" t="t" r="r" b="b"/>
            <a:pathLst>
              <a:path w="1558290" h="1353163">
                <a:moveTo>
                  <a:pt x="779145" y="0"/>
                </a:moveTo>
                <a:cubicBezTo>
                  <a:pt x="946584" y="0"/>
                  <a:pt x="1101686" y="52816"/>
                  <a:pt x="1227870" y="143872"/>
                </a:cubicBezTo>
                <a:lnTo>
                  <a:pt x="1452805" y="108907"/>
                </a:lnTo>
                <a:lnTo>
                  <a:pt x="1417746" y="334454"/>
                </a:lnTo>
                <a:cubicBezTo>
                  <a:pt x="1506649" y="460075"/>
                  <a:pt x="1558290" y="613579"/>
                  <a:pt x="1558290" y="779145"/>
                </a:cubicBezTo>
                <a:cubicBezTo>
                  <a:pt x="1558290" y="1007122"/>
                  <a:pt x="1460378" y="1212230"/>
                  <a:pt x="1302560" y="1352794"/>
                </a:cubicBezTo>
                <a:cubicBezTo>
                  <a:pt x="1163008" y="1230383"/>
                  <a:pt x="979715" y="1158329"/>
                  <a:pt x="779593" y="1158329"/>
                </a:cubicBezTo>
                <a:cubicBezTo>
                  <a:pt x="579261" y="1158329"/>
                  <a:pt x="395794" y="1230534"/>
                  <a:pt x="256179" y="1353163"/>
                </a:cubicBezTo>
                <a:cubicBezTo>
                  <a:pt x="98093" y="1212607"/>
                  <a:pt x="0" y="1007331"/>
                  <a:pt x="0" y="779145"/>
                </a:cubicBezTo>
                <a:cubicBezTo>
                  <a:pt x="0" y="348835"/>
                  <a:pt x="348835" y="0"/>
                  <a:pt x="779145" y="0"/>
                </a:cubicBezTo>
                <a:close/>
              </a:path>
            </a:pathLst>
          </a:custGeom>
          <a:solidFill>
            <a:srgbClr val="143A7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lt"/>
            </a:endParaRPr>
          </a:p>
        </p:txBody>
      </p:sp>
      <p:sp>
        <p:nvSpPr>
          <p:cNvPr id="5" name="椭圆 6"/>
          <p:cNvSpPr/>
          <p:nvPr>
            <p:custDataLst>
              <p:tags r:id="rId5"/>
            </p:custDataLst>
          </p:nvPr>
        </p:nvSpPr>
        <p:spPr>
          <a:xfrm>
            <a:off x="4367514" y="1666404"/>
            <a:ext cx="1639889" cy="1888738"/>
          </a:xfrm>
          <a:custGeom>
            <a:avLst/>
            <a:gdLst/>
            <a:ahLst/>
            <a:cxnLst/>
            <a:rect l="l" t="t" r="r" b="b"/>
            <a:pathLst>
              <a:path w="1352978" h="1558290">
                <a:moveTo>
                  <a:pt x="779145" y="0"/>
                </a:moveTo>
                <a:cubicBezTo>
                  <a:pt x="1007226" y="0"/>
                  <a:pt x="1212417" y="98002"/>
                  <a:pt x="1352978" y="255954"/>
                </a:cubicBezTo>
                <a:cubicBezTo>
                  <a:pt x="1230457" y="395537"/>
                  <a:pt x="1158327" y="578918"/>
                  <a:pt x="1158327" y="779145"/>
                </a:cubicBezTo>
                <a:cubicBezTo>
                  <a:pt x="1158327" y="979373"/>
                  <a:pt x="1230457" y="1162753"/>
                  <a:pt x="1352978" y="1302337"/>
                </a:cubicBezTo>
                <a:cubicBezTo>
                  <a:pt x="1212417" y="1460288"/>
                  <a:pt x="1007226" y="1558290"/>
                  <a:pt x="779145" y="1558290"/>
                </a:cubicBezTo>
                <a:cubicBezTo>
                  <a:pt x="348835" y="1558290"/>
                  <a:pt x="0" y="1209455"/>
                  <a:pt x="0" y="779145"/>
                </a:cubicBezTo>
                <a:cubicBezTo>
                  <a:pt x="0" y="611543"/>
                  <a:pt x="52919" y="456302"/>
                  <a:pt x="144162" y="330069"/>
                </a:cubicBezTo>
                <a:lnTo>
                  <a:pt x="109784" y="108908"/>
                </a:lnTo>
                <a:lnTo>
                  <a:pt x="331101" y="143310"/>
                </a:lnTo>
                <a:cubicBezTo>
                  <a:pt x="457190" y="52617"/>
                  <a:pt x="612023" y="0"/>
                  <a:pt x="779145" y="0"/>
                </a:cubicBez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lt"/>
            </a:endParaRPr>
          </a:p>
        </p:txBody>
      </p:sp>
      <p:sp>
        <p:nvSpPr>
          <p:cNvPr id="6" name="椭圆 61"/>
          <p:cNvSpPr/>
          <p:nvPr>
            <p:custDataLst>
              <p:tags r:id="rId6"/>
            </p:custDataLst>
          </p:nvPr>
        </p:nvSpPr>
        <p:spPr>
          <a:xfrm>
            <a:off x="5885672" y="1654342"/>
            <a:ext cx="1888738" cy="1640112"/>
          </a:xfrm>
          <a:custGeom>
            <a:avLst/>
            <a:gdLst/>
            <a:ahLst/>
            <a:cxnLst/>
            <a:rect l="l" t="t" r="r" b="b"/>
            <a:pathLst>
              <a:path w="1558290" h="1353163">
                <a:moveTo>
                  <a:pt x="779145" y="0"/>
                </a:moveTo>
                <a:cubicBezTo>
                  <a:pt x="946584" y="0"/>
                  <a:pt x="1101686" y="52816"/>
                  <a:pt x="1227870" y="143872"/>
                </a:cubicBezTo>
                <a:lnTo>
                  <a:pt x="1452805" y="108907"/>
                </a:lnTo>
                <a:lnTo>
                  <a:pt x="1417746" y="334454"/>
                </a:lnTo>
                <a:cubicBezTo>
                  <a:pt x="1506649" y="460075"/>
                  <a:pt x="1558290" y="613579"/>
                  <a:pt x="1558290" y="779145"/>
                </a:cubicBezTo>
                <a:cubicBezTo>
                  <a:pt x="1558290" y="1007122"/>
                  <a:pt x="1460378" y="1212230"/>
                  <a:pt x="1302560" y="1352794"/>
                </a:cubicBezTo>
                <a:cubicBezTo>
                  <a:pt x="1163008" y="1230383"/>
                  <a:pt x="979715" y="1158329"/>
                  <a:pt x="779593" y="1158329"/>
                </a:cubicBezTo>
                <a:cubicBezTo>
                  <a:pt x="579261" y="1158329"/>
                  <a:pt x="395794" y="1230534"/>
                  <a:pt x="256179" y="1353163"/>
                </a:cubicBezTo>
                <a:cubicBezTo>
                  <a:pt x="98093" y="1212607"/>
                  <a:pt x="0" y="1007331"/>
                  <a:pt x="0" y="779145"/>
                </a:cubicBezTo>
                <a:cubicBezTo>
                  <a:pt x="0" y="348835"/>
                  <a:pt x="348835" y="0"/>
                  <a:pt x="779145" y="0"/>
                </a:cubicBezTo>
                <a:close/>
              </a:path>
            </a:pathLst>
          </a:custGeom>
          <a:solidFill>
            <a:srgbClr val="143A7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lt"/>
            </a:endParaRPr>
          </a:p>
        </p:txBody>
      </p:sp>
      <p:sp>
        <p:nvSpPr>
          <p:cNvPr id="7" name="TextBox 121"/>
          <p:cNvSpPr txBox="1"/>
          <p:nvPr>
            <p:custDataLst>
              <p:tags r:id="rId7"/>
            </p:custDataLst>
          </p:nvPr>
        </p:nvSpPr>
        <p:spPr>
          <a:xfrm>
            <a:off x="4679239" y="2199993"/>
            <a:ext cx="1072026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 kern="0" dirty="0">
                <a:latin typeface="Times New Roman" panose="02020603050405020304" charset="0"/>
                <a:ea typeface="汉仪中简黑简" panose="00020600040101010101" charset="-122"/>
                <a:cs typeface="+mn-ea"/>
                <a:sym typeface="+mn-lt"/>
              </a:rPr>
              <a:t>A</a:t>
            </a:r>
          </a:p>
        </p:txBody>
      </p:sp>
      <p:sp>
        <p:nvSpPr>
          <p:cNvPr id="9" name="TextBox 122"/>
          <p:cNvSpPr txBox="1"/>
          <p:nvPr>
            <p:custDataLst>
              <p:tags r:id="rId8"/>
            </p:custDataLst>
          </p:nvPr>
        </p:nvSpPr>
        <p:spPr>
          <a:xfrm>
            <a:off x="6357976" y="2175706"/>
            <a:ext cx="987843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 kern="0" dirty="0">
                <a:solidFill>
                  <a:schemeClr val="bg1"/>
                </a:solidFill>
                <a:latin typeface="Times New Roman" panose="02020603050405020304" charset="0"/>
                <a:ea typeface="汉仪中简黑简" panose="00020600040101010101" charset="-122"/>
                <a:cs typeface="+mn-ea"/>
                <a:sym typeface="+mn-lt"/>
              </a:rPr>
              <a:t>B</a:t>
            </a:r>
          </a:p>
        </p:txBody>
      </p:sp>
      <p:sp>
        <p:nvSpPr>
          <p:cNvPr id="10" name="TextBox 123"/>
          <p:cNvSpPr txBox="1"/>
          <p:nvPr>
            <p:custDataLst>
              <p:tags r:id="rId9"/>
            </p:custDataLst>
          </p:nvPr>
        </p:nvSpPr>
        <p:spPr>
          <a:xfrm>
            <a:off x="4733713" y="3901052"/>
            <a:ext cx="1104809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 kern="0" dirty="0">
                <a:solidFill>
                  <a:schemeClr val="bg1"/>
                </a:solidFill>
                <a:latin typeface="Times New Roman" panose="02020603050405020304" charset="0"/>
                <a:ea typeface="汉仪中简黑简" panose="00020600040101010101" charset="-122"/>
                <a:cs typeface="+mn-ea"/>
                <a:sym typeface="+mn-lt"/>
              </a:rPr>
              <a:t>C</a:t>
            </a:r>
          </a:p>
        </p:txBody>
      </p:sp>
      <p:sp>
        <p:nvSpPr>
          <p:cNvPr id="11" name="TextBox 124"/>
          <p:cNvSpPr txBox="1"/>
          <p:nvPr>
            <p:custDataLst>
              <p:tags r:id="rId10"/>
            </p:custDataLst>
          </p:nvPr>
        </p:nvSpPr>
        <p:spPr>
          <a:xfrm>
            <a:off x="6481762" y="3828420"/>
            <a:ext cx="1021143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 kern="0" dirty="0">
                <a:latin typeface="Times New Roman" panose="02020603050405020304" charset="0"/>
                <a:ea typeface="汉仪中简黑简" panose="00020600040101010101" charset="-122"/>
                <a:cs typeface="+mn-ea"/>
                <a:sym typeface="+mn-lt"/>
              </a:rPr>
              <a:t>D</a:t>
            </a:r>
          </a:p>
        </p:txBody>
      </p:sp>
      <p:sp>
        <p:nvSpPr>
          <p:cNvPr id="23" name="文本框 25"/>
          <p:cNvSpPr txBox="1"/>
          <p:nvPr>
            <p:custDataLst>
              <p:tags r:id="rId11"/>
            </p:custDataLst>
          </p:nvPr>
        </p:nvSpPr>
        <p:spPr>
          <a:xfrm>
            <a:off x="7891690" y="1632476"/>
            <a:ext cx="223556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添加标题文本</a:t>
            </a:r>
          </a:p>
        </p:txBody>
      </p:sp>
      <p:sp>
        <p:nvSpPr>
          <p:cNvPr id="21" name="文本框 28"/>
          <p:cNvSpPr txBox="1"/>
          <p:nvPr>
            <p:custDataLst>
              <p:tags r:id="rId12"/>
            </p:custDataLst>
          </p:nvPr>
        </p:nvSpPr>
        <p:spPr>
          <a:xfrm>
            <a:off x="2073307" y="1632476"/>
            <a:ext cx="223556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添加标题文本</a:t>
            </a:r>
          </a:p>
        </p:txBody>
      </p:sp>
      <p:sp>
        <p:nvSpPr>
          <p:cNvPr id="19" name="文本框 31"/>
          <p:cNvSpPr txBox="1"/>
          <p:nvPr>
            <p:custDataLst>
              <p:tags r:id="rId13"/>
            </p:custDataLst>
          </p:nvPr>
        </p:nvSpPr>
        <p:spPr>
          <a:xfrm>
            <a:off x="7958693" y="4205576"/>
            <a:ext cx="223556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添加标题文本</a:t>
            </a:r>
          </a:p>
        </p:txBody>
      </p:sp>
      <p:sp>
        <p:nvSpPr>
          <p:cNvPr id="17" name="文本框 36"/>
          <p:cNvSpPr txBox="1"/>
          <p:nvPr>
            <p:custDataLst>
              <p:tags r:id="rId14"/>
            </p:custDataLst>
          </p:nvPr>
        </p:nvSpPr>
        <p:spPr>
          <a:xfrm>
            <a:off x="2064743" y="4146292"/>
            <a:ext cx="223556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添加标题文本</a:t>
            </a:r>
          </a:p>
        </p:txBody>
      </p:sp>
      <p:sp>
        <p:nvSpPr>
          <p:cNvPr id="24" name="Freeform 46"/>
          <p:cNvSpPr/>
          <p:nvPr>
            <p:custDataLst>
              <p:tags r:id="rId15"/>
            </p:custDataLst>
          </p:nvPr>
        </p:nvSpPr>
        <p:spPr>
          <a:xfrm rot="18992739">
            <a:off x="308492" y="5998321"/>
            <a:ext cx="549249" cy="543008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25" name="Freeform 46"/>
          <p:cNvSpPr/>
          <p:nvPr>
            <p:custDataLst>
              <p:tags r:id="rId16"/>
            </p:custDataLst>
          </p:nvPr>
        </p:nvSpPr>
        <p:spPr>
          <a:xfrm rot="21223754">
            <a:off x="690521" y="5630513"/>
            <a:ext cx="424962" cy="413776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2" name="文本框 1"/>
          <p:cNvSpPr txBox="1"/>
          <p:nvPr>
            <p:custDataLst>
              <p:tags r:id="rId17"/>
            </p:custDataLst>
          </p:nvPr>
        </p:nvSpPr>
        <p:spPr>
          <a:xfrm>
            <a:off x="1328368" y="2125709"/>
            <a:ext cx="2933939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2" name="文本框 11"/>
          <p:cNvSpPr txBox="1"/>
          <p:nvPr>
            <p:custDataLst>
              <p:tags r:id="rId18"/>
            </p:custDataLst>
          </p:nvPr>
        </p:nvSpPr>
        <p:spPr>
          <a:xfrm>
            <a:off x="1534175" y="4619341"/>
            <a:ext cx="2933939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3" name="文本框 12"/>
          <p:cNvSpPr txBox="1"/>
          <p:nvPr>
            <p:custDataLst>
              <p:tags r:id="rId19"/>
            </p:custDataLst>
          </p:nvPr>
        </p:nvSpPr>
        <p:spPr>
          <a:xfrm>
            <a:off x="7948574" y="4579960"/>
            <a:ext cx="2933939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4" name="文本框 13"/>
          <p:cNvSpPr txBox="1"/>
          <p:nvPr>
            <p:custDataLst>
              <p:tags r:id="rId20"/>
            </p:custDataLst>
          </p:nvPr>
        </p:nvSpPr>
        <p:spPr>
          <a:xfrm>
            <a:off x="7958693" y="2110593"/>
            <a:ext cx="2933939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r>
              <a:rPr lang="zh-CN" altLang="en-US" sz="11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HarmonyOS Sans SC Light" panose="00000400000000000000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7709E-94D1-1E10-5455-70C578E50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82EE5101-9361-FE4F-1EA2-F2992BE7B5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72" r="9543"/>
          <a:stretch>
            <a:fillRect/>
          </a:stretch>
        </p:blipFill>
        <p:spPr>
          <a:xfrm>
            <a:off x="0" y="3611270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5" name="图片 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99BE5A00-2F0F-1CC1-D901-FB99D85C46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72" r="9543"/>
          <a:stretch>
            <a:fillRect/>
          </a:stretch>
        </p:blipFill>
        <p:spPr>
          <a:xfrm>
            <a:off x="0" y="29715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2D3EE810-778E-3582-781E-EEA84E9D54E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pic>
        <p:nvPicPr>
          <p:cNvPr id="15" name="图片 1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A5280E06-A86E-B6E8-D284-C2EFAE51D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834415">
            <a:off x="7402121" y="885262"/>
            <a:ext cx="1907585" cy="158734"/>
          </a:xfrm>
          <a:prstGeom prst="rect">
            <a:avLst/>
          </a:prstGeom>
        </p:spPr>
      </p:pic>
      <p:pic>
        <p:nvPicPr>
          <p:cNvPr id="16" name="图片 1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F5969677-AD36-E507-1064-5DA8423A34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834415">
            <a:off x="10963615" y="5023104"/>
            <a:ext cx="888978" cy="113651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EC76CED0-4267-7515-941F-D14EBA6B1A89}"/>
              </a:ext>
            </a:extLst>
          </p:cNvPr>
          <p:cNvGrpSpPr/>
          <p:nvPr/>
        </p:nvGrpSpPr>
        <p:grpSpPr>
          <a:xfrm>
            <a:off x="11528527" y="6150694"/>
            <a:ext cx="294640" cy="303828"/>
            <a:chOff x="1259840" y="5827410"/>
            <a:chExt cx="670560" cy="691470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783E43E-B0A4-D580-ADB4-E699BBE6B757}"/>
                </a:ext>
              </a:extLst>
            </p:cNvPr>
            <p:cNvGrpSpPr/>
            <p:nvPr/>
          </p:nvGrpSpPr>
          <p:grpSpPr>
            <a:xfrm>
              <a:off x="1259840" y="5827410"/>
              <a:ext cx="670560" cy="182880"/>
              <a:chOff x="1259840" y="5827410"/>
              <a:chExt cx="670560" cy="182880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2CD018D2-BB1C-E21C-CF15-62A53526EC53}"/>
                  </a:ext>
                </a:extLst>
              </p:cNvPr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11173165-DD2B-9837-789C-34525A6E90B6}"/>
                  </a:ext>
                </a:extLst>
              </p:cNvPr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A1102EA-2B58-01B9-6CE1-3472F876A537}"/>
                  </a:ext>
                </a:extLst>
              </p:cNvPr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0C0F5235-930C-0547-2BEB-1456FE120D6F}"/>
                </a:ext>
              </a:extLst>
            </p:cNvPr>
            <p:cNvGrpSpPr/>
            <p:nvPr/>
          </p:nvGrpSpPr>
          <p:grpSpPr>
            <a:xfrm>
              <a:off x="1259840" y="6081705"/>
              <a:ext cx="670560" cy="182880"/>
              <a:chOff x="1259840" y="5827410"/>
              <a:chExt cx="670560" cy="182880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C5F16128-3BE9-A9F8-EEDA-A66E3F9A492B}"/>
                  </a:ext>
                </a:extLst>
              </p:cNvPr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F64B1A50-784A-3C79-029D-2E7409DC6B4B}"/>
                  </a:ext>
                </a:extLst>
              </p:cNvPr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B9B4D187-64FC-B482-CFAC-C66A062D5483}"/>
                  </a:ext>
                </a:extLst>
              </p:cNvPr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C4A4473-CAD4-3450-317C-0CFA42D4201C}"/>
                </a:ext>
              </a:extLst>
            </p:cNvPr>
            <p:cNvGrpSpPr/>
            <p:nvPr/>
          </p:nvGrpSpPr>
          <p:grpSpPr>
            <a:xfrm>
              <a:off x="1259840" y="6336000"/>
              <a:ext cx="670560" cy="182880"/>
              <a:chOff x="1259840" y="5827410"/>
              <a:chExt cx="670560" cy="182880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25556E49-66BB-F850-44A1-3215E5DC8006}"/>
                  </a:ext>
                </a:extLst>
              </p:cNvPr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9C4FEDED-98AB-BF52-2A10-ACEFCA9F778C}"/>
                  </a:ext>
                </a:extLst>
              </p:cNvPr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B3F9BA2B-9762-30F3-8C22-93ED0F0C3BD7}"/>
                  </a:ext>
                </a:extLst>
              </p:cNvPr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" name="椭圆 8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A5551DB6-7F95-664F-9F3B-C3DC442CE9F5}"/>
              </a:ext>
            </a:extLst>
          </p:cNvPr>
          <p:cNvSpPr/>
          <p:nvPr/>
        </p:nvSpPr>
        <p:spPr>
          <a:xfrm>
            <a:off x="2834005" y="-55245"/>
            <a:ext cx="6252210" cy="5247640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3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9E95021-1B28-520B-6EF2-8C425DF9D71D}"/>
              </a:ext>
            </a:extLst>
          </p:cNvPr>
          <p:cNvGrpSpPr/>
          <p:nvPr/>
        </p:nvGrpSpPr>
        <p:grpSpPr>
          <a:xfrm>
            <a:off x="4106545" y="2607794"/>
            <a:ext cx="5695315" cy="1086836"/>
            <a:chOff x="-40138" y="1964962"/>
            <a:chExt cx="6975885" cy="1120761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F35A756-D74E-5C3F-9B37-576237B53D66}"/>
                </a:ext>
              </a:extLst>
            </p:cNvPr>
            <p:cNvSpPr/>
            <p:nvPr/>
          </p:nvSpPr>
          <p:spPr>
            <a:xfrm rot="1561435">
              <a:off x="5426858" y="2014074"/>
              <a:ext cx="501666" cy="598507"/>
            </a:xfrm>
            <a:custGeom>
              <a:avLst/>
              <a:gdLst/>
              <a:ahLst/>
              <a:cxnLst/>
              <a:rect l="l" t="t" r="r" b="b"/>
              <a:pathLst>
                <a:path w="752411" h="743860">
                  <a:moveTo>
                    <a:pt x="0" y="0"/>
                  </a:moveTo>
                  <a:lnTo>
                    <a:pt x="752411" y="0"/>
                  </a:lnTo>
                  <a:lnTo>
                    <a:pt x="752411" y="743860"/>
                  </a:lnTo>
                  <a:lnTo>
                    <a:pt x="0" y="743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8AB9A94-7E01-B96F-AF9C-E4FB1BAEDB88}"/>
                </a:ext>
              </a:extLst>
            </p:cNvPr>
            <p:cNvSpPr txBox="1"/>
            <p:nvPr/>
          </p:nvSpPr>
          <p:spPr>
            <a:xfrm>
              <a:off x="-40138" y="1964962"/>
              <a:ext cx="6975885" cy="11207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720"/>
                </a:lnSpc>
              </a:pPr>
              <a:r>
                <a:rPr lang="en-US" altLang="zh-CN" sz="5400" dirty="0">
                  <a:solidFill>
                    <a:srgbClr val="FFFF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04 </a:t>
              </a:r>
              <a:r>
                <a:rPr lang="zh-CN" altLang="en-US" sz="5400" b="1" dirty="0">
                  <a:solidFill>
                    <a:srgbClr val="FFFF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请输入标题</a:t>
              </a:r>
              <a:endParaRPr lang="en-US" sz="6000" b="1" dirty="0">
                <a:solidFill>
                  <a:srgbClr val="FFFFFF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" name="Freeform 45">
            <a:extLst>
              <a:ext uri="{FF2B5EF4-FFF2-40B4-BE49-F238E27FC236}">
                <a16:creationId xmlns:a16="http://schemas.microsoft.com/office/drawing/2014/main" id="{63104980-9455-A819-E90E-34C4EC528321}"/>
              </a:ext>
            </a:extLst>
          </p:cNvPr>
          <p:cNvSpPr/>
          <p:nvPr/>
        </p:nvSpPr>
        <p:spPr>
          <a:xfrm rot="21440243">
            <a:off x="8072120" y="2988310"/>
            <a:ext cx="1222375" cy="1519555"/>
          </a:xfrm>
          <a:custGeom>
            <a:avLst/>
            <a:gdLst/>
            <a:ahLst/>
            <a:cxnLst/>
            <a:rect l="l" t="t" r="r" b="b"/>
            <a:pathLst>
              <a:path w="2149877" h="1645671">
                <a:moveTo>
                  <a:pt x="0" y="0"/>
                </a:moveTo>
                <a:lnTo>
                  <a:pt x="2149877" y="0"/>
                </a:lnTo>
                <a:lnTo>
                  <a:pt x="2149877" y="1645671"/>
                </a:lnTo>
                <a:lnTo>
                  <a:pt x="0" y="16456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46">
            <a:extLst>
              <a:ext uri="{FF2B5EF4-FFF2-40B4-BE49-F238E27FC236}">
                <a16:creationId xmlns:a16="http://schemas.microsoft.com/office/drawing/2014/main" id="{7ECAB9DC-66C9-D1D9-6507-59C451F468D6}"/>
              </a:ext>
            </a:extLst>
          </p:cNvPr>
          <p:cNvSpPr/>
          <p:nvPr/>
        </p:nvSpPr>
        <p:spPr>
          <a:xfrm rot="18992739">
            <a:off x="8369300" y="4168140"/>
            <a:ext cx="526415" cy="762635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AF8CBC-3845-82E5-1FE8-5AE30246C7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54224" y="1702282"/>
            <a:ext cx="5060391" cy="477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222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>
            <p:custDataLst>
              <p:tags r:id="rId1"/>
            </p:custDataLst>
          </p:nvPr>
        </p:nvSpPr>
        <p:spPr>
          <a:xfrm>
            <a:off x="3358932" y="2202216"/>
            <a:ext cx="7850611" cy="941963"/>
          </a:xfrm>
          <a:custGeom>
            <a:avLst/>
            <a:gdLst/>
            <a:ahLst/>
            <a:cxnLst/>
            <a:rect l="l" t="t" r="r" b="b"/>
            <a:pathLst>
              <a:path w="3101476" h="372134">
                <a:moveTo>
                  <a:pt x="10519" y="0"/>
                </a:moveTo>
                <a:lnTo>
                  <a:pt x="3090957" y="0"/>
                </a:lnTo>
                <a:cubicBezTo>
                  <a:pt x="3093747" y="0"/>
                  <a:pt x="3096422" y="1108"/>
                  <a:pt x="3098395" y="3081"/>
                </a:cubicBezTo>
                <a:cubicBezTo>
                  <a:pt x="3100368" y="5054"/>
                  <a:pt x="3101476" y="7729"/>
                  <a:pt x="3101476" y="10519"/>
                </a:cubicBezTo>
                <a:lnTo>
                  <a:pt x="3101476" y="361615"/>
                </a:lnTo>
                <a:cubicBezTo>
                  <a:pt x="3101476" y="367424"/>
                  <a:pt x="3096766" y="372134"/>
                  <a:pt x="3090957" y="372134"/>
                </a:cubicBezTo>
                <a:lnTo>
                  <a:pt x="10519" y="372134"/>
                </a:lnTo>
                <a:cubicBezTo>
                  <a:pt x="7729" y="372134"/>
                  <a:pt x="5054" y="371025"/>
                  <a:pt x="3081" y="369053"/>
                </a:cubicBezTo>
                <a:cubicBezTo>
                  <a:pt x="1108" y="367080"/>
                  <a:pt x="0" y="364405"/>
                  <a:pt x="0" y="361615"/>
                </a:cubicBezTo>
                <a:lnTo>
                  <a:pt x="0" y="10519"/>
                </a:lnTo>
                <a:cubicBezTo>
                  <a:pt x="0" y="7729"/>
                  <a:pt x="1108" y="5054"/>
                  <a:pt x="3081" y="3081"/>
                </a:cubicBezTo>
                <a:cubicBezTo>
                  <a:pt x="5054" y="1108"/>
                  <a:pt x="7729" y="0"/>
                  <a:pt x="1051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bg1"/>
            </a:solidFill>
            <a:prstDash val="solid"/>
            <a:miter/>
          </a:ln>
        </p:spPr>
      </p:sp>
      <p:sp>
        <p:nvSpPr>
          <p:cNvPr id="10" name="Freeform 10"/>
          <p:cNvSpPr/>
          <p:nvPr>
            <p:custDataLst>
              <p:tags r:id="rId2"/>
            </p:custDataLst>
          </p:nvPr>
        </p:nvSpPr>
        <p:spPr>
          <a:xfrm>
            <a:off x="1072098" y="2202216"/>
            <a:ext cx="2164647" cy="941963"/>
          </a:xfrm>
          <a:custGeom>
            <a:avLst/>
            <a:gdLst/>
            <a:ahLst/>
            <a:cxnLst/>
            <a:rect l="l" t="t" r="r" b="b"/>
            <a:pathLst>
              <a:path w="855169" h="372134">
                <a:moveTo>
                  <a:pt x="38150" y="0"/>
                </a:moveTo>
                <a:lnTo>
                  <a:pt x="817019" y="0"/>
                </a:lnTo>
                <a:cubicBezTo>
                  <a:pt x="838089" y="0"/>
                  <a:pt x="855169" y="17080"/>
                  <a:pt x="855169" y="38150"/>
                </a:cubicBezTo>
                <a:lnTo>
                  <a:pt x="855169" y="333984"/>
                </a:lnTo>
                <a:cubicBezTo>
                  <a:pt x="855169" y="355054"/>
                  <a:pt x="838089" y="372134"/>
                  <a:pt x="817019" y="372134"/>
                </a:cubicBezTo>
                <a:lnTo>
                  <a:pt x="38150" y="372134"/>
                </a:lnTo>
                <a:cubicBezTo>
                  <a:pt x="17080" y="372134"/>
                  <a:pt x="0" y="355054"/>
                  <a:pt x="0" y="333984"/>
                </a:cubicBezTo>
                <a:lnTo>
                  <a:pt x="0" y="38150"/>
                </a:lnTo>
                <a:cubicBezTo>
                  <a:pt x="0" y="17080"/>
                  <a:pt x="17080" y="0"/>
                  <a:pt x="38150" y="0"/>
                </a:cubicBezTo>
                <a:close/>
              </a:path>
            </a:pathLst>
          </a:custGeom>
          <a:noFill/>
          <a:ln w="28575" cap="sq">
            <a:solidFill>
              <a:schemeClr val="bg1"/>
            </a:solidFill>
            <a:prstDash val="solid"/>
            <a:miter/>
          </a:ln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3"/>
            </p:custDataLst>
          </p:nvPr>
        </p:nvSpPr>
        <p:spPr>
          <a:xfrm>
            <a:off x="3635034" y="2469302"/>
            <a:ext cx="7297865" cy="45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5"/>
              </a:lnSpc>
            </a:pPr>
            <a:r>
              <a:rPr lang="zh-CN" altLang="en-US" sz="1100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3" name="TextBox 13"/>
          <p:cNvSpPr txBox="1"/>
          <p:nvPr>
            <p:custDataLst>
              <p:tags r:id="rId4"/>
            </p:custDataLst>
          </p:nvPr>
        </p:nvSpPr>
        <p:spPr>
          <a:xfrm>
            <a:off x="1206062" y="2474570"/>
            <a:ext cx="1896718" cy="3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0"/>
              </a:lnSpc>
            </a:pPr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标题文字</a:t>
            </a:r>
          </a:p>
        </p:txBody>
      </p:sp>
      <p:sp>
        <p:nvSpPr>
          <p:cNvPr id="18" name="Freeform 18"/>
          <p:cNvSpPr/>
          <p:nvPr>
            <p:custDataLst>
              <p:tags r:id="rId5"/>
            </p:custDataLst>
          </p:nvPr>
        </p:nvSpPr>
        <p:spPr>
          <a:xfrm>
            <a:off x="3358932" y="3482879"/>
            <a:ext cx="7850611" cy="941963"/>
          </a:xfrm>
          <a:custGeom>
            <a:avLst/>
            <a:gdLst/>
            <a:ahLst/>
            <a:cxnLst/>
            <a:rect l="l" t="t" r="r" b="b"/>
            <a:pathLst>
              <a:path w="3101476" h="372134">
                <a:moveTo>
                  <a:pt x="10519" y="0"/>
                </a:moveTo>
                <a:lnTo>
                  <a:pt x="3090957" y="0"/>
                </a:lnTo>
                <a:cubicBezTo>
                  <a:pt x="3093747" y="0"/>
                  <a:pt x="3096422" y="1108"/>
                  <a:pt x="3098395" y="3081"/>
                </a:cubicBezTo>
                <a:cubicBezTo>
                  <a:pt x="3100368" y="5054"/>
                  <a:pt x="3101476" y="7729"/>
                  <a:pt x="3101476" y="10519"/>
                </a:cubicBezTo>
                <a:lnTo>
                  <a:pt x="3101476" y="361615"/>
                </a:lnTo>
                <a:cubicBezTo>
                  <a:pt x="3101476" y="367424"/>
                  <a:pt x="3096766" y="372134"/>
                  <a:pt x="3090957" y="372134"/>
                </a:cubicBezTo>
                <a:lnTo>
                  <a:pt x="10519" y="372134"/>
                </a:lnTo>
                <a:cubicBezTo>
                  <a:pt x="7729" y="372134"/>
                  <a:pt x="5054" y="371025"/>
                  <a:pt x="3081" y="369053"/>
                </a:cubicBezTo>
                <a:cubicBezTo>
                  <a:pt x="1108" y="367080"/>
                  <a:pt x="0" y="364405"/>
                  <a:pt x="0" y="361615"/>
                </a:cubicBezTo>
                <a:lnTo>
                  <a:pt x="0" y="10519"/>
                </a:lnTo>
                <a:cubicBezTo>
                  <a:pt x="0" y="7729"/>
                  <a:pt x="1108" y="5054"/>
                  <a:pt x="3081" y="3081"/>
                </a:cubicBezTo>
                <a:cubicBezTo>
                  <a:pt x="5054" y="1108"/>
                  <a:pt x="7729" y="0"/>
                  <a:pt x="1051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bg1"/>
            </a:solidFill>
            <a:prstDash val="solid"/>
            <a:miter/>
          </a:ln>
        </p:spPr>
      </p:sp>
      <p:sp>
        <p:nvSpPr>
          <p:cNvPr id="21" name="Freeform 21"/>
          <p:cNvSpPr/>
          <p:nvPr>
            <p:custDataLst>
              <p:tags r:id="rId6"/>
            </p:custDataLst>
          </p:nvPr>
        </p:nvSpPr>
        <p:spPr>
          <a:xfrm>
            <a:off x="1072098" y="3482879"/>
            <a:ext cx="2164647" cy="941963"/>
          </a:xfrm>
          <a:custGeom>
            <a:avLst/>
            <a:gdLst/>
            <a:ahLst/>
            <a:cxnLst/>
            <a:rect l="l" t="t" r="r" b="b"/>
            <a:pathLst>
              <a:path w="855169" h="372134">
                <a:moveTo>
                  <a:pt x="38150" y="0"/>
                </a:moveTo>
                <a:lnTo>
                  <a:pt x="817019" y="0"/>
                </a:lnTo>
                <a:cubicBezTo>
                  <a:pt x="838089" y="0"/>
                  <a:pt x="855169" y="17080"/>
                  <a:pt x="855169" y="38150"/>
                </a:cubicBezTo>
                <a:lnTo>
                  <a:pt x="855169" y="333984"/>
                </a:lnTo>
                <a:cubicBezTo>
                  <a:pt x="855169" y="355054"/>
                  <a:pt x="838089" y="372134"/>
                  <a:pt x="817019" y="372134"/>
                </a:cubicBezTo>
                <a:lnTo>
                  <a:pt x="38150" y="372134"/>
                </a:lnTo>
                <a:cubicBezTo>
                  <a:pt x="17080" y="372134"/>
                  <a:pt x="0" y="355054"/>
                  <a:pt x="0" y="333984"/>
                </a:cubicBezTo>
                <a:lnTo>
                  <a:pt x="0" y="38150"/>
                </a:lnTo>
                <a:cubicBezTo>
                  <a:pt x="0" y="17080"/>
                  <a:pt x="17080" y="0"/>
                  <a:pt x="3815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bg1"/>
            </a:solidFill>
            <a:prstDash val="solid"/>
            <a:miter/>
          </a:ln>
        </p:spPr>
      </p:sp>
      <p:sp>
        <p:nvSpPr>
          <p:cNvPr id="24" name="TextBox 24"/>
          <p:cNvSpPr txBox="1"/>
          <p:nvPr>
            <p:custDataLst>
              <p:tags r:id="rId7"/>
            </p:custDataLst>
          </p:nvPr>
        </p:nvSpPr>
        <p:spPr>
          <a:xfrm>
            <a:off x="1206062" y="3755233"/>
            <a:ext cx="1896718" cy="3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0"/>
              </a:lnSpc>
            </a:pPr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标题文字</a:t>
            </a:r>
          </a:p>
        </p:txBody>
      </p:sp>
      <p:sp>
        <p:nvSpPr>
          <p:cNvPr id="29" name="Freeform 29"/>
          <p:cNvSpPr/>
          <p:nvPr>
            <p:custDataLst>
              <p:tags r:id="rId8"/>
            </p:custDataLst>
          </p:nvPr>
        </p:nvSpPr>
        <p:spPr>
          <a:xfrm>
            <a:off x="3358932" y="4763541"/>
            <a:ext cx="7850611" cy="941963"/>
          </a:xfrm>
          <a:custGeom>
            <a:avLst/>
            <a:gdLst/>
            <a:ahLst/>
            <a:cxnLst/>
            <a:rect l="l" t="t" r="r" b="b"/>
            <a:pathLst>
              <a:path w="3101476" h="372134">
                <a:moveTo>
                  <a:pt x="10519" y="0"/>
                </a:moveTo>
                <a:lnTo>
                  <a:pt x="3090957" y="0"/>
                </a:lnTo>
                <a:cubicBezTo>
                  <a:pt x="3093747" y="0"/>
                  <a:pt x="3096422" y="1108"/>
                  <a:pt x="3098395" y="3081"/>
                </a:cubicBezTo>
                <a:cubicBezTo>
                  <a:pt x="3100368" y="5054"/>
                  <a:pt x="3101476" y="7729"/>
                  <a:pt x="3101476" y="10519"/>
                </a:cubicBezTo>
                <a:lnTo>
                  <a:pt x="3101476" y="361615"/>
                </a:lnTo>
                <a:cubicBezTo>
                  <a:pt x="3101476" y="367424"/>
                  <a:pt x="3096766" y="372134"/>
                  <a:pt x="3090957" y="372134"/>
                </a:cubicBezTo>
                <a:lnTo>
                  <a:pt x="10519" y="372134"/>
                </a:lnTo>
                <a:cubicBezTo>
                  <a:pt x="7729" y="372134"/>
                  <a:pt x="5054" y="371025"/>
                  <a:pt x="3081" y="369053"/>
                </a:cubicBezTo>
                <a:cubicBezTo>
                  <a:pt x="1108" y="367080"/>
                  <a:pt x="0" y="364405"/>
                  <a:pt x="0" y="361615"/>
                </a:cubicBezTo>
                <a:lnTo>
                  <a:pt x="0" y="10519"/>
                </a:lnTo>
                <a:cubicBezTo>
                  <a:pt x="0" y="7729"/>
                  <a:pt x="1108" y="5054"/>
                  <a:pt x="3081" y="3081"/>
                </a:cubicBezTo>
                <a:cubicBezTo>
                  <a:pt x="5054" y="1108"/>
                  <a:pt x="7729" y="0"/>
                  <a:pt x="1051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bg1"/>
            </a:solidFill>
            <a:prstDash val="solid"/>
            <a:miter/>
          </a:ln>
        </p:spPr>
      </p:sp>
      <p:sp>
        <p:nvSpPr>
          <p:cNvPr id="32" name="Freeform 32"/>
          <p:cNvSpPr/>
          <p:nvPr>
            <p:custDataLst>
              <p:tags r:id="rId9"/>
            </p:custDataLst>
          </p:nvPr>
        </p:nvSpPr>
        <p:spPr>
          <a:xfrm>
            <a:off x="1072098" y="4763541"/>
            <a:ext cx="2164647" cy="941963"/>
          </a:xfrm>
          <a:custGeom>
            <a:avLst/>
            <a:gdLst/>
            <a:ahLst/>
            <a:cxnLst/>
            <a:rect l="l" t="t" r="r" b="b"/>
            <a:pathLst>
              <a:path w="855169" h="372134">
                <a:moveTo>
                  <a:pt x="38150" y="0"/>
                </a:moveTo>
                <a:lnTo>
                  <a:pt x="817019" y="0"/>
                </a:lnTo>
                <a:cubicBezTo>
                  <a:pt x="838089" y="0"/>
                  <a:pt x="855169" y="17080"/>
                  <a:pt x="855169" y="38150"/>
                </a:cubicBezTo>
                <a:lnTo>
                  <a:pt x="855169" y="333984"/>
                </a:lnTo>
                <a:cubicBezTo>
                  <a:pt x="855169" y="355054"/>
                  <a:pt x="838089" y="372134"/>
                  <a:pt x="817019" y="372134"/>
                </a:cubicBezTo>
                <a:lnTo>
                  <a:pt x="38150" y="372134"/>
                </a:lnTo>
                <a:cubicBezTo>
                  <a:pt x="17080" y="372134"/>
                  <a:pt x="0" y="355054"/>
                  <a:pt x="0" y="333984"/>
                </a:cubicBezTo>
                <a:lnTo>
                  <a:pt x="0" y="38150"/>
                </a:lnTo>
                <a:cubicBezTo>
                  <a:pt x="0" y="17080"/>
                  <a:pt x="17080" y="0"/>
                  <a:pt x="3815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bg1"/>
            </a:solidFill>
            <a:prstDash val="solid"/>
            <a:miter/>
          </a:ln>
        </p:spPr>
      </p:sp>
      <p:sp>
        <p:nvSpPr>
          <p:cNvPr id="35" name="TextBox 35"/>
          <p:cNvSpPr txBox="1"/>
          <p:nvPr>
            <p:custDataLst>
              <p:tags r:id="rId10"/>
            </p:custDataLst>
          </p:nvPr>
        </p:nvSpPr>
        <p:spPr>
          <a:xfrm>
            <a:off x="1206062" y="5035895"/>
            <a:ext cx="1896718" cy="3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0"/>
              </a:lnSpc>
            </a:pPr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标题文字</a:t>
            </a:r>
          </a:p>
        </p:txBody>
      </p:sp>
      <p:sp>
        <p:nvSpPr>
          <p:cNvPr id="204" name="星形: 四角 203"/>
          <p:cNvSpPr>
            <a:spLocks noChangeAspect="1"/>
          </p:cNvSpPr>
          <p:nvPr/>
        </p:nvSpPr>
        <p:spPr>
          <a:xfrm>
            <a:off x="605155" y="192659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" name="星形: 四角 204"/>
          <p:cNvSpPr>
            <a:spLocks noChangeAspect="1"/>
          </p:cNvSpPr>
          <p:nvPr/>
        </p:nvSpPr>
        <p:spPr>
          <a:xfrm>
            <a:off x="1172210" y="17526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6" name="星形: 四角 205"/>
          <p:cNvSpPr>
            <a:spLocks noChangeAspect="1"/>
          </p:cNvSpPr>
          <p:nvPr/>
        </p:nvSpPr>
        <p:spPr>
          <a:xfrm>
            <a:off x="1792605" y="16363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7" name="星形: 四角 206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919605" y="213614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8" name="星形: 四角 207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434465" y="22225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9" name="星形: 四角 208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172210" y="244729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0" name="星形: 四角 209"/>
          <p:cNvSpPr>
            <a:spLocks noChangeAspect="1"/>
          </p:cNvSpPr>
          <p:nvPr/>
        </p:nvSpPr>
        <p:spPr>
          <a:xfrm>
            <a:off x="-43815" y="20694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1" name="星形: 四角 210"/>
          <p:cNvSpPr>
            <a:spLocks noChangeAspect="1"/>
          </p:cNvSpPr>
          <p:nvPr/>
        </p:nvSpPr>
        <p:spPr>
          <a:xfrm>
            <a:off x="2613660" y="194437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2" name="星形: 四角 211"/>
          <p:cNvSpPr>
            <a:spLocks noChangeAspect="1"/>
          </p:cNvSpPr>
          <p:nvPr/>
        </p:nvSpPr>
        <p:spPr>
          <a:xfrm>
            <a:off x="813435" y="27063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3" name="星形: 四角 212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434465" y="29718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4" name="星形: 四角 213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908175" y="28321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" name="星形: 四角 214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2451100" y="33369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6" name="星形: 四角 215"/>
          <p:cNvSpPr>
            <a:spLocks noChangeAspect="1"/>
          </p:cNvSpPr>
          <p:nvPr>
            <p:custDataLst>
              <p:tags r:id="rId17"/>
            </p:custDataLst>
          </p:nvPr>
        </p:nvSpPr>
        <p:spPr>
          <a:xfrm>
            <a:off x="2152650" y="348615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7" name="星形: 四角 216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>
            <a:off x="1587500" y="35941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8" name="星形: 四角 217"/>
          <p:cNvSpPr>
            <a:spLocks noChangeAspect="1"/>
          </p:cNvSpPr>
          <p:nvPr>
            <p:custDataLst>
              <p:tags r:id="rId19"/>
            </p:custDataLst>
          </p:nvPr>
        </p:nvSpPr>
        <p:spPr>
          <a:xfrm>
            <a:off x="2019300" y="36925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9" name="星形: 四角 218"/>
          <p:cNvSpPr>
            <a:spLocks noChangeAspect="1"/>
          </p:cNvSpPr>
          <p:nvPr>
            <p:custDataLst>
              <p:tags r:id="rId20"/>
            </p:custDataLst>
          </p:nvPr>
        </p:nvSpPr>
        <p:spPr>
          <a:xfrm>
            <a:off x="2298700" y="38195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0" name="星形: 四角 219"/>
          <p:cNvSpPr>
            <a:spLocks noChangeAspect="1"/>
          </p:cNvSpPr>
          <p:nvPr/>
        </p:nvSpPr>
        <p:spPr>
          <a:xfrm>
            <a:off x="228600" y="344995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1" name="星形: 四角 220"/>
          <p:cNvSpPr>
            <a:spLocks noChangeAspect="1"/>
          </p:cNvSpPr>
          <p:nvPr/>
        </p:nvSpPr>
        <p:spPr>
          <a:xfrm>
            <a:off x="589280" y="38195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2" name="星形: 四角 221"/>
          <p:cNvSpPr>
            <a:spLocks noChangeAspect="1"/>
          </p:cNvSpPr>
          <p:nvPr/>
        </p:nvSpPr>
        <p:spPr>
          <a:xfrm>
            <a:off x="297180" y="40481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3" name="星形: 四角 222"/>
          <p:cNvSpPr>
            <a:spLocks noChangeAspect="1"/>
          </p:cNvSpPr>
          <p:nvPr/>
        </p:nvSpPr>
        <p:spPr>
          <a:xfrm>
            <a:off x="116205" y="42481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4" name="星形: 四角 223"/>
          <p:cNvSpPr>
            <a:spLocks noChangeAspect="1"/>
          </p:cNvSpPr>
          <p:nvPr/>
        </p:nvSpPr>
        <p:spPr>
          <a:xfrm>
            <a:off x="622935" y="44450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" name="星形: 四角 224"/>
          <p:cNvSpPr>
            <a:spLocks noChangeAspect="1"/>
          </p:cNvSpPr>
          <p:nvPr/>
        </p:nvSpPr>
        <p:spPr>
          <a:xfrm>
            <a:off x="730885" y="50006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6" name="星形: 四角 225"/>
          <p:cNvSpPr>
            <a:spLocks noChangeAspect="1"/>
          </p:cNvSpPr>
          <p:nvPr>
            <p:custDataLst>
              <p:tags r:id="rId21"/>
            </p:custDataLst>
          </p:nvPr>
        </p:nvSpPr>
        <p:spPr>
          <a:xfrm>
            <a:off x="1515110" y="47625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7" name="星形: 四角 226"/>
          <p:cNvSpPr>
            <a:spLocks noChangeAspect="1"/>
          </p:cNvSpPr>
          <p:nvPr>
            <p:custDataLst>
              <p:tags r:id="rId22"/>
            </p:custDataLst>
          </p:nvPr>
        </p:nvSpPr>
        <p:spPr>
          <a:xfrm>
            <a:off x="2740660" y="44450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8" name="星形: 四角 227"/>
          <p:cNvSpPr>
            <a:spLocks noChangeAspect="1"/>
          </p:cNvSpPr>
          <p:nvPr>
            <p:custDataLst>
              <p:tags r:id="rId23"/>
            </p:custDataLst>
          </p:nvPr>
        </p:nvSpPr>
        <p:spPr>
          <a:xfrm>
            <a:off x="1654810" y="51403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9" name="星形: 四角 228"/>
          <p:cNvSpPr>
            <a:spLocks noChangeAspect="1"/>
          </p:cNvSpPr>
          <p:nvPr>
            <p:custDataLst>
              <p:tags r:id="rId24"/>
            </p:custDataLst>
          </p:nvPr>
        </p:nvSpPr>
        <p:spPr>
          <a:xfrm>
            <a:off x="2167255" y="526097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0" name="星形: 四角 229"/>
          <p:cNvSpPr>
            <a:spLocks noChangeAspect="1"/>
          </p:cNvSpPr>
          <p:nvPr>
            <p:custDataLst>
              <p:tags r:id="rId25"/>
            </p:custDataLst>
          </p:nvPr>
        </p:nvSpPr>
        <p:spPr>
          <a:xfrm>
            <a:off x="2494915" y="52431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1" name="星形: 四角 230"/>
          <p:cNvSpPr>
            <a:spLocks noChangeAspect="1"/>
          </p:cNvSpPr>
          <p:nvPr>
            <p:custDataLst>
              <p:tags r:id="rId26"/>
            </p:custDataLst>
          </p:nvPr>
        </p:nvSpPr>
        <p:spPr>
          <a:xfrm>
            <a:off x="2760980" y="514032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2" name="星形: 四角 231"/>
          <p:cNvSpPr>
            <a:spLocks noChangeAspect="1"/>
          </p:cNvSpPr>
          <p:nvPr>
            <p:custDataLst>
              <p:tags r:id="rId27"/>
            </p:custDataLst>
          </p:nvPr>
        </p:nvSpPr>
        <p:spPr>
          <a:xfrm>
            <a:off x="2964180" y="52431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3" name="星形: 四角 232"/>
          <p:cNvSpPr>
            <a:spLocks noChangeAspect="1"/>
          </p:cNvSpPr>
          <p:nvPr>
            <p:custDataLst>
              <p:tags r:id="rId28"/>
            </p:custDataLst>
          </p:nvPr>
        </p:nvSpPr>
        <p:spPr>
          <a:xfrm>
            <a:off x="7708265" y="521335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4" name="星形: 四角 233"/>
          <p:cNvSpPr>
            <a:spLocks noChangeAspect="1"/>
          </p:cNvSpPr>
          <p:nvPr>
            <p:custDataLst>
              <p:tags r:id="rId29"/>
            </p:custDataLst>
          </p:nvPr>
        </p:nvSpPr>
        <p:spPr>
          <a:xfrm>
            <a:off x="7647940" y="535305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5" name="星形: 四角 234"/>
          <p:cNvSpPr>
            <a:spLocks noChangeAspect="1"/>
          </p:cNvSpPr>
          <p:nvPr>
            <p:custDataLst>
              <p:tags r:id="rId30"/>
            </p:custDataLst>
          </p:nvPr>
        </p:nvSpPr>
        <p:spPr>
          <a:xfrm>
            <a:off x="1672590" y="55105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6" name="星形: 四角 235"/>
          <p:cNvSpPr>
            <a:spLocks noChangeAspect="1"/>
          </p:cNvSpPr>
          <p:nvPr/>
        </p:nvSpPr>
        <p:spPr>
          <a:xfrm>
            <a:off x="1470660" y="58820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7" name="星形: 四角 236"/>
          <p:cNvSpPr>
            <a:spLocks noChangeAspect="1"/>
          </p:cNvSpPr>
          <p:nvPr/>
        </p:nvSpPr>
        <p:spPr>
          <a:xfrm>
            <a:off x="499110" y="54502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8" name="星形: 四角 237"/>
          <p:cNvSpPr>
            <a:spLocks noChangeAspect="1"/>
          </p:cNvSpPr>
          <p:nvPr/>
        </p:nvSpPr>
        <p:spPr>
          <a:xfrm>
            <a:off x="516255" y="60445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9" name="星形: 四角 238"/>
          <p:cNvSpPr>
            <a:spLocks noChangeAspect="1"/>
          </p:cNvSpPr>
          <p:nvPr/>
        </p:nvSpPr>
        <p:spPr>
          <a:xfrm>
            <a:off x="281305" y="54686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0" name="星形: 四角 239"/>
          <p:cNvSpPr>
            <a:spLocks noChangeAspect="1"/>
          </p:cNvSpPr>
          <p:nvPr>
            <p:custDataLst>
              <p:tags r:id="rId31"/>
            </p:custDataLst>
          </p:nvPr>
        </p:nvSpPr>
        <p:spPr>
          <a:xfrm>
            <a:off x="3576955" y="48088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1" name="星形: 四角 240"/>
          <p:cNvSpPr>
            <a:spLocks noChangeAspect="1"/>
          </p:cNvSpPr>
          <p:nvPr>
            <p:custDataLst>
              <p:tags r:id="rId32"/>
            </p:custDataLst>
          </p:nvPr>
        </p:nvSpPr>
        <p:spPr>
          <a:xfrm>
            <a:off x="3773805" y="49041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2" name="星形: 四角 241"/>
          <p:cNvSpPr>
            <a:spLocks noChangeAspect="1"/>
          </p:cNvSpPr>
          <p:nvPr/>
        </p:nvSpPr>
        <p:spPr>
          <a:xfrm>
            <a:off x="5229225" y="609473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3" name="星形: 四角 242"/>
          <p:cNvSpPr>
            <a:spLocks noChangeAspect="1"/>
          </p:cNvSpPr>
          <p:nvPr/>
        </p:nvSpPr>
        <p:spPr>
          <a:xfrm rot="2700000">
            <a:off x="9328150" y="4883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4" name="星形: 四角 243"/>
          <p:cNvSpPr>
            <a:spLocks noChangeAspect="1"/>
          </p:cNvSpPr>
          <p:nvPr/>
        </p:nvSpPr>
        <p:spPr>
          <a:xfrm>
            <a:off x="9006205" y="6496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5" name="星形: 四角 244"/>
          <p:cNvSpPr>
            <a:spLocks noChangeAspect="1"/>
          </p:cNvSpPr>
          <p:nvPr/>
        </p:nvSpPr>
        <p:spPr>
          <a:xfrm>
            <a:off x="8862060" y="8566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6" name="星形: 四角 245"/>
          <p:cNvSpPr>
            <a:spLocks noChangeAspect="1"/>
          </p:cNvSpPr>
          <p:nvPr/>
        </p:nvSpPr>
        <p:spPr>
          <a:xfrm>
            <a:off x="11457305" y="6134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7" name="星形: 四角 246"/>
          <p:cNvSpPr>
            <a:spLocks noChangeAspect="1"/>
          </p:cNvSpPr>
          <p:nvPr/>
        </p:nvSpPr>
        <p:spPr>
          <a:xfrm>
            <a:off x="11216005" y="3721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8" name="星形: 四角 247"/>
          <p:cNvSpPr>
            <a:spLocks noChangeAspect="1"/>
          </p:cNvSpPr>
          <p:nvPr/>
        </p:nvSpPr>
        <p:spPr>
          <a:xfrm rot="2700000">
            <a:off x="9722485" y="96139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9" name="星形: 四角 248"/>
          <p:cNvSpPr>
            <a:spLocks noChangeAspect="1"/>
          </p:cNvSpPr>
          <p:nvPr/>
        </p:nvSpPr>
        <p:spPr>
          <a:xfrm rot="2700000">
            <a:off x="10078085" y="92519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0" name="星形: 四角 249"/>
          <p:cNvSpPr>
            <a:spLocks noChangeAspect="1"/>
          </p:cNvSpPr>
          <p:nvPr/>
        </p:nvSpPr>
        <p:spPr>
          <a:xfrm rot="2700000">
            <a:off x="9885045" y="109791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1" name="星形: 四角 250"/>
          <p:cNvSpPr>
            <a:spLocks noChangeAspect="1"/>
          </p:cNvSpPr>
          <p:nvPr/>
        </p:nvSpPr>
        <p:spPr>
          <a:xfrm rot="2700000">
            <a:off x="9605645" y="12909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2" name="星形: 四角 251"/>
          <p:cNvSpPr>
            <a:spLocks noChangeAspect="1"/>
          </p:cNvSpPr>
          <p:nvPr/>
        </p:nvSpPr>
        <p:spPr>
          <a:xfrm rot="2700000">
            <a:off x="10433685" y="12731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3" name="星形: 四角 252"/>
          <p:cNvSpPr>
            <a:spLocks noChangeAspect="1"/>
          </p:cNvSpPr>
          <p:nvPr/>
        </p:nvSpPr>
        <p:spPr>
          <a:xfrm>
            <a:off x="11149330" y="10801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4" name="星形: 四角 253"/>
          <p:cNvSpPr>
            <a:spLocks noChangeAspect="1"/>
          </p:cNvSpPr>
          <p:nvPr/>
        </p:nvSpPr>
        <p:spPr>
          <a:xfrm rot="2700000">
            <a:off x="10651490" y="16389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5" name="星形: 四角 254"/>
          <p:cNvSpPr>
            <a:spLocks noChangeAspect="1"/>
          </p:cNvSpPr>
          <p:nvPr/>
        </p:nvSpPr>
        <p:spPr>
          <a:xfrm>
            <a:off x="9996805" y="187579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6" name="星形: 四角 255"/>
          <p:cNvSpPr>
            <a:spLocks noChangeAspect="1"/>
          </p:cNvSpPr>
          <p:nvPr/>
        </p:nvSpPr>
        <p:spPr>
          <a:xfrm rot="2700000">
            <a:off x="9569450" y="15881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7" name="星形: 四角 256"/>
          <p:cNvSpPr>
            <a:spLocks noChangeAspect="1"/>
          </p:cNvSpPr>
          <p:nvPr>
            <p:custDataLst>
              <p:tags r:id="rId33"/>
            </p:custDataLst>
          </p:nvPr>
        </p:nvSpPr>
        <p:spPr>
          <a:xfrm>
            <a:off x="9112250" y="220853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8" name="星形: 四角 257"/>
          <p:cNvSpPr>
            <a:spLocks noChangeAspect="1"/>
          </p:cNvSpPr>
          <p:nvPr/>
        </p:nvSpPr>
        <p:spPr>
          <a:xfrm>
            <a:off x="10864850" y="21228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9" name="星形: 四角 258"/>
          <p:cNvSpPr>
            <a:spLocks noChangeAspect="1"/>
          </p:cNvSpPr>
          <p:nvPr/>
        </p:nvSpPr>
        <p:spPr>
          <a:xfrm>
            <a:off x="11216005" y="17164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0" name="星形: 四角 259"/>
          <p:cNvSpPr>
            <a:spLocks noChangeAspect="1"/>
          </p:cNvSpPr>
          <p:nvPr/>
        </p:nvSpPr>
        <p:spPr>
          <a:xfrm>
            <a:off x="11591925" y="21590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1" name="星形: 四角 260"/>
          <p:cNvSpPr>
            <a:spLocks noChangeAspect="1"/>
          </p:cNvSpPr>
          <p:nvPr/>
        </p:nvSpPr>
        <p:spPr>
          <a:xfrm>
            <a:off x="11327765" y="231965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2" name="星形: 四角 261"/>
          <p:cNvSpPr>
            <a:spLocks noChangeAspect="1"/>
          </p:cNvSpPr>
          <p:nvPr>
            <p:custDataLst>
              <p:tags r:id="rId34"/>
            </p:custDataLst>
          </p:nvPr>
        </p:nvSpPr>
        <p:spPr>
          <a:xfrm>
            <a:off x="11167745" y="25838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3" name="星形: 四角 262"/>
          <p:cNvSpPr>
            <a:spLocks noChangeAspect="1"/>
          </p:cNvSpPr>
          <p:nvPr>
            <p:custDataLst>
              <p:tags r:id="rId35"/>
            </p:custDataLst>
          </p:nvPr>
        </p:nvSpPr>
        <p:spPr>
          <a:xfrm>
            <a:off x="11010265" y="27768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4" name="星形: 四角 263"/>
          <p:cNvSpPr>
            <a:spLocks noChangeAspect="1"/>
          </p:cNvSpPr>
          <p:nvPr/>
        </p:nvSpPr>
        <p:spPr>
          <a:xfrm>
            <a:off x="11446510" y="29032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5" name="星形: 四角 264"/>
          <p:cNvSpPr>
            <a:spLocks noChangeAspect="1"/>
          </p:cNvSpPr>
          <p:nvPr/>
        </p:nvSpPr>
        <p:spPr>
          <a:xfrm>
            <a:off x="11725910" y="32404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" name="星形: 四角 265"/>
          <p:cNvSpPr>
            <a:spLocks noChangeAspect="1"/>
          </p:cNvSpPr>
          <p:nvPr>
            <p:custDataLst>
              <p:tags r:id="rId36"/>
            </p:custDataLst>
          </p:nvPr>
        </p:nvSpPr>
        <p:spPr>
          <a:xfrm>
            <a:off x="11045825" y="34182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7" name="星形: 四角 266"/>
          <p:cNvSpPr>
            <a:spLocks noChangeAspect="1"/>
          </p:cNvSpPr>
          <p:nvPr/>
        </p:nvSpPr>
        <p:spPr>
          <a:xfrm>
            <a:off x="11345545" y="388937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8" name="星形: 四角 267"/>
          <p:cNvSpPr>
            <a:spLocks noChangeAspect="1"/>
          </p:cNvSpPr>
          <p:nvPr>
            <p:custDataLst>
              <p:tags r:id="rId37"/>
            </p:custDataLst>
          </p:nvPr>
        </p:nvSpPr>
        <p:spPr>
          <a:xfrm>
            <a:off x="10833735" y="300799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9" name="星形: 四角 268"/>
          <p:cNvSpPr>
            <a:spLocks noChangeAspect="1"/>
          </p:cNvSpPr>
          <p:nvPr>
            <p:custDataLst>
              <p:tags r:id="rId38"/>
            </p:custDataLst>
          </p:nvPr>
        </p:nvSpPr>
        <p:spPr>
          <a:xfrm>
            <a:off x="10669905" y="29210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0" name="星形: 四角 269"/>
          <p:cNvSpPr>
            <a:spLocks noChangeAspect="1"/>
          </p:cNvSpPr>
          <p:nvPr>
            <p:custDataLst>
              <p:tags r:id="rId39"/>
            </p:custDataLst>
          </p:nvPr>
        </p:nvSpPr>
        <p:spPr>
          <a:xfrm>
            <a:off x="10709910" y="319595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1" name="星形: 四角 270"/>
          <p:cNvSpPr>
            <a:spLocks noChangeAspect="1"/>
          </p:cNvSpPr>
          <p:nvPr>
            <p:custDataLst>
              <p:tags r:id="rId40"/>
            </p:custDataLst>
          </p:nvPr>
        </p:nvSpPr>
        <p:spPr>
          <a:xfrm>
            <a:off x="10532110" y="316865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2" name="星形: 四角 271"/>
          <p:cNvSpPr>
            <a:spLocks noChangeAspect="1"/>
          </p:cNvSpPr>
          <p:nvPr>
            <p:custDataLst>
              <p:tags r:id="rId41"/>
            </p:custDataLst>
          </p:nvPr>
        </p:nvSpPr>
        <p:spPr>
          <a:xfrm>
            <a:off x="10493375" y="33508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3" name="星形: 四角 272"/>
          <p:cNvSpPr>
            <a:spLocks noChangeAspect="1"/>
          </p:cNvSpPr>
          <p:nvPr>
            <p:custDataLst>
              <p:tags r:id="rId42"/>
            </p:custDataLst>
          </p:nvPr>
        </p:nvSpPr>
        <p:spPr>
          <a:xfrm>
            <a:off x="10502265" y="360553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4" name="星形: 四角 273"/>
          <p:cNvSpPr>
            <a:spLocks noChangeAspect="1"/>
          </p:cNvSpPr>
          <p:nvPr>
            <p:custDataLst>
              <p:tags r:id="rId43"/>
            </p:custDataLst>
          </p:nvPr>
        </p:nvSpPr>
        <p:spPr>
          <a:xfrm>
            <a:off x="10116820" y="31007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5" name="星形: 四角 274"/>
          <p:cNvSpPr>
            <a:spLocks noChangeAspect="1"/>
          </p:cNvSpPr>
          <p:nvPr>
            <p:custDataLst>
              <p:tags r:id="rId44"/>
            </p:custDataLst>
          </p:nvPr>
        </p:nvSpPr>
        <p:spPr>
          <a:xfrm>
            <a:off x="9902825" y="28670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6" name="星形: 四角 275"/>
          <p:cNvSpPr>
            <a:spLocks noChangeAspect="1"/>
          </p:cNvSpPr>
          <p:nvPr>
            <p:custDataLst>
              <p:tags r:id="rId45"/>
            </p:custDataLst>
          </p:nvPr>
        </p:nvSpPr>
        <p:spPr>
          <a:xfrm>
            <a:off x="9345930" y="296799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7" name="星形: 四角 276"/>
          <p:cNvSpPr>
            <a:spLocks noChangeAspect="1"/>
          </p:cNvSpPr>
          <p:nvPr>
            <p:custDataLst>
              <p:tags r:id="rId46"/>
            </p:custDataLst>
          </p:nvPr>
        </p:nvSpPr>
        <p:spPr>
          <a:xfrm>
            <a:off x="9533890" y="33331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8" name="星形: 四角 277"/>
          <p:cNvSpPr>
            <a:spLocks noChangeAspect="1"/>
          </p:cNvSpPr>
          <p:nvPr>
            <p:custDataLst>
              <p:tags r:id="rId47"/>
            </p:custDataLst>
          </p:nvPr>
        </p:nvSpPr>
        <p:spPr>
          <a:xfrm>
            <a:off x="8766810" y="309435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9" name="星形: 四角 278"/>
          <p:cNvSpPr>
            <a:spLocks noChangeAspect="1"/>
          </p:cNvSpPr>
          <p:nvPr>
            <p:custDataLst>
              <p:tags r:id="rId48"/>
            </p:custDataLst>
          </p:nvPr>
        </p:nvSpPr>
        <p:spPr>
          <a:xfrm>
            <a:off x="8401050" y="31502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0" name="星形: 四角 279"/>
          <p:cNvSpPr>
            <a:spLocks noChangeAspect="1"/>
          </p:cNvSpPr>
          <p:nvPr>
            <p:custDataLst>
              <p:tags r:id="rId49"/>
            </p:custDataLst>
          </p:nvPr>
        </p:nvSpPr>
        <p:spPr>
          <a:xfrm>
            <a:off x="8442960" y="38893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1" name="星形: 四角 280"/>
          <p:cNvSpPr>
            <a:spLocks noChangeAspect="1"/>
          </p:cNvSpPr>
          <p:nvPr>
            <p:custDataLst>
              <p:tags r:id="rId50"/>
            </p:custDataLst>
          </p:nvPr>
        </p:nvSpPr>
        <p:spPr>
          <a:xfrm>
            <a:off x="9023985" y="38265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2" name="星形: 四角 281"/>
          <p:cNvSpPr>
            <a:spLocks noChangeAspect="1"/>
          </p:cNvSpPr>
          <p:nvPr/>
        </p:nvSpPr>
        <p:spPr>
          <a:xfrm>
            <a:off x="6535420" y="7613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3" name="星形: 四角 282"/>
          <p:cNvSpPr>
            <a:spLocks noChangeAspect="1"/>
          </p:cNvSpPr>
          <p:nvPr/>
        </p:nvSpPr>
        <p:spPr>
          <a:xfrm rot="2700000">
            <a:off x="7539990" y="165354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4" name="星形: 四角 283"/>
          <p:cNvSpPr>
            <a:spLocks noChangeAspect="1"/>
          </p:cNvSpPr>
          <p:nvPr/>
        </p:nvSpPr>
        <p:spPr>
          <a:xfrm rot="2700000">
            <a:off x="7325995" y="141986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5" name="星形: 四角 284"/>
          <p:cNvSpPr>
            <a:spLocks noChangeAspect="1"/>
          </p:cNvSpPr>
          <p:nvPr/>
        </p:nvSpPr>
        <p:spPr>
          <a:xfrm rot="2700000">
            <a:off x="6769100" y="152082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6" name="星形: 四角 285"/>
          <p:cNvSpPr>
            <a:spLocks noChangeAspect="1"/>
          </p:cNvSpPr>
          <p:nvPr/>
        </p:nvSpPr>
        <p:spPr>
          <a:xfrm rot="2700000">
            <a:off x="6956425" y="188595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7" name="星形: 四角 286"/>
          <p:cNvSpPr>
            <a:spLocks noChangeAspect="1"/>
          </p:cNvSpPr>
          <p:nvPr/>
        </p:nvSpPr>
        <p:spPr>
          <a:xfrm>
            <a:off x="6189345" y="164719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8" name="星形: 四角 287"/>
          <p:cNvSpPr>
            <a:spLocks noChangeAspect="1"/>
          </p:cNvSpPr>
          <p:nvPr/>
        </p:nvSpPr>
        <p:spPr>
          <a:xfrm>
            <a:off x="5823585" y="170307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9" name="星形: 四角 288"/>
          <p:cNvSpPr>
            <a:spLocks noChangeAspect="1"/>
          </p:cNvSpPr>
          <p:nvPr>
            <p:custDataLst>
              <p:tags r:id="rId51"/>
            </p:custDataLst>
          </p:nvPr>
        </p:nvSpPr>
        <p:spPr>
          <a:xfrm>
            <a:off x="5866130" y="24422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0" name="星形: 四角 289"/>
          <p:cNvSpPr>
            <a:spLocks noChangeAspect="1"/>
          </p:cNvSpPr>
          <p:nvPr>
            <p:custDataLst>
              <p:tags r:id="rId52"/>
            </p:custDataLst>
          </p:nvPr>
        </p:nvSpPr>
        <p:spPr>
          <a:xfrm>
            <a:off x="6447155" y="237934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1" name="星形: 四角 290"/>
          <p:cNvSpPr>
            <a:spLocks noChangeAspect="1"/>
          </p:cNvSpPr>
          <p:nvPr/>
        </p:nvSpPr>
        <p:spPr>
          <a:xfrm>
            <a:off x="7611745" y="3790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2" name="星形: 四角 291"/>
          <p:cNvSpPr>
            <a:spLocks noChangeAspect="1"/>
          </p:cNvSpPr>
          <p:nvPr/>
        </p:nvSpPr>
        <p:spPr>
          <a:xfrm>
            <a:off x="11235055" y="48717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3" name="星形: 四角 292"/>
          <p:cNvSpPr>
            <a:spLocks noChangeAspect="1"/>
          </p:cNvSpPr>
          <p:nvPr>
            <p:custDataLst>
              <p:tags r:id="rId53"/>
            </p:custDataLst>
          </p:nvPr>
        </p:nvSpPr>
        <p:spPr>
          <a:xfrm>
            <a:off x="11021060" y="46386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4" name="星形: 四角 293"/>
          <p:cNvSpPr>
            <a:spLocks noChangeAspect="1"/>
          </p:cNvSpPr>
          <p:nvPr>
            <p:custDataLst>
              <p:tags r:id="rId54"/>
            </p:custDataLst>
          </p:nvPr>
        </p:nvSpPr>
        <p:spPr>
          <a:xfrm>
            <a:off x="10464165" y="473964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5" name="星形: 四角 294"/>
          <p:cNvSpPr>
            <a:spLocks noChangeAspect="1"/>
          </p:cNvSpPr>
          <p:nvPr>
            <p:custDataLst>
              <p:tags r:id="rId55"/>
            </p:custDataLst>
          </p:nvPr>
        </p:nvSpPr>
        <p:spPr>
          <a:xfrm>
            <a:off x="10651490" y="510413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6" name="星形: 四角 295"/>
          <p:cNvSpPr>
            <a:spLocks noChangeAspect="1"/>
          </p:cNvSpPr>
          <p:nvPr>
            <p:custDataLst>
              <p:tags r:id="rId56"/>
            </p:custDataLst>
          </p:nvPr>
        </p:nvSpPr>
        <p:spPr>
          <a:xfrm>
            <a:off x="9884410" y="486600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7" name="星形: 四角 296"/>
          <p:cNvSpPr>
            <a:spLocks noChangeAspect="1"/>
          </p:cNvSpPr>
          <p:nvPr>
            <p:custDataLst>
              <p:tags r:id="rId57"/>
            </p:custDataLst>
          </p:nvPr>
        </p:nvSpPr>
        <p:spPr>
          <a:xfrm>
            <a:off x="9518650" y="49218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8" name="星形: 四角 297"/>
          <p:cNvSpPr>
            <a:spLocks noChangeAspect="1"/>
          </p:cNvSpPr>
          <p:nvPr>
            <p:custDataLst>
              <p:tags r:id="rId58"/>
            </p:custDataLst>
          </p:nvPr>
        </p:nvSpPr>
        <p:spPr>
          <a:xfrm>
            <a:off x="9561195" y="566039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9" name="星形: 四角 298"/>
          <p:cNvSpPr>
            <a:spLocks noChangeAspect="1"/>
          </p:cNvSpPr>
          <p:nvPr>
            <p:custDataLst>
              <p:tags r:id="rId59"/>
            </p:custDataLst>
          </p:nvPr>
        </p:nvSpPr>
        <p:spPr>
          <a:xfrm>
            <a:off x="10142220" y="55981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0" name="星形: 四角 299"/>
          <p:cNvSpPr>
            <a:spLocks noChangeAspect="1"/>
          </p:cNvSpPr>
          <p:nvPr/>
        </p:nvSpPr>
        <p:spPr>
          <a:xfrm>
            <a:off x="5005070" y="183324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1" name="星形: 四角 300"/>
          <p:cNvSpPr>
            <a:spLocks noChangeAspect="1"/>
          </p:cNvSpPr>
          <p:nvPr/>
        </p:nvSpPr>
        <p:spPr>
          <a:xfrm>
            <a:off x="4706620" y="19824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2" name="星形: 四角 301"/>
          <p:cNvSpPr>
            <a:spLocks noChangeAspect="1"/>
          </p:cNvSpPr>
          <p:nvPr/>
        </p:nvSpPr>
        <p:spPr>
          <a:xfrm>
            <a:off x="4141470" y="20904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3" name="星形: 四角 302"/>
          <p:cNvSpPr>
            <a:spLocks noChangeAspect="1"/>
          </p:cNvSpPr>
          <p:nvPr>
            <p:custDataLst>
              <p:tags r:id="rId60"/>
            </p:custDataLst>
          </p:nvPr>
        </p:nvSpPr>
        <p:spPr>
          <a:xfrm>
            <a:off x="4573270" y="218884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4" name="星形: 四角 303"/>
          <p:cNvSpPr>
            <a:spLocks noChangeAspect="1"/>
          </p:cNvSpPr>
          <p:nvPr>
            <p:custDataLst>
              <p:tags r:id="rId61"/>
            </p:custDataLst>
          </p:nvPr>
        </p:nvSpPr>
        <p:spPr>
          <a:xfrm>
            <a:off x="4852670" y="231584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5" name="星形: 四角 304"/>
          <p:cNvSpPr>
            <a:spLocks noChangeAspect="1"/>
          </p:cNvSpPr>
          <p:nvPr>
            <p:custDataLst>
              <p:tags r:id="rId62"/>
            </p:custDataLst>
          </p:nvPr>
        </p:nvSpPr>
        <p:spPr>
          <a:xfrm rot="2700000">
            <a:off x="4857750" y="428434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6" name="星形: 四角 305"/>
          <p:cNvSpPr>
            <a:spLocks noChangeAspect="1"/>
          </p:cNvSpPr>
          <p:nvPr>
            <p:custDataLst>
              <p:tags r:id="rId63"/>
            </p:custDataLst>
          </p:nvPr>
        </p:nvSpPr>
        <p:spPr>
          <a:xfrm>
            <a:off x="5294630" y="29413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" name="星形: 四角 306"/>
          <p:cNvSpPr>
            <a:spLocks noChangeAspect="1"/>
          </p:cNvSpPr>
          <p:nvPr>
            <p:custDataLst>
              <p:tags r:id="rId64"/>
            </p:custDataLst>
          </p:nvPr>
        </p:nvSpPr>
        <p:spPr>
          <a:xfrm rot="2700000">
            <a:off x="4092575" y="436054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8" name="星形: 四角 307"/>
          <p:cNvSpPr>
            <a:spLocks noChangeAspect="1"/>
          </p:cNvSpPr>
          <p:nvPr>
            <p:custDataLst>
              <p:tags r:id="rId65"/>
            </p:custDataLst>
          </p:nvPr>
        </p:nvSpPr>
        <p:spPr>
          <a:xfrm rot="2700000">
            <a:off x="4605655" y="448119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9" name="星形: 四角 308"/>
          <p:cNvSpPr>
            <a:spLocks noChangeAspect="1"/>
          </p:cNvSpPr>
          <p:nvPr>
            <p:custDataLst>
              <p:tags r:id="rId66"/>
            </p:custDataLst>
          </p:nvPr>
        </p:nvSpPr>
        <p:spPr>
          <a:xfrm rot="2700000">
            <a:off x="4933315" y="446278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0" name="星形: 四角 309"/>
          <p:cNvSpPr>
            <a:spLocks noChangeAspect="1"/>
          </p:cNvSpPr>
          <p:nvPr>
            <p:custDataLst>
              <p:tags r:id="rId67"/>
            </p:custDataLst>
          </p:nvPr>
        </p:nvSpPr>
        <p:spPr>
          <a:xfrm>
            <a:off x="5315585" y="363664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1" name="星形: 四角 310"/>
          <p:cNvSpPr>
            <a:spLocks noChangeAspect="1"/>
          </p:cNvSpPr>
          <p:nvPr>
            <p:custDataLst>
              <p:tags r:id="rId68"/>
            </p:custDataLst>
          </p:nvPr>
        </p:nvSpPr>
        <p:spPr>
          <a:xfrm>
            <a:off x="5518785" y="37388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2" name="星形: 四角 311"/>
          <p:cNvSpPr>
            <a:spLocks noChangeAspect="1"/>
          </p:cNvSpPr>
          <p:nvPr>
            <p:custDataLst>
              <p:tags r:id="rId69"/>
            </p:custDataLst>
          </p:nvPr>
        </p:nvSpPr>
        <p:spPr>
          <a:xfrm>
            <a:off x="6130925" y="33051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3" name="星形: 四角 312"/>
          <p:cNvSpPr>
            <a:spLocks noChangeAspect="1"/>
          </p:cNvSpPr>
          <p:nvPr>
            <p:custDataLst>
              <p:tags r:id="rId70"/>
            </p:custDataLst>
          </p:nvPr>
        </p:nvSpPr>
        <p:spPr>
          <a:xfrm>
            <a:off x="6327775" y="340042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4" name="星形: 四角 313"/>
          <p:cNvSpPr>
            <a:spLocks noChangeAspect="1"/>
          </p:cNvSpPr>
          <p:nvPr/>
        </p:nvSpPr>
        <p:spPr>
          <a:xfrm>
            <a:off x="3082290" y="4597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5" name="星形: 四角 314"/>
          <p:cNvSpPr>
            <a:spLocks noChangeAspect="1"/>
          </p:cNvSpPr>
          <p:nvPr/>
        </p:nvSpPr>
        <p:spPr>
          <a:xfrm>
            <a:off x="10760710" y="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6" name="星形: 四角 315"/>
          <p:cNvSpPr>
            <a:spLocks noChangeAspect="1"/>
          </p:cNvSpPr>
          <p:nvPr/>
        </p:nvSpPr>
        <p:spPr>
          <a:xfrm>
            <a:off x="1357630" y="10795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7" name="星形: 四角 316"/>
          <p:cNvSpPr>
            <a:spLocks noChangeAspect="1"/>
          </p:cNvSpPr>
          <p:nvPr/>
        </p:nvSpPr>
        <p:spPr>
          <a:xfrm>
            <a:off x="1789430" y="2063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8" name="星形: 四角 317"/>
          <p:cNvSpPr>
            <a:spLocks noChangeAspect="1"/>
          </p:cNvSpPr>
          <p:nvPr>
            <p:custDataLst>
              <p:tags r:id="rId71"/>
            </p:custDataLst>
          </p:nvPr>
        </p:nvSpPr>
        <p:spPr>
          <a:xfrm>
            <a:off x="1100455" y="390461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9" name="星形: 四角 318"/>
          <p:cNvSpPr>
            <a:spLocks noChangeAspect="1"/>
          </p:cNvSpPr>
          <p:nvPr/>
        </p:nvSpPr>
        <p:spPr>
          <a:xfrm>
            <a:off x="2510790" y="95885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0" name="星形: 四角 319"/>
          <p:cNvSpPr>
            <a:spLocks noChangeAspect="1"/>
          </p:cNvSpPr>
          <p:nvPr/>
        </p:nvSpPr>
        <p:spPr>
          <a:xfrm>
            <a:off x="2531110" y="165417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1" name="星形: 四角 320"/>
          <p:cNvSpPr>
            <a:spLocks noChangeAspect="1"/>
          </p:cNvSpPr>
          <p:nvPr/>
        </p:nvSpPr>
        <p:spPr>
          <a:xfrm>
            <a:off x="2734310" y="175704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2" name="星形: 四角 321"/>
          <p:cNvSpPr>
            <a:spLocks noChangeAspect="1"/>
          </p:cNvSpPr>
          <p:nvPr/>
        </p:nvSpPr>
        <p:spPr>
          <a:xfrm>
            <a:off x="3347085" y="13227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3" name="星形: 四角 322"/>
          <p:cNvSpPr>
            <a:spLocks noChangeAspect="1"/>
          </p:cNvSpPr>
          <p:nvPr/>
        </p:nvSpPr>
        <p:spPr>
          <a:xfrm>
            <a:off x="5275580" y="1244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4" name="星形: 四角 323"/>
          <p:cNvSpPr>
            <a:spLocks noChangeAspect="1"/>
          </p:cNvSpPr>
          <p:nvPr/>
        </p:nvSpPr>
        <p:spPr>
          <a:xfrm>
            <a:off x="4909820" y="18034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5" name="星形: 四角 324"/>
          <p:cNvSpPr>
            <a:spLocks noChangeAspect="1"/>
          </p:cNvSpPr>
          <p:nvPr/>
        </p:nvSpPr>
        <p:spPr>
          <a:xfrm>
            <a:off x="4951730" y="9194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6" name="星形: 四角 325"/>
          <p:cNvSpPr>
            <a:spLocks noChangeAspect="1"/>
          </p:cNvSpPr>
          <p:nvPr/>
        </p:nvSpPr>
        <p:spPr>
          <a:xfrm>
            <a:off x="5533390" y="8566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7" name="星形: 四角 326"/>
          <p:cNvSpPr>
            <a:spLocks noChangeAspect="1"/>
          </p:cNvSpPr>
          <p:nvPr>
            <p:custDataLst>
              <p:tags r:id="rId72"/>
            </p:custDataLst>
          </p:nvPr>
        </p:nvSpPr>
        <p:spPr>
          <a:xfrm>
            <a:off x="6963410" y="34055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8" name="星形: 四角 327"/>
          <p:cNvSpPr>
            <a:spLocks noChangeAspect="1"/>
          </p:cNvSpPr>
          <p:nvPr>
            <p:custDataLst>
              <p:tags r:id="rId73"/>
            </p:custDataLst>
          </p:nvPr>
        </p:nvSpPr>
        <p:spPr>
          <a:xfrm>
            <a:off x="7690485" y="34417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9" name="星形: 四角 328"/>
          <p:cNvSpPr>
            <a:spLocks noChangeAspect="1"/>
          </p:cNvSpPr>
          <p:nvPr>
            <p:custDataLst>
              <p:tags r:id="rId74"/>
            </p:custDataLst>
          </p:nvPr>
        </p:nvSpPr>
        <p:spPr>
          <a:xfrm>
            <a:off x="7426325" y="360235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0" name="星形: 四角 329"/>
          <p:cNvSpPr>
            <a:spLocks noChangeAspect="1"/>
          </p:cNvSpPr>
          <p:nvPr>
            <p:custDataLst>
              <p:tags r:id="rId75"/>
            </p:custDataLst>
          </p:nvPr>
        </p:nvSpPr>
        <p:spPr>
          <a:xfrm>
            <a:off x="7265670" y="38665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1" name="星形: 四角 330"/>
          <p:cNvSpPr>
            <a:spLocks noChangeAspect="1"/>
          </p:cNvSpPr>
          <p:nvPr>
            <p:custDataLst>
              <p:tags r:id="rId76"/>
            </p:custDataLst>
          </p:nvPr>
        </p:nvSpPr>
        <p:spPr>
          <a:xfrm>
            <a:off x="7108190" y="40595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2" name="星形: 四角 331"/>
          <p:cNvSpPr>
            <a:spLocks noChangeAspect="1"/>
          </p:cNvSpPr>
          <p:nvPr>
            <p:custDataLst>
              <p:tags r:id="rId77"/>
            </p:custDataLst>
          </p:nvPr>
        </p:nvSpPr>
        <p:spPr>
          <a:xfrm>
            <a:off x="7545070" y="41852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3" name="星形: 四角 332"/>
          <p:cNvSpPr>
            <a:spLocks noChangeAspect="1"/>
          </p:cNvSpPr>
          <p:nvPr>
            <p:custDataLst>
              <p:tags r:id="rId78"/>
            </p:custDataLst>
          </p:nvPr>
        </p:nvSpPr>
        <p:spPr>
          <a:xfrm>
            <a:off x="7824470" y="45231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4" name="星形: 四角 333"/>
          <p:cNvSpPr>
            <a:spLocks noChangeAspect="1"/>
          </p:cNvSpPr>
          <p:nvPr>
            <p:custDataLst>
              <p:tags r:id="rId79"/>
            </p:custDataLst>
          </p:nvPr>
        </p:nvSpPr>
        <p:spPr>
          <a:xfrm>
            <a:off x="7144385" y="47009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5" name="星形: 四角 334"/>
          <p:cNvSpPr>
            <a:spLocks noChangeAspect="1"/>
          </p:cNvSpPr>
          <p:nvPr>
            <p:custDataLst>
              <p:tags r:id="rId80"/>
            </p:custDataLst>
          </p:nvPr>
        </p:nvSpPr>
        <p:spPr>
          <a:xfrm>
            <a:off x="6932295" y="429069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6" name="星形: 四角 335"/>
          <p:cNvSpPr>
            <a:spLocks noChangeAspect="1"/>
          </p:cNvSpPr>
          <p:nvPr>
            <p:custDataLst>
              <p:tags r:id="rId81"/>
            </p:custDataLst>
          </p:nvPr>
        </p:nvSpPr>
        <p:spPr>
          <a:xfrm>
            <a:off x="3152775" y="31718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7" name="星形: 四角 336"/>
          <p:cNvSpPr>
            <a:spLocks noChangeAspect="1"/>
          </p:cNvSpPr>
          <p:nvPr>
            <p:custDataLst>
              <p:tags r:id="rId82"/>
            </p:custDataLst>
          </p:nvPr>
        </p:nvSpPr>
        <p:spPr>
          <a:xfrm>
            <a:off x="2854325" y="33210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8" name="星形: 四角 337"/>
          <p:cNvSpPr>
            <a:spLocks noChangeAspect="1"/>
          </p:cNvSpPr>
          <p:nvPr>
            <p:custDataLst>
              <p:tags r:id="rId83"/>
            </p:custDataLst>
          </p:nvPr>
        </p:nvSpPr>
        <p:spPr>
          <a:xfrm>
            <a:off x="2289175" y="34290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9" name="星形: 四角 338"/>
          <p:cNvSpPr>
            <a:spLocks noChangeAspect="1"/>
          </p:cNvSpPr>
          <p:nvPr>
            <p:custDataLst>
              <p:tags r:id="rId84"/>
            </p:custDataLst>
          </p:nvPr>
        </p:nvSpPr>
        <p:spPr>
          <a:xfrm>
            <a:off x="2720975" y="35274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0" name="星形: 四角 339"/>
          <p:cNvSpPr>
            <a:spLocks noChangeAspect="1"/>
          </p:cNvSpPr>
          <p:nvPr>
            <p:custDataLst>
              <p:tags r:id="rId85"/>
            </p:custDataLst>
          </p:nvPr>
        </p:nvSpPr>
        <p:spPr>
          <a:xfrm>
            <a:off x="3000375" y="36544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1" name="星形: 四角 340"/>
          <p:cNvSpPr>
            <a:spLocks noChangeAspect="1"/>
          </p:cNvSpPr>
          <p:nvPr/>
        </p:nvSpPr>
        <p:spPr>
          <a:xfrm rot="2700000">
            <a:off x="414655" y="5943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2" name="星形: 四角 341"/>
          <p:cNvSpPr>
            <a:spLocks noChangeAspect="1"/>
          </p:cNvSpPr>
          <p:nvPr/>
        </p:nvSpPr>
        <p:spPr>
          <a:xfrm>
            <a:off x="770255" y="5588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3" name="星形: 四角 342"/>
          <p:cNvSpPr>
            <a:spLocks noChangeAspect="1"/>
          </p:cNvSpPr>
          <p:nvPr/>
        </p:nvSpPr>
        <p:spPr>
          <a:xfrm rot="2700000">
            <a:off x="577215" y="73152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4" name="星形: 四角 343"/>
          <p:cNvSpPr>
            <a:spLocks noChangeAspect="1"/>
          </p:cNvSpPr>
          <p:nvPr/>
        </p:nvSpPr>
        <p:spPr>
          <a:xfrm rot="2700000">
            <a:off x="297815" y="9245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5" name="星形: 四角 344"/>
          <p:cNvSpPr>
            <a:spLocks noChangeAspect="1"/>
          </p:cNvSpPr>
          <p:nvPr/>
        </p:nvSpPr>
        <p:spPr>
          <a:xfrm rot="2700000">
            <a:off x="1161415" y="8915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6" name="星形: 四角 345"/>
          <p:cNvSpPr>
            <a:spLocks noChangeAspect="1"/>
          </p:cNvSpPr>
          <p:nvPr/>
        </p:nvSpPr>
        <p:spPr>
          <a:xfrm>
            <a:off x="1841500" y="7131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7" name="星形: 四角 346"/>
          <p:cNvSpPr>
            <a:spLocks noChangeAspect="1"/>
          </p:cNvSpPr>
          <p:nvPr/>
        </p:nvSpPr>
        <p:spPr>
          <a:xfrm rot="2700000">
            <a:off x="1334770" y="12757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8" name="星形: 四角 347"/>
          <p:cNvSpPr>
            <a:spLocks noChangeAspect="1"/>
          </p:cNvSpPr>
          <p:nvPr/>
        </p:nvSpPr>
        <p:spPr>
          <a:xfrm rot="2700000">
            <a:off x="679450" y="15125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9" name="星形: 四角 348"/>
          <p:cNvSpPr>
            <a:spLocks noChangeAspect="1"/>
          </p:cNvSpPr>
          <p:nvPr/>
        </p:nvSpPr>
        <p:spPr>
          <a:xfrm rot="2700000">
            <a:off x="261620" y="12211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0" name="星形: 四角 349"/>
          <p:cNvSpPr>
            <a:spLocks noChangeAspect="1"/>
          </p:cNvSpPr>
          <p:nvPr/>
        </p:nvSpPr>
        <p:spPr>
          <a:xfrm>
            <a:off x="1908175" y="135001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1" name="星形: 四角 350"/>
          <p:cNvSpPr>
            <a:spLocks noChangeAspect="1"/>
          </p:cNvSpPr>
          <p:nvPr/>
        </p:nvSpPr>
        <p:spPr>
          <a:xfrm rot="2700000">
            <a:off x="7754620" y="150114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2" name="星形: 四角 351"/>
          <p:cNvSpPr>
            <a:spLocks noChangeAspect="1"/>
          </p:cNvSpPr>
          <p:nvPr>
            <p:custDataLst>
              <p:tags r:id="rId86"/>
            </p:custDataLst>
          </p:nvPr>
        </p:nvSpPr>
        <p:spPr>
          <a:xfrm>
            <a:off x="8758555" y="239268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3" name="星形: 四角 352"/>
          <p:cNvSpPr>
            <a:spLocks noChangeAspect="1"/>
          </p:cNvSpPr>
          <p:nvPr>
            <p:custDataLst>
              <p:tags r:id="rId87"/>
            </p:custDataLst>
          </p:nvPr>
        </p:nvSpPr>
        <p:spPr>
          <a:xfrm rot="2700000">
            <a:off x="8545195" y="215963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4" name="星形: 四角 353"/>
          <p:cNvSpPr>
            <a:spLocks noChangeAspect="1"/>
          </p:cNvSpPr>
          <p:nvPr>
            <p:custDataLst>
              <p:tags r:id="rId88"/>
            </p:custDataLst>
          </p:nvPr>
        </p:nvSpPr>
        <p:spPr>
          <a:xfrm rot="2700000">
            <a:off x="7987665" y="226060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5" name="星形: 四角 354"/>
          <p:cNvSpPr>
            <a:spLocks noChangeAspect="1"/>
          </p:cNvSpPr>
          <p:nvPr>
            <p:custDataLst>
              <p:tags r:id="rId89"/>
            </p:custDataLst>
          </p:nvPr>
        </p:nvSpPr>
        <p:spPr>
          <a:xfrm>
            <a:off x="8175625" y="262509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6" name="星形: 四角 355"/>
          <p:cNvSpPr>
            <a:spLocks noChangeAspect="1"/>
          </p:cNvSpPr>
          <p:nvPr>
            <p:custDataLst>
              <p:tags r:id="rId90"/>
            </p:custDataLst>
          </p:nvPr>
        </p:nvSpPr>
        <p:spPr>
          <a:xfrm>
            <a:off x="7408545" y="23869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7" name="星形: 四角 356"/>
          <p:cNvSpPr>
            <a:spLocks noChangeAspect="1"/>
          </p:cNvSpPr>
          <p:nvPr/>
        </p:nvSpPr>
        <p:spPr>
          <a:xfrm>
            <a:off x="8830945" y="111823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8" name="星形: 四角 357"/>
          <p:cNvSpPr>
            <a:spLocks noChangeAspect="1"/>
          </p:cNvSpPr>
          <p:nvPr/>
        </p:nvSpPr>
        <p:spPr>
          <a:xfrm>
            <a:off x="4218305" y="3968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9" name="星形: 四角 358"/>
          <p:cNvSpPr>
            <a:spLocks noChangeAspect="1"/>
          </p:cNvSpPr>
          <p:nvPr/>
        </p:nvSpPr>
        <p:spPr>
          <a:xfrm>
            <a:off x="3919855" y="5461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0" name="星形: 四角 359"/>
          <p:cNvSpPr>
            <a:spLocks noChangeAspect="1"/>
          </p:cNvSpPr>
          <p:nvPr/>
        </p:nvSpPr>
        <p:spPr>
          <a:xfrm>
            <a:off x="3354705" y="6540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1" name="星形: 四角 360"/>
          <p:cNvSpPr>
            <a:spLocks noChangeAspect="1"/>
          </p:cNvSpPr>
          <p:nvPr/>
        </p:nvSpPr>
        <p:spPr>
          <a:xfrm>
            <a:off x="3786505" y="7524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2" name="星形: 四角 361"/>
          <p:cNvSpPr>
            <a:spLocks noChangeAspect="1"/>
          </p:cNvSpPr>
          <p:nvPr/>
        </p:nvSpPr>
        <p:spPr>
          <a:xfrm>
            <a:off x="4065905" y="8794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3" name="星形: 四角 362"/>
          <p:cNvSpPr>
            <a:spLocks noChangeAspect="1"/>
          </p:cNvSpPr>
          <p:nvPr/>
        </p:nvSpPr>
        <p:spPr>
          <a:xfrm>
            <a:off x="4507865" y="15049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64" name="图片 36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 rot="19834415">
            <a:off x="6066410" y="731109"/>
            <a:ext cx="1907585" cy="158734"/>
          </a:xfrm>
          <a:prstGeom prst="rect">
            <a:avLst/>
          </a:prstGeom>
        </p:spPr>
      </p:pic>
      <p:pic>
        <p:nvPicPr>
          <p:cNvPr id="367" name="图片 366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11149330" y="5882005"/>
            <a:ext cx="729615" cy="737235"/>
          </a:xfrm>
          <a:prstGeom prst="rect">
            <a:avLst/>
          </a:prstGeom>
        </p:spPr>
      </p:pic>
      <p:pic>
        <p:nvPicPr>
          <p:cNvPr id="372" name="图片 371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96">
            <a:alphaModFix amt="36000"/>
          </a:blip>
          <a:stretch>
            <a:fillRect/>
          </a:stretch>
        </p:blipFill>
        <p:spPr>
          <a:xfrm>
            <a:off x="4706779" y="1044044"/>
            <a:ext cx="749300" cy="749300"/>
          </a:xfrm>
          <a:prstGeom prst="rect">
            <a:avLst/>
          </a:prstGeom>
        </p:spPr>
      </p:pic>
      <p:sp>
        <p:nvSpPr>
          <p:cNvPr id="374" name="object 8" descr="e7d195523061f1c01d60fa9f1cfcbfb3d7dea265119d71e15FBB43640B43E9A75E03FE54C774D5D4779ED45933E78901D3CB0E69E39D04A9E1E9B25CF060C4BCA4D072860494D0D8E683C2FE58414E15877B695135D6CEB30962CF2075449C804E6F29D49CE62F2EB207CEA50615BC9B65D91765878A06D1A54029FD44ADE983229E43F72FFED854"/>
          <p:cNvSpPr txBox="1"/>
          <p:nvPr/>
        </p:nvSpPr>
        <p:spPr>
          <a:xfrm>
            <a:off x="1749213" y="929920"/>
            <a:ext cx="4108409" cy="541543"/>
          </a:xfrm>
          <a:prstGeom prst="rect">
            <a:avLst/>
          </a:prstGeom>
        </p:spPr>
        <p:txBody>
          <a:bodyPr lIns="0" tIns="0" rIns="0" bIns="0"/>
          <a:lstStyle/>
          <a:p>
            <a:pPr marL="7620" defTabSz="544195"/>
            <a:r>
              <a:rPr lang="zh-CN" altLang="en-US" sz="4400" b="1" spc="100" dirty="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Source Sans Pro Semibold"/>
              </a:rPr>
              <a:t>添加标题文本</a:t>
            </a:r>
          </a:p>
        </p:txBody>
      </p:sp>
      <p:sp>
        <p:nvSpPr>
          <p:cNvPr id="375" name="Freeform 23"/>
          <p:cNvSpPr/>
          <p:nvPr/>
        </p:nvSpPr>
        <p:spPr>
          <a:xfrm rot="20074715">
            <a:off x="1119549" y="821325"/>
            <a:ext cx="501607" cy="495907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97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6" name="Freeform 23"/>
          <p:cNvSpPr/>
          <p:nvPr/>
        </p:nvSpPr>
        <p:spPr>
          <a:xfrm rot="1561435">
            <a:off x="836514" y="1218366"/>
            <a:ext cx="501607" cy="495907"/>
          </a:xfrm>
          <a:custGeom>
            <a:avLst/>
            <a:gdLst/>
            <a:ahLst/>
            <a:cxnLst/>
            <a:rect l="l" t="t" r="r" b="b"/>
            <a:pathLst>
              <a:path w="752411" h="743860">
                <a:moveTo>
                  <a:pt x="0" y="0"/>
                </a:moveTo>
                <a:lnTo>
                  <a:pt x="752411" y="0"/>
                </a:lnTo>
                <a:lnTo>
                  <a:pt x="752411" y="743860"/>
                </a:lnTo>
                <a:lnTo>
                  <a:pt x="0" y="743860"/>
                </a:lnTo>
                <a:lnTo>
                  <a:pt x="0" y="0"/>
                </a:lnTo>
                <a:close/>
              </a:path>
            </a:pathLst>
          </a:custGeom>
          <a:blipFill>
            <a:blip r:embed="rId97"/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Box 12"/>
          <p:cNvSpPr txBox="1"/>
          <p:nvPr>
            <p:custDataLst>
              <p:tags r:id="rId91"/>
            </p:custDataLst>
          </p:nvPr>
        </p:nvSpPr>
        <p:spPr>
          <a:xfrm>
            <a:off x="3617034" y="3686276"/>
            <a:ext cx="7297865" cy="45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5"/>
              </a:lnSpc>
            </a:pPr>
            <a:r>
              <a:rPr lang="zh-CN" altLang="en-US" sz="1100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4" name="TextBox 12"/>
          <p:cNvSpPr txBox="1"/>
          <p:nvPr>
            <p:custDataLst>
              <p:tags r:id="rId92"/>
            </p:custDataLst>
          </p:nvPr>
        </p:nvSpPr>
        <p:spPr>
          <a:xfrm>
            <a:off x="3594877" y="4999687"/>
            <a:ext cx="7297865" cy="45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5"/>
              </a:lnSpc>
            </a:pPr>
            <a:r>
              <a:rPr lang="zh-CN" altLang="en-US" sz="1100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376DCD9-537F-E6D8-BE17-D761555B8A3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608570" y="0"/>
            <a:ext cx="4583430" cy="6858000"/>
          </a:xfrm>
          <a:prstGeom prst="rect">
            <a:avLst/>
          </a:prstGeom>
          <a:gradFill>
            <a:gsLst>
              <a:gs pos="71000">
                <a:srgbClr val="000B21"/>
              </a:gs>
              <a:gs pos="26000">
                <a:srgbClr val="001F4D"/>
              </a:gs>
              <a:gs pos="0">
                <a:schemeClr val="accent5">
                  <a:lumMod val="50000"/>
                </a:schemeClr>
              </a:gs>
              <a:gs pos="32000">
                <a:srgbClr val="001B4A"/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5DFE54-BF58-EEBB-9536-CA57006B319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99"/>
          <a:stretch/>
        </p:blipFill>
        <p:spPr>
          <a:xfrm>
            <a:off x="9448800" y="0"/>
            <a:ext cx="2743199" cy="685800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pic>
        <p:nvPicPr>
          <p:cNvPr id="64" name="图片 6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9834415">
            <a:off x="7402121" y="885262"/>
            <a:ext cx="1907585" cy="158734"/>
          </a:xfrm>
          <a:prstGeom prst="rect">
            <a:avLst/>
          </a:prstGeom>
        </p:spPr>
      </p:pic>
      <p:pic>
        <p:nvPicPr>
          <p:cNvPr id="67" name="图片 66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9834415">
            <a:off x="10917386" y="4924122"/>
            <a:ext cx="888978" cy="113651"/>
          </a:xfrm>
          <a:prstGeom prst="rect">
            <a:avLst/>
          </a:prstGeom>
        </p:spPr>
      </p:pic>
      <p:sp>
        <p:nvSpPr>
          <p:cNvPr id="78" name="椭圆 77"/>
          <p:cNvSpPr/>
          <p:nvPr/>
        </p:nvSpPr>
        <p:spPr>
          <a:xfrm>
            <a:off x="11528425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1163574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1174242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11528425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1163574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1174242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11528425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1163574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1174242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7" name="Freeform 8"/>
          <p:cNvSpPr/>
          <p:nvPr>
            <p:custDataLst>
              <p:tags r:id="rId2"/>
            </p:custDataLst>
          </p:nvPr>
        </p:nvSpPr>
        <p:spPr>
          <a:xfrm>
            <a:off x="1360170" y="2271395"/>
            <a:ext cx="4735830" cy="1671955"/>
          </a:xfrm>
          <a:custGeom>
            <a:avLst/>
            <a:gdLst/>
            <a:ahLst/>
            <a:cxnLst/>
            <a:rect l="l" t="t" r="r" b="b"/>
            <a:pathLst>
              <a:path w="1995910" h="704812">
                <a:moveTo>
                  <a:pt x="31607" y="0"/>
                </a:moveTo>
                <a:lnTo>
                  <a:pt x="1964303" y="0"/>
                </a:lnTo>
                <a:cubicBezTo>
                  <a:pt x="1972686" y="0"/>
                  <a:pt x="1980725" y="3330"/>
                  <a:pt x="1986652" y="9257"/>
                </a:cubicBezTo>
                <a:cubicBezTo>
                  <a:pt x="1992580" y="15185"/>
                  <a:pt x="1995910" y="23224"/>
                  <a:pt x="1995910" y="31607"/>
                </a:cubicBezTo>
                <a:lnTo>
                  <a:pt x="1995910" y="673205"/>
                </a:lnTo>
                <a:cubicBezTo>
                  <a:pt x="1995910" y="681587"/>
                  <a:pt x="1992580" y="689627"/>
                  <a:pt x="1986652" y="695554"/>
                </a:cubicBezTo>
                <a:cubicBezTo>
                  <a:pt x="1980725" y="701482"/>
                  <a:pt x="1972686" y="704812"/>
                  <a:pt x="1964303" y="704812"/>
                </a:cubicBezTo>
                <a:lnTo>
                  <a:pt x="31607" y="704812"/>
                </a:lnTo>
                <a:cubicBezTo>
                  <a:pt x="23224" y="704812"/>
                  <a:pt x="15185" y="701482"/>
                  <a:pt x="9257" y="695554"/>
                </a:cubicBezTo>
                <a:cubicBezTo>
                  <a:pt x="3330" y="689627"/>
                  <a:pt x="0" y="681587"/>
                  <a:pt x="0" y="673205"/>
                </a:cubicBezTo>
                <a:lnTo>
                  <a:pt x="0" y="31607"/>
                </a:lnTo>
                <a:cubicBezTo>
                  <a:pt x="0" y="23224"/>
                  <a:pt x="3330" y="15185"/>
                  <a:pt x="9257" y="9257"/>
                </a:cubicBezTo>
                <a:cubicBezTo>
                  <a:pt x="15185" y="3330"/>
                  <a:pt x="23224" y="0"/>
                  <a:pt x="31607" y="0"/>
                </a:cubicBezTo>
                <a:close/>
              </a:path>
            </a:pathLst>
          </a:custGeom>
          <a:solidFill>
            <a:srgbClr val="000B21">
              <a:alpha val="0"/>
            </a:srgbClr>
          </a:solidFill>
          <a:ln w="28575" cap="rnd">
            <a:solidFill>
              <a:srgbClr val="1E1E1E"/>
            </a:solidFill>
            <a:prstDash val="solid"/>
            <a:round/>
          </a:ln>
        </p:spPr>
      </p:sp>
      <p:sp>
        <p:nvSpPr>
          <p:cNvPr id="168" name="TextBox 9"/>
          <p:cNvSpPr txBox="1"/>
          <p:nvPr/>
        </p:nvSpPr>
        <p:spPr>
          <a:xfrm>
            <a:off x="1360170" y="2135505"/>
            <a:ext cx="4735830" cy="180784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2070"/>
              </a:lnSpc>
            </a:pPr>
            <a:endParaRPr sz="1200" dirty="0">
              <a:latin typeface="宋体" panose="02010600030101010101" pitchFamily="2" charset="-122"/>
            </a:endParaRPr>
          </a:p>
        </p:txBody>
      </p:sp>
      <p:sp>
        <p:nvSpPr>
          <p:cNvPr id="170" name="Freeform 11"/>
          <p:cNvSpPr/>
          <p:nvPr>
            <p:custDataLst>
              <p:tags r:id="rId3"/>
            </p:custDataLst>
          </p:nvPr>
        </p:nvSpPr>
        <p:spPr>
          <a:xfrm>
            <a:off x="1360425" y="4088963"/>
            <a:ext cx="4735575" cy="1672264"/>
          </a:xfrm>
          <a:custGeom>
            <a:avLst/>
            <a:gdLst/>
            <a:ahLst/>
            <a:cxnLst/>
            <a:rect l="l" t="t" r="r" b="b"/>
            <a:pathLst>
              <a:path w="1995910" h="704812">
                <a:moveTo>
                  <a:pt x="31607" y="0"/>
                </a:moveTo>
                <a:lnTo>
                  <a:pt x="1964303" y="0"/>
                </a:lnTo>
                <a:cubicBezTo>
                  <a:pt x="1972686" y="0"/>
                  <a:pt x="1980725" y="3330"/>
                  <a:pt x="1986652" y="9257"/>
                </a:cubicBezTo>
                <a:cubicBezTo>
                  <a:pt x="1992580" y="15185"/>
                  <a:pt x="1995910" y="23224"/>
                  <a:pt x="1995910" y="31607"/>
                </a:cubicBezTo>
                <a:lnTo>
                  <a:pt x="1995910" y="673205"/>
                </a:lnTo>
                <a:cubicBezTo>
                  <a:pt x="1995910" y="681587"/>
                  <a:pt x="1992580" y="689627"/>
                  <a:pt x="1986652" y="695554"/>
                </a:cubicBezTo>
                <a:cubicBezTo>
                  <a:pt x="1980725" y="701482"/>
                  <a:pt x="1972686" y="704812"/>
                  <a:pt x="1964303" y="704812"/>
                </a:cubicBezTo>
                <a:lnTo>
                  <a:pt x="31607" y="704812"/>
                </a:lnTo>
                <a:cubicBezTo>
                  <a:pt x="23224" y="704812"/>
                  <a:pt x="15185" y="701482"/>
                  <a:pt x="9257" y="695554"/>
                </a:cubicBezTo>
                <a:cubicBezTo>
                  <a:pt x="3330" y="689627"/>
                  <a:pt x="0" y="681587"/>
                  <a:pt x="0" y="673205"/>
                </a:cubicBezTo>
                <a:lnTo>
                  <a:pt x="0" y="31607"/>
                </a:lnTo>
                <a:cubicBezTo>
                  <a:pt x="0" y="23224"/>
                  <a:pt x="3330" y="15185"/>
                  <a:pt x="9257" y="9257"/>
                </a:cubicBezTo>
                <a:cubicBezTo>
                  <a:pt x="15185" y="3330"/>
                  <a:pt x="23224" y="0"/>
                  <a:pt x="31607" y="0"/>
                </a:cubicBezTo>
                <a:close/>
              </a:path>
            </a:pathLst>
          </a:custGeom>
          <a:solidFill>
            <a:srgbClr val="001F4D"/>
          </a:solidFill>
          <a:ln cap="rnd">
            <a:noFill/>
            <a:prstDash val="solid"/>
            <a:round/>
          </a:ln>
        </p:spPr>
      </p:sp>
      <p:sp>
        <p:nvSpPr>
          <p:cNvPr id="172" name="TextBox 13"/>
          <p:cNvSpPr txBox="1"/>
          <p:nvPr>
            <p:custDataLst>
              <p:tags r:id="rId4"/>
            </p:custDataLst>
          </p:nvPr>
        </p:nvSpPr>
        <p:spPr>
          <a:xfrm>
            <a:off x="2570645" y="2886196"/>
            <a:ext cx="3220555" cy="937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05"/>
              </a:lnSpc>
            </a:pPr>
            <a:r>
              <a:rPr lang="zh-CN" altLang="en-US" sz="1100" dirty="0">
                <a:solidFill>
                  <a:srgbClr val="1E1E1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  <a:p>
            <a:pPr algn="just">
              <a:lnSpc>
                <a:spcPts val="1905"/>
              </a:lnSpc>
            </a:pPr>
            <a:endParaRPr lang="zh-CN" altLang="en-US" sz="1100" dirty="0">
              <a:solidFill>
                <a:srgbClr val="1E1E1E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3" name="TextBox 14"/>
          <p:cNvSpPr txBox="1"/>
          <p:nvPr>
            <p:custDataLst>
              <p:tags r:id="rId5"/>
            </p:custDataLst>
          </p:nvPr>
        </p:nvSpPr>
        <p:spPr>
          <a:xfrm>
            <a:off x="2570645" y="2498472"/>
            <a:ext cx="1926039" cy="3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0"/>
              </a:lnSpc>
            </a:pPr>
            <a:r>
              <a:rPr lang="zh-CN" altLang="en-US" sz="1865" b="1" dirty="0">
                <a:solidFill>
                  <a:srgbClr val="1E1E1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请输入标题</a:t>
            </a:r>
          </a:p>
        </p:txBody>
      </p:sp>
      <p:sp>
        <p:nvSpPr>
          <p:cNvPr id="174" name="TextBox 15"/>
          <p:cNvSpPr txBox="1"/>
          <p:nvPr>
            <p:custDataLst>
              <p:tags r:id="rId6"/>
            </p:custDataLst>
          </p:nvPr>
        </p:nvSpPr>
        <p:spPr>
          <a:xfrm>
            <a:off x="1606341" y="2712295"/>
            <a:ext cx="1076979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  <a:spcBef>
                <a:spcPct val="0"/>
              </a:spcBef>
            </a:pPr>
            <a:r>
              <a:rPr lang="en-US" sz="375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sz="3750" dirty="0">
                <a:solidFill>
                  <a:srgbClr val="001E4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5" name="TextBox 16"/>
          <p:cNvSpPr txBox="1"/>
          <p:nvPr>
            <p:custDataLst>
              <p:tags r:id="rId7"/>
            </p:custDataLst>
          </p:nvPr>
        </p:nvSpPr>
        <p:spPr>
          <a:xfrm>
            <a:off x="2570645" y="4728052"/>
            <a:ext cx="3220555" cy="937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05"/>
              </a:lnSpc>
            </a:pPr>
            <a:r>
              <a:rPr lang="zh-CN" altLang="en-US" sz="11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  <a:p>
            <a:pPr algn="just">
              <a:lnSpc>
                <a:spcPts val="1905"/>
              </a:lnSpc>
            </a:pPr>
            <a:endParaRPr lang="zh-CN" altLang="en-US" sz="1100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6" name="TextBox 17"/>
          <p:cNvSpPr txBox="1"/>
          <p:nvPr>
            <p:custDataLst>
              <p:tags r:id="rId8"/>
            </p:custDataLst>
          </p:nvPr>
        </p:nvSpPr>
        <p:spPr>
          <a:xfrm>
            <a:off x="2570645" y="4340328"/>
            <a:ext cx="1926039" cy="3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0"/>
              </a:lnSpc>
            </a:pPr>
            <a:r>
              <a:rPr lang="zh-CN" altLang="en-US" sz="1865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请输入标题</a:t>
            </a:r>
          </a:p>
        </p:txBody>
      </p:sp>
      <p:sp>
        <p:nvSpPr>
          <p:cNvPr id="177" name="TextBox 18"/>
          <p:cNvSpPr txBox="1"/>
          <p:nvPr>
            <p:custDataLst>
              <p:tags r:id="rId9"/>
            </p:custDataLst>
          </p:nvPr>
        </p:nvSpPr>
        <p:spPr>
          <a:xfrm>
            <a:off x="1606341" y="4554150"/>
            <a:ext cx="1076979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  <a:spcBef>
                <a:spcPct val="0"/>
              </a:spcBef>
            </a:pPr>
            <a:r>
              <a:rPr lang="en-US" sz="375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</a:p>
        </p:txBody>
      </p:sp>
      <p:sp>
        <p:nvSpPr>
          <p:cNvPr id="178" name="object 8" descr="e7d195523061f1c01d60fa9f1cfcbfb3d7dea265119d71e15FBB43640B43E9A75E03FE54C774D5D4779ED45933E78901D3CB0E69E39D04A9E1E9B25CF060C4BCA4D072860494D0D8E683C2FE58414E15877B695135D6CEB30962CF2075449C804E6F29D49CE62F2EB207CEA50615BC9B65D91765878A06D1A54029FD44ADE983229E43F72FFED854"/>
          <p:cNvSpPr txBox="1"/>
          <p:nvPr/>
        </p:nvSpPr>
        <p:spPr>
          <a:xfrm>
            <a:off x="1212030" y="622522"/>
            <a:ext cx="4108409" cy="541543"/>
          </a:xfrm>
          <a:prstGeom prst="rect">
            <a:avLst/>
          </a:prstGeom>
        </p:spPr>
        <p:txBody>
          <a:bodyPr lIns="0" tIns="0" rIns="0" bIns="0"/>
          <a:lstStyle/>
          <a:p>
            <a:pPr marL="7620" defTabSz="544195"/>
            <a:r>
              <a:rPr lang="zh-CN" altLang="en-US" sz="4400" b="1" spc="100" dirty="0">
                <a:latin typeface="Times New Roman" panose="02020603050405020304" charset="0"/>
                <a:ea typeface="宋体" panose="02010600030101010101" pitchFamily="2" charset="-122"/>
                <a:cs typeface="Source Sans Pro Semibold"/>
              </a:rPr>
              <a:t>添加标题文本</a:t>
            </a:r>
          </a:p>
        </p:txBody>
      </p:sp>
      <p:cxnSp>
        <p:nvCxnSpPr>
          <p:cNvPr id="180" name="直线连接符 1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CxnSpPr/>
          <p:nvPr/>
        </p:nvCxnSpPr>
        <p:spPr>
          <a:xfrm>
            <a:off x="1253257" y="1387988"/>
            <a:ext cx="3644238" cy="0"/>
          </a:xfrm>
          <a:prstGeom prst="line">
            <a:avLst/>
          </a:prstGeom>
          <a:ln w="66675">
            <a:solidFill>
              <a:schemeClr val="tx1">
                <a:lumMod val="95000"/>
                <a:lumOff val="5000"/>
                <a:alpha val="9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Freeform 46"/>
          <p:cNvSpPr/>
          <p:nvPr/>
        </p:nvSpPr>
        <p:spPr>
          <a:xfrm rot="19122933">
            <a:off x="416961" y="874632"/>
            <a:ext cx="574517" cy="607118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184" name="Freeform 46"/>
          <p:cNvSpPr/>
          <p:nvPr/>
        </p:nvSpPr>
        <p:spPr>
          <a:xfrm rot="21216734">
            <a:off x="705675" y="504047"/>
            <a:ext cx="439223" cy="453223"/>
          </a:xfrm>
          <a:custGeom>
            <a:avLst/>
            <a:gdLst/>
            <a:ahLst/>
            <a:cxnLst/>
            <a:rect l="l" t="t" r="r" b="b"/>
            <a:pathLst>
              <a:path w="732332" h="724010">
                <a:moveTo>
                  <a:pt x="0" y="0"/>
                </a:moveTo>
                <a:lnTo>
                  <a:pt x="732331" y="0"/>
                </a:lnTo>
                <a:lnTo>
                  <a:pt x="732331" y="724010"/>
                </a:lnTo>
                <a:lnTo>
                  <a:pt x="0" y="72401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6BB6B81A-9784-AABD-0DC0-0B853D5E2B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9834415">
            <a:off x="9334730" y="5449224"/>
            <a:ext cx="2891277" cy="369634"/>
          </a:xfrm>
          <a:prstGeom prst="rect">
            <a:avLst/>
          </a:prstGeom>
        </p:spPr>
      </p:pic>
      <p:pic>
        <p:nvPicPr>
          <p:cNvPr id="6" name="图片 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5046C983-2E1D-6483-2FFC-269FAD9596BD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12972" r="47937"/>
          <a:stretch>
            <a:fillRect/>
          </a:stretch>
        </p:blipFill>
        <p:spPr>
          <a:xfrm rot="16200000">
            <a:off x="6119580" y="1572645"/>
            <a:ext cx="6322318" cy="33054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星形: 四角 29"/>
          <p:cNvSpPr>
            <a:spLocks noChangeAspect="1"/>
          </p:cNvSpPr>
          <p:nvPr>
            <p:custDataLst>
              <p:tags r:id="rId1"/>
            </p:custDataLst>
          </p:nvPr>
        </p:nvSpPr>
        <p:spPr>
          <a:xfrm flipH="1">
            <a:off x="11314430" y="22542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星形: 四角 30"/>
          <p:cNvSpPr>
            <a:spLocks noChangeAspect="1"/>
          </p:cNvSpPr>
          <p:nvPr>
            <p:custDataLst>
              <p:tags r:id="rId2"/>
            </p:custDataLst>
          </p:nvPr>
        </p:nvSpPr>
        <p:spPr>
          <a:xfrm flipH="1">
            <a:off x="10765155" y="20802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星形: 四角 3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flipH="1">
            <a:off x="10090785" y="19640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星形: 四角 3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 flipH="1">
            <a:off x="9963785" y="246380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星形: 四角 3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flipH="1">
            <a:off x="10484485" y="25501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星形: 四角 34"/>
          <p:cNvSpPr>
            <a:spLocks noChangeAspect="1"/>
          </p:cNvSpPr>
          <p:nvPr>
            <p:custDataLst>
              <p:tags r:id="rId6"/>
            </p:custDataLst>
          </p:nvPr>
        </p:nvSpPr>
        <p:spPr>
          <a:xfrm flipH="1">
            <a:off x="10746740" y="27749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星形: 四角 35"/>
          <p:cNvSpPr>
            <a:spLocks noChangeAspect="1"/>
          </p:cNvSpPr>
          <p:nvPr/>
        </p:nvSpPr>
        <p:spPr>
          <a:xfrm flipH="1">
            <a:off x="11962765" y="23971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星形: 四角 36"/>
          <p:cNvSpPr>
            <a:spLocks noChangeAspect="1"/>
          </p:cNvSpPr>
          <p:nvPr>
            <p:custDataLst>
              <p:tags r:id="rId7"/>
            </p:custDataLst>
          </p:nvPr>
        </p:nvSpPr>
        <p:spPr>
          <a:xfrm flipH="1">
            <a:off x="9269730" y="227203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星形: 四角 37"/>
          <p:cNvSpPr>
            <a:spLocks noChangeAspect="1"/>
          </p:cNvSpPr>
          <p:nvPr>
            <p:custDataLst>
              <p:tags r:id="rId8"/>
            </p:custDataLst>
          </p:nvPr>
        </p:nvSpPr>
        <p:spPr>
          <a:xfrm flipH="1">
            <a:off x="11105515" y="30340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星形: 四角 38"/>
          <p:cNvSpPr>
            <a:spLocks noChangeAspect="1"/>
          </p:cNvSpPr>
          <p:nvPr>
            <p:custDataLst>
              <p:tags r:id="rId9"/>
            </p:custDataLst>
          </p:nvPr>
        </p:nvSpPr>
        <p:spPr>
          <a:xfrm flipH="1">
            <a:off x="10484485" y="32994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星形: 四角 39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 flipH="1">
            <a:off x="10011410" y="31597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星形: 四角 40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 flipH="1">
            <a:off x="9486265" y="36645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星形: 四角 4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 flipH="1">
            <a:off x="9784715" y="381381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星形: 四角 42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 flipH="1">
            <a:off x="10349865" y="39217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星形: 四角 43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 flipH="1">
            <a:off x="9918065" y="4020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星形: 四角 44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 flipH="1">
            <a:off x="9638665" y="4147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星形: 四角 45"/>
          <p:cNvSpPr>
            <a:spLocks noChangeAspect="1"/>
          </p:cNvSpPr>
          <p:nvPr/>
        </p:nvSpPr>
        <p:spPr>
          <a:xfrm flipH="1">
            <a:off x="11708765" y="37776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星形: 四角 46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 flipH="1">
            <a:off x="11347450" y="41471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星形: 四角 47"/>
          <p:cNvSpPr>
            <a:spLocks noChangeAspect="1"/>
          </p:cNvSpPr>
          <p:nvPr/>
        </p:nvSpPr>
        <p:spPr>
          <a:xfrm flipH="1">
            <a:off x="11639550" y="43757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星形: 四角 48"/>
          <p:cNvSpPr>
            <a:spLocks noChangeAspect="1"/>
          </p:cNvSpPr>
          <p:nvPr/>
        </p:nvSpPr>
        <p:spPr>
          <a:xfrm flipH="1">
            <a:off x="11802745" y="45758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星形: 四角 49"/>
          <p:cNvSpPr>
            <a:spLocks noChangeAspect="1"/>
          </p:cNvSpPr>
          <p:nvPr>
            <p:custDataLst>
              <p:tags r:id="rId17"/>
            </p:custDataLst>
          </p:nvPr>
        </p:nvSpPr>
        <p:spPr>
          <a:xfrm flipH="1">
            <a:off x="11314430" y="4772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星形: 四角 50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 flipH="1">
            <a:off x="11206480" y="53282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星形: 四角 51"/>
          <p:cNvSpPr>
            <a:spLocks noChangeAspect="1"/>
          </p:cNvSpPr>
          <p:nvPr>
            <p:custDataLst>
              <p:tags r:id="rId19"/>
            </p:custDataLst>
          </p:nvPr>
        </p:nvSpPr>
        <p:spPr>
          <a:xfrm flipH="1">
            <a:off x="10422255" y="50901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星形: 四角 52"/>
          <p:cNvSpPr>
            <a:spLocks noChangeAspect="1"/>
          </p:cNvSpPr>
          <p:nvPr>
            <p:custDataLst>
              <p:tags r:id="rId20"/>
            </p:custDataLst>
          </p:nvPr>
        </p:nvSpPr>
        <p:spPr>
          <a:xfrm flipH="1">
            <a:off x="9196705" y="4772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星形: 四角 53"/>
          <p:cNvSpPr>
            <a:spLocks noChangeAspect="1"/>
          </p:cNvSpPr>
          <p:nvPr>
            <p:custDataLst>
              <p:tags r:id="rId21"/>
            </p:custDataLst>
          </p:nvPr>
        </p:nvSpPr>
        <p:spPr>
          <a:xfrm flipH="1">
            <a:off x="10282555" y="546798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星形: 四角 54"/>
          <p:cNvSpPr>
            <a:spLocks noChangeAspect="1"/>
          </p:cNvSpPr>
          <p:nvPr/>
        </p:nvSpPr>
        <p:spPr>
          <a:xfrm flipH="1">
            <a:off x="9715500" y="558863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星形: 四角 55"/>
          <p:cNvSpPr>
            <a:spLocks noChangeAspect="1"/>
          </p:cNvSpPr>
          <p:nvPr/>
        </p:nvSpPr>
        <p:spPr>
          <a:xfrm flipH="1">
            <a:off x="9387840" y="55708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星形: 四角 56"/>
          <p:cNvSpPr>
            <a:spLocks noChangeAspect="1"/>
          </p:cNvSpPr>
          <p:nvPr>
            <p:custDataLst>
              <p:tags r:id="rId22"/>
            </p:custDataLst>
          </p:nvPr>
        </p:nvSpPr>
        <p:spPr>
          <a:xfrm flipH="1">
            <a:off x="9121775" y="546798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星形: 四角 57"/>
          <p:cNvSpPr>
            <a:spLocks noChangeAspect="1"/>
          </p:cNvSpPr>
          <p:nvPr/>
        </p:nvSpPr>
        <p:spPr>
          <a:xfrm flipH="1">
            <a:off x="8918575" y="55708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星形: 四角 58"/>
          <p:cNvSpPr>
            <a:spLocks noChangeAspect="1"/>
          </p:cNvSpPr>
          <p:nvPr>
            <p:custDataLst>
              <p:tags r:id="rId23"/>
            </p:custDataLst>
          </p:nvPr>
        </p:nvSpPr>
        <p:spPr>
          <a:xfrm flipH="1">
            <a:off x="4175125" y="55410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星形: 四角 59"/>
          <p:cNvSpPr>
            <a:spLocks noChangeAspect="1"/>
          </p:cNvSpPr>
          <p:nvPr/>
        </p:nvSpPr>
        <p:spPr>
          <a:xfrm flipH="1">
            <a:off x="4235450" y="56807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星形: 四角 60"/>
          <p:cNvSpPr>
            <a:spLocks noChangeAspect="1"/>
          </p:cNvSpPr>
          <p:nvPr/>
        </p:nvSpPr>
        <p:spPr>
          <a:xfrm flipH="1">
            <a:off x="10246360" y="583819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星形: 四角 61"/>
          <p:cNvSpPr>
            <a:spLocks noChangeAspect="1"/>
          </p:cNvSpPr>
          <p:nvPr/>
        </p:nvSpPr>
        <p:spPr>
          <a:xfrm flipH="1">
            <a:off x="10448290" y="62096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星形: 四角 62"/>
          <p:cNvSpPr>
            <a:spLocks noChangeAspect="1"/>
          </p:cNvSpPr>
          <p:nvPr/>
        </p:nvSpPr>
        <p:spPr>
          <a:xfrm flipH="1">
            <a:off x="11419840" y="57778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星形: 四角 63"/>
          <p:cNvSpPr>
            <a:spLocks noChangeAspect="1"/>
          </p:cNvSpPr>
          <p:nvPr/>
        </p:nvSpPr>
        <p:spPr>
          <a:xfrm flipH="1">
            <a:off x="11402695" y="637222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星形: 四角 64"/>
          <p:cNvSpPr>
            <a:spLocks noChangeAspect="1"/>
          </p:cNvSpPr>
          <p:nvPr/>
        </p:nvSpPr>
        <p:spPr>
          <a:xfrm flipH="1">
            <a:off x="11637645" y="57962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星形: 四角 65"/>
          <p:cNvSpPr>
            <a:spLocks noChangeAspect="1"/>
          </p:cNvSpPr>
          <p:nvPr>
            <p:custDataLst>
              <p:tags r:id="rId24"/>
            </p:custDataLst>
          </p:nvPr>
        </p:nvSpPr>
        <p:spPr>
          <a:xfrm flipH="1">
            <a:off x="8341995" y="51365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星形: 四角 66"/>
          <p:cNvSpPr>
            <a:spLocks noChangeAspect="1"/>
          </p:cNvSpPr>
          <p:nvPr>
            <p:custDataLst>
              <p:tags r:id="rId25"/>
            </p:custDataLst>
          </p:nvPr>
        </p:nvSpPr>
        <p:spPr>
          <a:xfrm flipH="1">
            <a:off x="8145145" y="5231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星形: 四角 67"/>
          <p:cNvSpPr>
            <a:spLocks noChangeAspect="1"/>
          </p:cNvSpPr>
          <p:nvPr/>
        </p:nvSpPr>
        <p:spPr>
          <a:xfrm flipH="1">
            <a:off x="6617970" y="642239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星形: 四角 68"/>
          <p:cNvSpPr>
            <a:spLocks noChangeAspect="1"/>
          </p:cNvSpPr>
          <p:nvPr/>
        </p:nvSpPr>
        <p:spPr>
          <a:xfrm rot="2700000" flipH="1">
            <a:off x="2590800" y="8159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星形: 四角 69"/>
          <p:cNvSpPr>
            <a:spLocks noChangeAspect="1"/>
          </p:cNvSpPr>
          <p:nvPr/>
        </p:nvSpPr>
        <p:spPr>
          <a:xfrm flipH="1">
            <a:off x="2912745" y="9772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星形: 四角 70"/>
          <p:cNvSpPr>
            <a:spLocks noChangeAspect="1"/>
          </p:cNvSpPr>
          <p:nvPr>
            <p:custDataLst>
              <p:tags r:id="rId26"/>
            </p:custDataLst>
          </p:nvPr>
        </p:nvSpPr>
        <p:spPr>
          <a:xfrm flipH="1">
            <a:off x="3056890" y="11842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星形: 四角 71"/>
          <p:cNvSpPr>
            <a:spLocks noChangeAspect="1"/>
          </p:cNvSpPr>
          <p:nvPr/>
        </p:nvSpPr>
        <p:spPr>
          <a:xfrm flipH="1">
            <a:off x="461645" y="9410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星形: 四角 72"/>
          <p:cNvSpPr>
            <a:spLocks noChangeAspect="1"/>
          </p:cNvSpPr>
          <p:nvPr/>
        </p:nvSpPr>
        <p:spPr>
          <a:xfrm flipH="1">
            <a:off x="702945" y="6997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星形: 四角 73"/>
          <p:cNvSpPr>
            <a:spLocks noChangeAspect="1"/>
          </p:cNvSpPr>
          <p:nvPr>
            <p:custDataLst>
              <p:tags r:id="rId27"/>
            </p:custDataLst>
          </p:nvPr>
        </p:nvSpPr>
        <p:spPr>
          <a:xfrm rot="2700000" flipH="1">
            <a:off x="2196465" y="12890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星形: 四角 74"/>
          <p:cNvSpPr>
            <a:spLocks noChangeAspect="1"/>
          </p:cNvSpPr>
          <p:nvPr>
            <p:custDataLst>
              <p:tags r:id="rId28"/>
            </p:custDataLst>
          </p:nvPr>
        </p:nvSpPr>
        <p:spPr>
          <a:xfrm rot="2700000" flipH="1">
            <a:off x="1769110" y="125285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星形: 四角 75"/>
          <p:cNvSpPr>
            <a:spLocks noChangeAspect="1"/>
          </p:cNvSpPr>
          <p:nvPr>
            <p:custDataLst>
              <p:tags r:id="rId29"/>
            </p:custDataLst>
          </p:nvPr>
        </p:nvSpPr>
        <p:spPr>
          <a:xfrm rot="2700000" flipH="1">
            <a:off x="1962150" y="14255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星形: 四角 76"/>
          <p:cNvSpPr>
            <a:spLocks noChangeAspect="1"/>
          </p:cNvSpPr>
          <p:nvPr>
            <p:custDataLst>
              <p:tags r:id="rId30"/>
            </p:custDataLst>
          </p:nvPr>
        </p:nvSpPr>
        <p:spPr>
          <a:xfrm rot="2700000" flipH="1">
            <a:off x="2313305" y="16186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星形: 四角 77"/>
          <p:cNvSpPr>
            <a:spLocks noChangeAspect="1"/>
          </p:cNvSpPr>
          <p:nvPr>
            <p:custDataLst>
              <p:tags r:id="rId31"/>
            </p:custDataLst>
          </p:nvPr>
        </p:nvSpPr>
        <p:spPr>
          <a:xfrm rot="2700000" flipH="1">
            <a:off x="1413510" y="16008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星形: 四角 78"/>
          <p:cNvSpPr>
            <a:spLocks noChangeAspect="1"/>
          </p:cNvSpPr>
          <p:nvPr/>
        </p:nvSpPr>
        <p:spPr>
          <a:xfrm flipH="1">
            <a:off x="769620" y="140779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星形: 四角 79"/>
          <p:cNvSpPr>
            <a:spLocks noChangeAspect="1"/>
          </p:cNvSpPr>
          <p:nvPr>
            <p:custDataLst>
              <p:tags r:id="rId32"/>
            </p:custDataLst>
          </p:nvPr>
        </p:nvSpPr>
        <p:spPr>
          <a:xfrm rot="2700000" flipH="1">
            <a:off x="1285240" y="19665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星形: 四角 80"/>
          <p:cNvSpPr>
            <a:spLocks noChangeAspect="1"/>
          </p:cNvSpPr>
          <p:nvPr>
            <p:custDataLst>
              <p:tags r:id="rId33"/>
            </p:custDataLst>
          </p:nvPr>
        </p:nvSpPr>
        <p:spPr>
          <a:xfrm flipH="1">
            <a:off x="1940560" y="220345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星形: 四角 81"/>
          <p:cNvSpPr>
            <a:spLocks noChangeAspect="1"/>
          </p:cNvSpPr>
          <p:nvPr>
            <p:custDataLst>
              <p:tags r:id="rId34"/>
            </p:custDataLst>
          </p:nvPr>
        </p:nvSpPr>
        <p:spPr>
          <a:xfrm rot="2700000" flipH="1">
            <a:off x="2367280" y="19157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星形: 四角 82"/>
          <p:cNvSpPr>
            <a:spLocks noChangeAspect="1"/>
          </p:cNvSpPr>
          <p:nvPr>
            <p:custDataLst>
              <p:tags r:id="rId35"/>
            </p:custDataLst>
          </p:nvPr>
        </p:nvSpPr>
        <p:spPr>
          <a:xfrm flipH="1">
            <a:off x="2824480" y="253619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星形: 四角 83"/>
          <p:cNvSpPr>
            <a:spLocks noChangeAspect="1"/>
          </p:cNvSpPr>
          <p:nvPr/>
        </p:nvSpPr>
        <p:spPr>
          <a:xfrm flipH="1">
            <a:off x="1071880" y="24504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星形: 四角 84"/>
          <p:cNvSpPr>
            <a:spLocks noChangeAspect="1"/>
          </p:cNvSpPr>
          <p:nvPr/>
        </p:nvSpPr>
        <p:spPr>
          <a:xfrm flipH="1">
            <a:off x="720725" y="20440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星形: 四角 85"/>
          <p:cNvSpPr>
            <a:spLocks noChangeAspect="1"/>
          </p:cNvSpPr>
          <p:nvPr/>
        </p:nvSpPr>
        <p:spPr>
          <a:xfrm flipH="1">
            <a:off x="344805" y="24866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星形: 四角 86"/>
          <p:cNvSpPr>
            <a:spLocks noChangeAspect="1"/>
          </p:cNvSpPr>
          <p:nvPr/>
        </p:nvSpPr>
        <p:spPr>
          <a:xfrm flipH="1">
            <a:off x="608965" y="26473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星形: 四角 87"/>
          <p:cNvSpPr>
            <a:spLocks noChangeAspect="1"/>
          </p:cNvSpPr>
          <p:nvPr/>
        </p:nvSpPr>
        <p:spPr>
          <a:xfrm flipH="1">
            <a:off x="769620" y="291147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星形: 四角 88"/>
          <p:cNvSpPr>
            <a:spLocks noChangeAspect="1"/>
          </p:cNvSpPr>
          <p:nvPr/>
        </p:nvSpPr>
        <p:spPr>
          <a:xfrm flipH="1">
            <a:off x="909320" y="31045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星形: 四角 89"/>
          <p:cNvSpPr>
            <a:spLocks noChangeAspect="1"/>
          </p:cNvSpPr>
          <p:nvPr/>
        </p:nvSpPr>
        <p:spPr>
          <a:xfrm flipH="1">
            <a:off x="472440" y="32308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星形: 四角 90"/>
          <p:cNvSpPr>
            <a:spLocks noChangeAspect="1"/>
          </p:cNvSpPr>
          <p:nvPr/>
        </p:nvSpPr>
        <p:spPr>
          <a:xfrm flipH="1">
            <a:off x="193040" y="35680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星形: 四角 91"/>
          <p:cNvSpPr>
            <a:spLocks noChangeAspect="1"/>
          </p:cNvSpPr>
          <p:nvPr/>
        </p:nvSpPr>
        <p:spPr>
          <a:xfrm flipH="1">
            <a:off x="890905" y="37458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星形: 四角 92"/>
          <p:cNvSpPr>
            <a:spLocks noChangeAspect="1"/>
          </p:cNvSpPr>
          <p:nvPr/>
        </p:nvSpPr>
        <p:spPr>
          <a:xfrm flipH="1">
            <a:off x="591185" y="42170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星形: 四角 93"/>
          <p:cNvSpPr>
            <a:spLocks noChangeAspect="1"/>
          </p:cNvSpPr>
          <p:nvPr>
            <p:custDataLst>
              <p:tags r:id="rId36"/>
            </p:custDataLst>
          </p:nvPr>
        </p:nvSpPr>
        <p:spPr>
          <a:xfrm flipH="1">
            <a:off x="1085215" y="33356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星形: 四角 94"/>
          <p:cNvSpPr>
            <a:spLocks noChangeAspect="1"/>
          </p:cNvSpPr>
          <p:nvPr>
            <p:custDataLst>
              <p:tags r:id="rId37"/>
            </p:custDataLst>
          </p:nvPr>
        </p:nvSpPr>
        <p:spPr>
          <a:xfrm flipH="1">
            <a:off x="1249680" y="32486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星形: 四角 95"/>
          <p:cNvSpPr>
            <a:spLocks noChangeAspect="1"/>
          </p:cNvSpPr>
          <p:nvPr>
            <p:custDataLst>
              <p:tags r:id="rId38"/>
            </p:custDataLst>
          </p:nvPr>
        </p:nvSpPr>
        <p:spPr>
          <a:xfrm flipH="1">
            <a:off x="1226820" y="352298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星形: 四角 96"/>
          <p:cNvSpPr>
            <a:spLocks noChangeAspect="1"/>
          </p:cNvSpPr>
          <p:nvPr>
            <p:custDataLst>
              <p:tags r:id="rId39"/>
            </p:custDataLst>
          </p:nvPr>
        </p:nvSpPr>
        <p:spPr>
          <a:xfrm flipH="1">
            <a:off x="1404620" y="349631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星形: 四角 97"/>
          <p:cNvSpPr>
            <a:spLocks noChangeAspect="1"/>
          </p:cNvSpPr>
          <p:nvPr>
            <p:custDataLst>
              <p:tags r:id="rId40"/>
            </p:custDataLst>
          </p:nvPr>
        </p:nvSpPr>
        <p:spPr>
          <a:xfrm flipH="1">
            <a:off x="1443990" y="367855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星形: 四角 98"/>
          <p:cNvSpPr>
            <a:spLocks noChangeAspect="1"/>
          </p:cNvSpPr>
          <p:nvPr>
            <p:custDataLst>
              <p:tags r:id="rId41"/>
            </p:custDataLst>
          </p:nvPr>
        </p:nvSpPr>
        <p:spPr>
          <a:xfrm flipH="1">
            <a:off x="1434465" y="393319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星形: 四角 99"/>
          <p:cNvSpPr>
            <a:spLocks noChangeAspect="1"/>
          </p:cNvSpPr>
          <p:nvPr>
            <p:custDataLst>
              <p:tags r:id="rId42"/>
            </p:custDataLst>
          </p:nvPr>
        </p:nvSpPr>
        <p:spPr>
          <a:xfrm flipH="1">
            <a:off x="1802130" y="34283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星形: 四角 100"/>
          <p:cNvSpPr>
            <a:spLocks noChangeAspect="1"/>
          </p:cNvSpPr>
          <p:nvPr>
            <p:custDataLst>
              <p:tags r:id="rId43"/>
            </p:custDataLst>
          </p:nvPr>
        </p:nvSpPr>
        <p:spPr>
          <a:xfrm flipH="1">
            <a:off x="2016125" y="31946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星形: 四角 101"/>
          <p:cNvSpPr>
            <a:spLocks noChangeAspect="1"/>
          </p:cNvSpPr>
          <p:nvPr>
            <p:custDataLst>
              <p:tags r:id="rId44"/>
            </p:custDataLst>
          </p:nvPr>
        </p:nvSpPr>
        <p:spPr>
          <a:xfrm flipH="1">
            <a:off x="2573020" y="32956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星形: 四角 102"/>
          <p:cNvSpPr>
            <a:spLocks noChangeAspect="1"/>
          </p:cNvSpPr>
          <p:nvPr>
            <p:custDataLst>
              <p:tags r:id="rId45"/>
            </p:custDataLst>
          </p:nvPr>
        </p:nvSpPr>
        <p:spPr>
          <a:xfrm flipH="1">
            <a:off x="2385060" y="36601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星形: 四角 103"/>
          <p:cNvSpPr>
            <a:spLocks noChangeAspect="1"/>
          </p:cNvSpPr>
          <p:nvPr>
            <p:custDataLst>
              <p:tags r:id="rId46"/>
            </p:custDataLst>
          </p:nvPr>
        </p:nvSpPr>
        <p:spPr>
          <a:xfrm flipH="1">
            <a:off x="3170555" y="34220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星形: 四角 104"/>
          <p:cNvSpPr>
            <a:spLocks noChangeAspect="1"/>
          </p:cNvSpPr>
          <p:nvPr>
            <p:custDataLst>
              <p:tags r:id="rId47"/>
            </p:custDataLst>
          </p:nvPr>
        </p:nvSpPr>
        <p:spPr>
          <a:xfrm flipH="1">
            <a:off x="3536315" y="347789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星形: 四角 105"/>
          <p:cNvSpPr>
            <a:spLocks noChangeAspect="1"/>
          </p:cNvSpPr>
          <p:nvPr>
            <p:custDataLst>
              <p:tags r:id="rId48"/>
            </p:custDataLst>
          </p:nvPr>
        </p:nvSpPr>
        <p:spPr>
          <a:xfrm flipH="1">
            <a:off x="3475990" y="42170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星形: 四角 106"/>
          <p:cNvSpPr>
            <a:spLocks noChangeAspect="1"/>
          </p:cNvSpPr>
          <p:nvPr>
            <p:custDataLst>
              <p:tags r:id="rId49"/>
            </p:custDataLst>
          </p:nvPr>
        </p:nvSpPr>
        <p:spPr>
          <a:xfrm flipH="1">
            <a:off x="2894965" y="41541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星形: 四角 107"/>
          <p:cNvSpPr>
            <a:spLocks noChangeAspect="1"/>
          </p:cNvSpPr>
          <p:nvPr/>
        </p:nvSpPr>
        <p:spPr>
          <a:xfrm flipH="1">
            <a:off x="5401310" y="10890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星形: 四角 108"/>
          <p:cNvSpPr>
            <a:spLocks noChangeAspect="1"/>
          </p:cNvSpPr>
          <p:nvPr>
            <p:custDataLst>
              <p:tags r:id="rId50"/>
            </p:custDataLst>
          </p:nvPr>
        </p:nvSpPr>
        <p:spPr>
          <a:xfrm rot="2700000" flipH="1">
            <a:off x="4343400" y="198120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星形: 四角 109"/>
          <p:cNvSpPr>
            <a:spLocks noChangeAspect="1"/>
          </p:cNvSpPr>
          <p:nvPr>
            <p:custDataLst>
              <p:tags r:id="rId51"/>
            </p:custDataLst>
          </p:nvPr>
        </p:nvSpPr>
        <p:spPr>
          <a:xfrm rot="2700000" flipH="1">
            <a:off x="4556760" y="174752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星形: 四角 110"/>
          <p:cNvSpPr>
            <a:spLocks noChangeAspect="1"/>
          </p:cNvSpPr>
          <p:nvPr>
            <p:custDataLst>
              <p:tags r:id="rId52"/>
            </p:custDataLst>
          </p:nvPr>
        </p:nvSpPr>
        <p:spPr>
          <a:xfrm rot="2700000" flipH="1">
            <a:off x="5114290" y="184848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星形: 四角 111"/>
          <p:cNvSpPr>
            <a:spLocks noChangeAspect="1"/>
          </p:cNvSpPr>
          <p:nvPr>
            <p:custDataLst>
              <p:tags r:id="rId53"/>
            </p:custDataLst>
          </p:nvPr>
        </p:nvSpPr>
        <p:spPr>
          <a:xfrm rot="2700000" flipH="1">
            <a:off x="4926330" y="221361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星形: 四角 112"/>
          <p:cNvSpPr>
            <a:spLocks noChangeAspect="1"/>
          </p:cNvSpPr>
          <p:nvPr>
            <p:custDataLst>
              <p:tags r:id="rId54"/>
            </p:custDataLst>
          </p:nvPr>
        </p:nvSpPr>
        <p:spPr>
          <a:xfrm flipH="1">
            <a:off x="5747385" y="197485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星形: 四角 113"/>
          <p:cNvSpPr>
            <a:spLocks noChangeAspect="1"/>
          </p:cNvSpPr>
          <p:nvPr>
            <p:custDataLst>
              <p:tags r:id="rId55"/>
            </p:custDataLst>
          </p:nvPr>
        </p:nvSpPr>
        <p:spPr>
          <a:xfrm flipH="1">
            <a:off x="6113145" y="203073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星形: 四角 114"/>
          <p:cNvSpPr>
            <a:spLocks noChangeAspect="1"/>
          </p:cNvSpPr>
          <p:nvPr>
            <p:custDataLst>
              <p:tags r:id="rId56"/>
            </p:custDataLst>
          </p:nvPr>
        </p:nvSpPr>
        <p:spPr>
          <a:xfrm flipH="1">
            <a:off x="6052820" y="276987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星形: 四角 115"/>
          <p:cNvSpPr>
            <a:spLocks noChangeAspect="1"/>
          </p:cNvSpPr>
          <p:nvPr>
            <p:custDataLst>
              <p:tags r:id="rId57"/>
            </p:custDataLst>
          </p:nvPr>
        </p:nvSpPr>
        <p:spPr>
          <a:xfrm flipH="1">
            <a:off x="5471795" y="27070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星形: 四角 116"/>
          <p:cNvSpPr>
            <a:spLocks noChangeAspect="1"/>
          </p:cNvSpPr>
          <p:nvPr/>
        </p:nvSpPr>
        <p:spPr>
          <a:xfrm flipH="1">
            <a:off x="4271010" y="70675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" name="星形: 四角 117"/>
          <p:cNvSpPr>
            <a:spLocks noChangeAspect="1"/>
          </p:cNvSpPr>
          <p:nvPr/>
        </p:nvSpPr>
        <p:spPr>
          <a:xfrm flipH="1">
            <a:off x="684530" y="51993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9" name="星形: 四角 118"/>
          <p:cNvSpPr>
            <a:spLocks noChangeAspect="1"/>
          </p:cNvSpPr>
          <p:nvPr/>
        </p:nvSpPr>
        <p:spPr>
          <a:xfrm flipH="1">
            <a:off x="897890" y="49663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0" name="星形: 四角 119"/>
          <p:cNvSpPr>
            <a:spLocks noChangeAspect="1"/>
          </p:cNvSpPr>
          <p:nvPr>
            <p:custDataLst>
              <p:tags r:id="rId58"/>
            </p:custDataLst>
          </p:nvPr>
        </p:nvSpPr>
        <p:spPr>
          <a:xfrm flipH="1">
            <a:off x="1383030" y="506730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" name="星形: 四角 120"/>
          <p:cNvSpPr>
            <a:spLocks noChangeAspect="1"/>
          </p:cNvSpPr>
          <p:nvPr>
            <p:custDataLst>
              <p:tags r:id="rId59"/>
            </p:custDataLst>
          </p:nvPr>
        </p:nvSpPr>
        <p:spPr>
          <a:xfrm flipH="1">
            <a:off x="1195705" y="543179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" name="星形: 四角 121"/>
          <p:cNvSpPr>
            <a:spLocks noChangeAspect="1"/>
          </p:cNvSpPr>
          <p:nvPr>
            <p:custDataLst>
              <p:tags r:id="rId60"/>
            </p:custDataLst>
          </p:nvPr>
        </p:nvSpPr>
        <p:spPr>
          <a:xfrm flipH="1">
            <a:off x="1962785" y="519366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3" name="星形: 四角 122"/>
          <p:cNvSpPr>
            <a:spLocks noChangeAspect="1"/>
          </p:cNvSpPr>
          <p:nvPr>
            <p:custDataLst>
              <p:tags r:id="rId61"/>
            </p:custDataLst>
          </p:nvPr>
        </p:nvSpPr>
        <p:spPr>
          <a:xfrm flipH="1">
            <a:off x="2418080" y="524954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4" name="星形: 四角 123"/>
          <p:cNvSpPr>
            <a:spLocks noChangeAspect="1"/>
          </p:cNvSpPr>
          <p:nvPr/>
        </p:nvSpPr>
        <p:spPr>
          <a:xfrm flipH="1">
            <a:off x="2357755" y="598805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5" name="星形: 四角 124"/>
          <p:cNvSpPr>
            <a:spLocks noChangeAspect="1"/>
          </p:cNvSpPr>
          <p:nvPr/>
        </p:nvSpPr>
        <p:spPr>
          <a:xfrm flipH="1">
            <a:off x="1776730" y="59258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6" name="星形: 四角 125"/>
          <p:cNvSpPr>
            <a:spLocks noChangeAspect="1"/>
          </p:cNvSpPr>
          <p:nvPr>
            <p:custDataLst>
              <p:tags r:id="rId62"/>
            </p:custDataLst>
          </p:nvPr>
        </p:nvSpPr>
        <p:spPr>
          <a:xfrm flipH="1">
            <a:off x="6913880" y="21609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7" name="星形: 四角 126"/>
          <p:cNvSpPr>
            <a:spLocks noChangeAspect="1"/>
          </p:cNvSpPr>
          <p:nvPr>
            <p:custDataLst>
              <p:tags r:id="rId63"/>
            </p:custDataLst>
          </p:nvPr>
        </p:nvSpPr>
        <p:spPr>
          <a:xfrm flipH="1">
            <a:off x="7212330" y="23101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8" name="星形: 四角 127"/>
          <p:cNvSpPr>
            <a:spLocks noChangeAspect="1"/>
          </p:cNvSpPr>
          <p:nvPr>
            <p:custDataLst>
              <p:tags r:id="rId64"/>
            </p:custDataLst>
          </p:nvPr>
        </p:nvSpPr>
        <p:spPr>
          <a:xfrm flipH="1">
            <a:off x="7777480" y="24180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9" name="星形: 四角 128"/>
          <p:cNvSpPr>
            <a:spLocks noChangeAspect="1"/>
          </p:cNvSpPr>
          <p:nvPr>
            <p:custDataLst>
              <p:tags r:id="rId65"/>
            </p:custDataLst>
          </p:nvPr>
        </p:nvSpPr>
        <p:spPr>
          <a:xfrm flipH="1">
            <a:off x="7345680" y="25165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0" name="星形: 四角 129"/>
          <p:cNvSpPr>
            <a:spLocks noChangeAspect="1"/>
          </p:cNvSpPr>
          <p:nvPr>
            <p:custDataLst>
              <p:tags r:id="rId66"/>
            </p:custDataLst>
          </p:nvPr>
        </p:nvSpPr>
        <p:spPr>
          <a:xfrm flipH="1">
            <a:off x="7066280" y="26435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1" name="星形: 四角 130"/>
          <p:cNvSpPr>
            <a:spLocks noChangeAspect="1"/>
          </p:cNvSpPr>
          <p:nvPr>
            <p:custDataLst>
              <p:tags r:id="rId67"/>
            </p:custDataLst>
          </p:nvPr>
        </p:nvSpPr>
        <p:spPr>
          <a:xfrm rot="2700000" flipH="1">
            <a:off x="7078980" y="46120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2" name="星形: 四角 131"/>
          <p:cNvSpPr>
            <a:spLocks noChangeAspect="1"/>
          </p:cNvSpPr>
          <p:nvPr>
            <p:custDataLst>
              <p:tags r:id="rId68"/>
            </p:custDataLst>
          </p:nvPr>
        </p:nvSpPr>
        <p:spPr>
          <a:xfrm flipH="1">
            <a:off x="6624320" y="326898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3" name="星形: 四角 132"/>
          <p:cNvSpPr>
            <a:spLocks noChangeAspect="1"/>
          </p:cNvSpPr>
          <p:nvPr>
            <p:custDataLst>
              <p:tags r:id="rId69"/>
            </p:custDataLst>
          </p:nvPr>
        </p:nvSpPr>
        <p:spPr>
          <a:xfrm rot="2700000" flipH="1">
            <a:off x="7844155" y="46882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4" name="星形: 四角 133"/>
          <p:cNvSpPr>
            <a:spLocks noChangeAspect="1"/>
          </p:cNvSpPr>
          <p:nvPr>
            <p:custDataLst>
              <p:tags r:id="rId70"/>
            </p:custDataLst>
          </p:nvPr>
        </p:nvSpPr>
        <p:spPr>
          <a:xfrm rot="2700000" flipH="1">
            <a:off x="7241540" y="480885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5" name="星形: 四角 134"/>
          <p:cNvSpPr>
            <a:spLocks noChangeAspect="1"/>
          </p:cNvSpPr>
          <p:nvPr>
            <p:custDataLst>
              <p:tags r:id="rId71"/>
            </p:custDataLst>
          </p:nvPr>
        </p:nvSpPr>
        <p:spPr>
          <a:xfrm rot="2700000" flipH="1">
            <a:off x="6913880" y="479044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6" name="星形: 四角 135"/>
          <p:cNvSpPr>
            <a:spLocks noChangeAspect="1"/>
          </p:cNvSpPr>
          <p:nvPr>
            <p:custDataLst>
              <p:tags r:id="rId72"/>
            </p:custDataLst>
          </p:nvPr>
        </p:nvSpPr>
        <p:spPr>
          <a:xfrm flipH="1">
            <a:off x="6621780" y="396430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7" name="星形: 四角 136"/>
          <p:cNvSpPr>
            <a:spLocks noChangeAspect="1"/>
          </p:cNvSpPr>
          <p:nvPr>
            <p:custDataLst>
              <p:tags r:id="rId73"/>
            </p:custDataLst>
          </p:nvPr>
        </p:nvSpPr>
        <p:spPr>
          <a:xfrm flipH="1">
            <a:off x="6400800" y="40665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8" name="星形: 四角 137"/>
          <p:cNvSpPr>
            <a:spLocks noChangeAspect="1"/>
          </p:cNvSpPr>
          <p:nvPr>
            <p:custDataLst>
              <p:tags r:id="rId74"/>
            </p:custDataLst>
          </p:nvPr>
        </p:nvSpPr>
        <p:spPr>
          <a:xfrm flipH="1">
            <a:off x="5715635" y="36328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9" name="星形: 四角 138"/>
          <p:cNvSpPr>
            <a:spLocks noChangeAspect="1"/>
          </p:cNvSpPr>
          <p:nvPr>
            <p:custDataLst>
              <p:tags r:id="rId75"/>
            </p:custDataLst>
          </p:nvPr>
        </p:nvSpPr>
        <p:spPr>
          <a:xfrm flipH="1">
            <a:off x="5518785" y="372808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" name="星形: 四角 139"/>
          <p:cNvSpPr>
            <a:spLocks noChangeAspect="1"/>
          </p:cNvSpPr>
          <p:nvPr/>
        </p:nvSpPr>
        <p:spPr>
          <a:xfrm flipH="1">
            <a:off x="8837295" y="7874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1" name="星形: 四角 140"/>
          <p:cNvSpPr>
            <a:spLocks noChangeAspect="1"/>
          </p:cNvSpPr>
          <p:nvPr/>
        </p:nvSpPr>
        <p:spPr>
          <a:xfrm flipH="1">
            <a:off x="1086485" y="32766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2" name="星形: 四角 141"/>
          <p:cNvSpPr>
            <a:spLocks noChangeAspect="1"/>
          </p:cNvSpPr>
          <p:nvPr/>
        </p:nvSpPr>
        <p:spPr>
          <a:xfrm flipH="1">
            <a:off x="10489565" y="43561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3" name="星形: 四角 142"/>
          <p:cNvSpPr>
            <a:spLocks noChangeAspect="1"/>
          </p:cNvSpPr>
          <p:nvPr/>
        </p:nvSpPr>
        <p:spPr>
          <a:xfrm flipH="1">
            <a:off x="10057765" y="53403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4" name="星形: 四角 143"/>
          <p:cNvSpPr>
            <a:spLocks noChangeAspect="1"/>
          </p:cNvSpPr>
          <p:nvPr>
            <p:custDataLst>
              <p:tags r:id="rId76"/>
            </p:custDataLst>
          </p:nvPr>
        </p:nvSpPr>
        <p:spPr>
          <a:xfrm flipH="1">
            <a:off x="10746740" y="4232275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5" name="星形: 四角 144"/>
          <p:cNvSpPr>
            <a:spLocks noChangeAspect="1"/>
          </p:cNvSpPr>
          <p:nvPr>
            <p:custDataLst>
              <p:tags r:id="rId77"/>
            </p:custDataLst>
          </p:nvPr>
        </p:nvSpPr>
        <p:spPr>
          <a:xfrm flipH="1">
            <a:off x="9336405" y="128651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6" name="星形: 四角 145"/>
          <p:cNvSpPr>
            <a:spLocks noChangeAspect="1"/>
          </p:cNvSpPr>
          <p:nvPr>
            <p:custDataLst>
              <p:tags r:id="rId78"/>
            </p:custDataLst>
          </p:nvPr>
        </p:nvSpPr>
        <p:spPr>
          <a:xfrm flipH="1">
            <a:off x="9405620" y="198183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7" name="星形: 四角 146"/>
          <p:cNvSpPr>
            <a:spLocks noChangeAspect="1"/>
          </p:cNvSpPr>
          <p:nvPr>
            <p:custDataLst>
              <p:tags r:id="rId79"/>
            </p:custDataLst>
          </p:nvPr>
        </p:nvSpPr>
        <p:spPr>
          <a:xfrm flipH="1">
            <a:off x="9184640" y="208470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8" name="星形: 四角 147"/>
          <p:cNvSpPr>
            <a:spLocks noChangeAspect="1"/>
          </p:cNvSpPr>
          <p:nvPr>
            <p:custDataLst>
              <p:tags r:id="rId80"/>
            </p:custDataLst>
          </p:nvPr>
        </p:nvSpPr>
        <p:spPr>
          <a:xfrm flipH="1">
            <a:off x="8571865" y="16503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9" name="星形: 四角 148"/>
          <p:cNvSpPr>
            <a:spLocks noChangeAspect="1"/>
          </p:cNvSpPr>
          <p:nvPr/>
        </p:nvSpPr>
        <p:spPr>
          <a:xfrm flipH="1">
            <a:off x="6661785" y="45212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0" name="星形: 四角 149"/>
          <p:cNvSpPr>
            <a:spLocks noChangeAspect="1"/>
          </p:cNvSpPr>
          <p:nvPr/>
        </p:nvSpPr>
        <p:spPr>
          <a:xfrm flipH="1">
            <a:off x="7027545" y="5080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1" name="星形: 四角 150"/>
          <p:cNvSpPr>
            <a:spLocks noChangeAspect="1"/>
          </p:cNvSpPr>
          <p:nvPr>
            <p:custDataLst>
              <p:tags r:id="rId81"/>
            </p:custDataLst>
          </p:nvPr>
        </p:nvSpPr>
        <p:spPr>
          <a:xfrm flipH="1">
            <a:off x="6967220" y="124714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2" name="星形: 四角 151"/>
          <p:cNvSpPr>
            <a:spLocks noChangeAspect="1"/>
          </p:cNvSpPr>
          <p:nvPr>
            <p:custDataLst>
              <p:tags r:id="rId82"/>
            </p:custDataLst>
          </p:nvPr>
        </p:nvSpPr>
        <p:spPr>
          <a:xfrm flipH="1">
            <a:off x="6386195" y="11842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3" name="星形: 四角 152"/>
          <p:cNvSpPr>
            <a:spLocks noChangeAspect="1"/>
          </p:cNvSpPr>
          <p:nvPr>
            <p:custDataLst>
              <p:tags r:id="rId83"/>
            </p:custDataLst>
          </p:nvPr>
        </p:nvSpPr>
        <p:spPr>
          <a:xfrm flipH="1">
            <a:off x="4973320" y="37331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4" name="星形: 四角 153"/>
          <p:cNvSpPr>
            <a:spLocks noChangeAspect="1"/>
          </p:cNvSpPr>
          <p:nvPr>
            <p:custDataLst>
              <p:tags r:id="rId84"/>
            </p:custDataLst>
          </p:nvPr>
        </p:nvSpPr>
        <p:spPr>
          <a:xfrm flipH="1">
            <a:off x="4246880" y="376936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5" name="星形: 四角 154"/>
          <p:cNvSpPr>
            <a:spLocks noChangeAspect="1"/>
          </p:cNvSpPr>
          <p:nvPr>
            <p:custDataLst>
              <p:tags r:id="rId85"/>
            </p:custDataLst>
          </p:nvPr>
        </p:nvSpPr>
        <p:spPr>
          <a:xfrm flipH="1">
            <a:off x="4511040" y="393001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6" name="星形: 四角 155"/>
          <p:cNvSpPr>
            <a:spLocks noChangeAspect="1"/>
          </p:cNvSpPr>
          <p:nvPr>
            <p:custDataLst>
              <p:tags r:id="rId86"/>
            </p:custDataLst>
          </p:nvPr>
        </p:nvSpPr>
        <p:spPr>
          <a:xfrm flipH="1">
            <a:off x="4671060" y="419417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7" name="星形: 四角 156"/>
          <p:cNvSpPr>
            <a:spLocks noChangeAspect="1"/>
          </p:cNvSpPr>
          <p:nvPr>
            <p:custDataLst>
              <p:tags r:id="rId87"/>
            </p:custDataLst>
          </p:nvPr>
        </p:nvSpPr>
        <p:spPr>
          <a:xfrm flipH="1">
            <a:off x="4810760" y="438721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8" name="星形: 四角 157"/>
          <p:cNvSpPr>
            <a:spLocks noChangeAspect="1"/>
          </p:cNvSpPr>
          <p:nvPr>
            <p:custDataLst>
              <p:tags r:id="rId88"/>
            </p:custDataLst>
          </p:nvPr>
        </p:nvSpPr>
        <p:spPr>
          <a:xfrm flipH="1">
            <a:off x="4373880" y="451294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9" name="星形: 四角 158"/>
          <p:cNvSpPr>
            <a:spLocks noChangeAspect="1"/>
          </p:cNvSpPr>
          <p:nvPr>
            <p:custDataLst>
              <p:tags r:id="rId89"/>
            </p:custDataLst>
          </p:nvPr>
        </p:nvSpPr>
        <p:spPr>
          <a:xfrm flipH="1">
            <a:off x="4094480" y="4850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0" name="星形: 四角 159"/>
          <p:cNvSpPr>
            <a:spLocks noChangeAspect="1"/>
          </p:cNvSpPr>
          <p:nvPr>
            <p:custDataLst>
              <p:tags r:id="rId90"/>
            </p:custDataLst>
          </p:nvPr>
        </p:nvSpPr>
        <p:spPr>
          <a:xfrm flipH="1">
            <a:off x="4792345" y="50285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1" name="星形: 四角 160"/>
          <p:cNvSpPr>
            <a:spLocks noChangeAspect="1"/>
          </p:cNvSpPr>
          <p:nvPr>
            <p:custDataLst>
              <p:tags r:id="rId91"/>
            </p:custDataLst>
          </p:nvPr>
        </p:nvSpPr>
        <p:spPr>
          <a:xfrm flipH="1">
            <a:off x="4986655" y="461835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2" name="星形: 四角 161"/>
          <p:cNvSpPr>
            <a:spLocks noChangeAspect="1"/>
          </p:cNvSpPr>
          <p:nvPr>
            <p:custDataLst>
              <p:tags r:id="rId92"/>
            </p:custDataLst>
          </p:nvPr>
        </p:nvSpPr>
        <p:spPr>
          <a:xfrm flipH="1">
            <a:off x="8766175" y="34994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3" name="星形: 四角 162"/>
          <p:cNvSpPr>
            <a:spLocks noChangeAspect="1"/>
          </p:cNvSpPr>
          <p:nvPr>
            <p:custDataLst>
              <p:tags r:id="rId93"/>
            </p:custDataLst>
          </p:nvPr>
        </p:nvSpPr>
        <p:spPr>
          <a:xfrm flipH="1">
            <a:off x="9064625" y="36487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4" name="星形: 四角 163"/>
          <p:cNvSpPr>
            <a:spLocks noChangeAspect="1"/>
          </p:cNvSpPr>
          <p:nvPr>
            <p:custDataLst>
              <p:tags r:id="rId94"/>
            </p:custDataLst>
          </p:nvPr>
        </p:nvSpPr>
        <p:spPr>
          <a:xfrm flipH="1">
            <a:off x="9629775" y="37566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5" name="星形: 四角 164"/>
          <p:cNvSpPr>
            <a:spLocks noChangeAspect="1"/>
          </p:cNvSpPr>
          <p:nvPr>
            <p:custDataLst>
              <p:tags r:id="rId95"/>
            </p:custDataLst>
          </p:nvPr>
        </p:nvSpPr>
        <p:spPr>
          <a:xfrm flipH="1">
            <a:off x="9197975" y="38550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6" name="星形: 四角 165"/>
          <p:cNvSpPr>
            <a:spLocks noChangeAspect="1"/>
          </p:cNvSpPr>
          <p:nvPr>
            <p:custDataLst>
              <p:tags r:id="rId96"/>
            </p:custDataLst>
          </p:nvPr>
        </p:nvSpPr>
        <p:spPr>
          <a:xfrm flipH="1">
            <a:off x="8918575" y="398208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7" name="星形: 四角 166"/>
          <p:cNvSpPr>
            <a:spLocks noChangeAspect="1"/>
          </p:cNvSpPr>
          <p:nvPr/>
        </p:nvSpPr>
        <p:spPr>
          <a:xfrm rot="2700000" flipH="1">
            <a:off x="11504930" y="9220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8" name="星形: 四角 167"/>
          <p:cNvSpPr>
            <a:spLocks noChangeAspect="1"/>
          </p:cNvSpPr>
          <p:nvPr/>
        </p:nvSpPr>
        <p:spPr>
          <a:xfrm flipH="1">
            <a:off x="11149330" y="8864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9" name="星形: 四角 168"/>
          <p:cNvSpPr>
            <a:spLocks noChangeAspect="1"/>
          </p:cNvSpPr>
          <p:nvPr/>
        </p:nvSpPr>
        <p:spPr>
          <a:xfrm rot="2700000" flipH="1">
            <a:off x="11269980" y="1059180"/>
            <a:ext cx="107950" cy="10795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0" name="星形: 四角 169"/>
          <p:cNvSpPr>
            <a:spLocks noChangeAspect="1"/>
          </p:cNvSpPr>
          <p:nvPr/>
        </p:nvSpPr>
        <p:spPr>
          <a:xfrm rot="2700000" flipH="1">
            <a:off x="11621770" y="125222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1" name="星形: 四角 170"/>
          <p:cNvSpPr>
            <a:spLocks noChangeAspect="1"/>
          </p:cNvSpPr>
          <p:nvPr>
            <p:custDataLst>
              <p:tags r:id="rId97"/>
            </p:custDataLst>
          </p:nvPr>
        </p:nvSpPr>
        <p:spPr>
          <a:xfrm rot="2700000" flipH="1">
            <a:off x="10757535" y="121920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2" name="星形: 四角 171"/>
          <p:cNvSpPr>
            <a:spLocks noChangeAspect="1"/>
          </p:cNvSpPr>
          <p:nvPr/>
        </p:nvSpPr>
        <p:spPr>
          <a:xfrm flipH="1">
            <a:off x="10077450" y="104076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3" name="星形: 四角 172"/>
          <p:cNvSpPr>
            <a:spLocks noChangeAspect="1"/>
          </p:cNvSpPr>
          <p:nvPr>
            <p:custDataLst>
              <p:tags r:id="rId98"/>
            </p:custDataLst>
          </p:nvPr>
        </p:nvSpPr>
        <p:spPr>
          <a:xfrm rot="2700000" flipH="1">
            <a:off x="10584815" y="160337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" name="星形: 四角 173"/>
          <p:cNvSpPr>
            <a:spLocks noChangeAspect="1"/>
          </p:cNvSpPr>
          <p:nvPr>
            <p:custDataLst>
              <p:tags r:id="rId99"/>
            </p:custDataLst>
          </p:nvPr>
        </p:nvSpPr>
        <p:spPr>
          <a:xfrm rot="2700000" flipH="1">
            <a:off x="11239500" y="184023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5" name="星形: 四角 174"/>
          <p:cNvSpPr>
            <a:spLocks noChangeAspect="1"/>
          </p:cNvSpPr>
          <p:nvPr/>
        </p:nvSpPr>
        <p:spPr>
          <a:xfrm rot="2700000" flipH="1">
            <a:off x="11675745" y="154876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6" name="星形: 四角 175"/>
          <p:cNvSpPr>
            <a:spLocks noChangeAspect="1"/>
          </p:cNvSpPr>
          <p:nvPr>
            <p:custDataLst>
              <p:tags r:id="rId100"/>
            </p:custDataLst>
          </p:nvPr>
        </p:nvSpPr>
        <p:spPr>
          <a:xfrm flipH="1">
            <a:off x="10029190" y="167767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7" name="星形: 四角 176"/>
          <p:cNvSpPr>
            <a:spLocks noChangeAspect="1"/>
          </p:cNvSpPr>
          <p:nvPr>
            <p:custDataLst>
              <p:tags r:id="rId101"/>
            </p:custDataLst>
          </p:nvPr>
        </p:nvSpPr>
        <p:spPr>
          <a:xfrm rot="2700000" flipH="1">
            <a:off x="4182745" y="1828800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8" name="星形: 四角 177"/>
          <p:cNvSpPr>
            <a:spLocks noChangeAspect="1"/>
          </p:cNvSpPr>
          <p:nvPr>
            <p:custDataLst>
              <p:tags r:id="rId102"/>
            </p:custDataLst>
          </p:nvPr>
        </p:nvSpPr>
        <p:spPr>
          <a:xfrm flipH="1">
            <a:off x="3124200" y="272034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9" name="星形: 四角 178"/>
          <p:cNvSpPr>
            <a:spLocks noChangeAspect="1"/>
          </p:cNvSpPr>
          <p:nvPr>
            <p:custDataLst>
              <p:tags r:id="rId103"/>
            </p:custDataLst>
          </p:nvPr>
        </p:nvSpPr>
        <p:spPr>
          <a:xfrm rot="2700000" flipH="1">
            <a:off x="3338195" y="24872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0" name="星形: 四角 179"/>
          <p:cNvSpPr>
            <a:spLocks noChangeAspect="1"/>
          </p:cNvSpPr>
          <p:nvPr>
            <p:custDataLst>
              <p:tags r:id="rId104"/>
            </p:custDataLst>
          </p:nvPr>
        </p:nvSpPr>
        <p:spPr>
          <a:xfrm rot="2700000" flipH="1">
            <a:off x="3895090" y="258826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1" name="星形: 四角 180"/>
          <p:cNvSpPr>
            <a:spLocks noChangeAspect="1"/>
          </p:cNvSpPr>
          <p:nvPr>
            <p:custDataLst>
              <p:tags r:id="rId105"/>
            </p:custDataLst>
          </p:nvPr>
        </p:nvSpPr>
        <p:spPr>
          <a:xfrm flipH="1">
            <a:off x="3707765" y="2952750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2" name="星形: 四角 181"/>
          <p:cNvSpPr>
            <a:spLocks noChangeAspect="1"/>
          </p:cNvSpPr>
          <p:nvPr>
            <p:custDataLst>
              <p:tags r:id="rId106"/>
            </p:custDataLst>
          </p:nvPr>
        </p:nvSpPr>
        <p:spPr>
          <a:xfrm flipH="1">
            <a:off x="4528820" y="2714625"/>
            <a:ext cx="17780" cy="17780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3" name="星形: 四角 182"/>
          <p:cNvSpPr>
            <a:spLocks noChangeAspect="1"/>
          </p:cNvSpPr>
          <p:nvPr>
            <p:custDataLst>
              <p:tags r:id="rId107"/>
            </p:custDataLst>
          </p:nvPr>
        </p:nvSpPr>
        <p:spPr>
          <a:xfrm flipH="1">
            <a:off x="3052445" y="1445895"/>
            <a:ext cx="71755" cy="7175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" name="星形: 四角 183"/>
          <p:cNvSpPr>
            <a:spLocks noChangeAspect="1"/>
          </p:cNvSpPr>
          <p:nvPr/>
        </p:nvSpPr>
        <p:spPr>
          <a:xfrm flipH="1">
            <a:off x="7700645" y="7245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5" name="星形: 四角 184"/>
          <p:cNvSpPr>
            <a:spLocks noChangeAspect="1"/>
          </p:cNvSpPr>
          <p:nvPr/>
        </p:nvSpPr>
        <p:spPr>
          <a:xfrm flipH="1">
            <a:off x="7999095" y="87376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6" name="星形: 四角 185"/>
          <p:cNvSpPr>
            <a:spLocks noChangeAspect="1"/>
          </p:cNvSpPr>
          <p:nvPr/>
        </p:nvSpPr>
        <p:spPr>
          <a:xfrm flipH="1">
            <a:off x="8564245" y="9817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7" name="星形: 四角 186"/>
          <p:cNvSpPr>
            <a:spLocks noChangeAspect="1"/>
          </p:cNvSpPr>
          <p:nvPr/>
        </p:nvSpPr>
        <p:spPr>
          <a:xfrm flipH="1">
            <a:off x="8132445" y="10801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8" name="星形: 四角 187"/>
          <p:cNvSpPr>
            <a:spLocks noChangeAspect="1"/>
          </p:cNvSpPr>
          <p:nvPr>
            <p:custDataLst>
              <p:tags r:id="rId108"/>
            </p:custDataLst>
          </p:nvPr>
        </p:nvSpPr>
        <p:spPr>
          <a:xfrm flipH="1">
            <a:off x="7853045" y="1207135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9" name="星形: 四角 188"/>
          <p:cNvSpPr>
            <a:spLocks noChangeAspect="1"/>
          </p:cNvSpPr>
          <p:nvPr>
            <p:custDataLst>
              <p:tags r:id="rId109"/>
            </p:custDataLst>
          </p:nvPr>
        </p:nvSpPr>
        <p:spPr>
          <a:xfrm flipH="1">
            <a:off x="7411085" y="1832610"/>
            <a:ext cx="36195" cy="36195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sp>
        <p:nvSpPr>
          <p:cNvPr id="14" name="椭圆 13"/>
          <p:cNvSpPr/>
          <p:nvPr/>
        </p:nvSpPr>
        <p:spPr>
          <a:xfrm>
            <a:off x="11528425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163574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1742420" y="615061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1528425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63574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742420" y="626237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528425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63574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42420" y="6374130"/>
            <a:ext cx="80645" cy="80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Freeform 5"/>
          <p:cNvSpPr/>
          <p:nvPr>
            <p:custDataLst>
              <p:tags r:id="rId110"/>
            </p:custDataLst>
          </p:nvPr>
        </p:nvSpPr>
        <p:spPr bwMode="auto">
          <a:xfrm>
            <a:off x="9780630" y="2742007"/>
            <a:ext cx="499620" cy="1039837"/>
          </a:xfrm>
          <a:custGeom>
            <a:avLst/>
            <a:gdLst>
              <a:gd name="T0" fmla="*/ 280 w 280"/>
              <a:gd name="T1" fmla="*/ 278 h 862"/>
              <a:gd name="T2" fmla="*/ 280 w 280"/>
              <a:gd name="T3" fmla="*/ 862 h 862"/>
              <a:gd name="T4" fmla="*/ 0 w 280"/>
              <a:gd name="T5" fmla="*/ 582 h 862"/>
              <a:gd name="T6" fmla="*/ 0 w 280"/>
              <a:gd name="T7" fmla="*/ 0 h 862"/>
              <a:gd name="T8" fmla="*/ 3 w 280"/>
              <a:gd name="T9" fmla="*/ 0 h 862"/>
              <a:gd name="T10" fmla="*/ 280 w 280"/>
              <a:gd name="T11" fmla="*/ 278 h 8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862">
                <a:moveTo>
                  <a:pt x="280" y="278"/>
                </a:moveTo>
                <a:lnTo>
                  <a:pt x="280" y="862"/>
                </a:lnTo>
                <a:lnTo>
                  <a:pt x="0" y="582"/>
                </a:lnTo>
                <a:lnTo>
                  <a:pt x="0" y="0"/>
                </a:lnTo>
                <a:lnTo>
                  <a:pt x="3" y="0"/>
                </a:lnTo>
                <a:lnTo>
                  <a:pt x="280" y="278"/>
                </a:lnTo>
                <a:close/>
              </a:path>
            </a:pathLst>
          </a:custGeom>
          <a:solidFill>
            <a:schemeClr val="bg1">
              <a:alpha val="45000"/>
            </a:schemeClr>
          </a:solidFill>
          <a:ln w="12700">
            <a:solidFill>
              <a:srgbClr val="133CBE">
                <a:alpha val="3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28" tIns="45714" rIns="91428" bIns="45714" numCol="1" anchor="t" anchorCtr="0" compatLnSpc="1"/>
          <a:lstStyle/>
          <a:p>
            <a:endParaRPr lang="en-US" dirty="0">
              <a:solidFill>
                <a:prstClr val="black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5" name="Freeform 8"/>
          <p:cNvSpPr/>
          <p:nvPr>
            <p:custDataLst>
              <p:tags r:id="rId111"/>
            </p:custDataLst>
          </p:nvPr>
        </p:nvSpPr>
        <p:spPr bwMode="auto">
          <a:xfrm>
            <a:off x="8249649" y="2742008"/>
            <a:ext cx="501406" cy="1354683"/>
          </a:xfrm>
          <a:custGeom>
            <a:avLst/>
            <a:gdLst>
              <a:gd name="T0" fmla="*/ 281 w 281"/>
              <a:gd name="T1" fmla="*/ 278 h 1123"/>
              <a:gd name="T2" fmla="*/ 281 w 281"/>
              <a:gd name="T3" fmla="*/ 1123 h 1123"/>
              <a:gd name="T4" fmla="*/ 0 w 281"/>
              <a:gd name="T5" fmla="*/ 842 h 1123"/>
              <a:gd name="T6" fmla="*/ 0 w 281"/>
              <a:gd name="T7" fmla="*/ 0 h 1123"/>
              <a:gd name="T8" fmla="*/ 279 w 281"/>
              <a:gd name="T9" fmla="*/ 278 h 1123"/>
              <a:gd name="T10" fmla="*/ 281 w 281"/>
              <a:gd name="T11" fmla="*/ 278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1" h="1123">
                <a:moveTo>
                  <a:pt x="281" y="278"/>
                </a:moveTo>
                <a:lnTo>
                  <a:pt x="281" y="1123"/>
                </a:lnTo>
                <a:lnTo>
                  <a:pt x="0" y="842"/>
                </a:lnTo>
                <a:lnTo>
                  <a:pt x="0" y="0"/>
                </a:lnTo>
                <a:lnTo>
                  <a:pt x="279" y="278"/>
                </a:lnTo>
                <a:lnTo>
                  <a:pt x="281" y="278"/>
                </a:lnTo>
                <a:close/>
              </a:path>
            </a:pathLst>
          </a:custGeom>
          <a:solidFill>
            <a:schemeClr val="bg1">
              <a:alpha val="45000"/>
            </a:schemeClr>
          </a:solidFill>
          <a:ln w="12700">
            <a:solidFill>
              <a:srgbClr val="133CBE">
                <a:alpha val="3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28" tIns="45714" rIns="91428" bIns="45714" numCol="1" anchor="t" anchorCtr="0" compatLnSpc="1"/>
          <a:lstStyle/>
          <a:p>
            <a:endParaRPr lang="en-US" dirty="0">
              <a:solidFill>
                <a:prstClr val="black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6" name="Freeform 10"/>
          <p:cNvSpPr/>
          <p:nvPr>
            <p:custDataLst>
              <p:tags r:id="rId112"/>
            </p:custDataLst>
          </p:nvPr>
        </p:nvSpPr>
        <p:spPr bwMode="auto">
          <a:xfrm>
            <a:off x="6720452" y="2742008"/>
            <a:ext cx="501406" cy="1354683"/>
          </a:xfrm>
          <a:custGeom>
            <a:avLst/>
            <a:gdLst>
              <a:gd name="T0" fmla="*/ 281 w 281"/>
              <a:gd name="T1" fmla="*/ 278 h 1123"/>
              <a:gd name="T2" fmla="*/ 281 w 281"/>
              <a:gd name="T3" fmla="*/ 1123 h 1123"/>
              <a:gd name="T4" fmla="*/ 0 w 281"/>
              <a:gd name="T5" fmla="*/ 842 h 1123"/>
              <a:gd name="T6" fmla="*/ 0 w 281"/>
              <a:gd name="T7" fmla="*/ 0 h 1123"/>
              <a:gd name="T8" fmla="*/ 278 w 281"/>
              <a:gd name="T9" fmla="*/ 278 h 1123"/>
              <a:gd name="T10" fmla="*/ 281 w 281"/>
              <a:gd name="T11" fmla="*/ 278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1" h="1123">
                <a:moveTo>
                  <a:pt x="281" y="278"/>
                </a:moveTo>
                <a:lnTo>
                  <a:pt x="281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1" y="278"/>
                </a:lnTo>
                <a:close/>
              </a:path>
            </a:pathLst>
          </a:custGeom>
          <a:solidFill>
            <a:schemeClr val="bg1">
              <a:alpha val="45000"/>
            </a:schemeClr>
          </a:solidFill>
          <a:ln w="12700">
            <a:solidFill>
              <a:srgbClr val="133CBE">
                <a:alpha val="3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28" tIns="45714" rIns="91428" bIns="45714" numCol="1" anchor="t" anchorCtr="0" compatLnSpc="1"/>
          <a:lstStyle/>
          <a:p>
            <a:endParaRPr lang="en-US" dirty="0">
              <a:solidFill>
                <a:prstClr val="black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7" name="Freeform 12"/>
          <p:cNvSpPr/>
          <p:nvPr>
            <p:custDataLst>
              <p:tags r:id="rId113"/>
            </p:custDataLst>
          </p:nvPr>
        </p:nvSpPr>
        <p:spPr bwMode="auto">
          <a:xfrm>
            <a:off x="5191256" y="2742008"/>
            <a:ext cx="499620" cy="1354683"/>
          </a:xfrm>
          <a:custGeom>
            <a:avLst/>
            <a:gdLst>
              <a:gd name="T0" fmla="*/ 280 w 280"/>
              <a:gd name="T1" fmla="*/ 278 h 1123"/>
              <a:gd name="T2" fmla="*/ 280 w 280"/>
              <a:gd name="T3" fmla="*/ 1123 h 1123"/>
              <a:gd name="T4" fmla="*/ 0 w 280"/>
              <a:gd name="T5" fmla="*/ 842 h 1123"/>
              <a:gd name="T6" fmla="*/ 0 w 280"/>
              <a:gd name="T7" fmla="*/ 0 h 1123"/>
              <a:gd name="T8" fmla="*/ 278 w 280"/>
              <a:gd name="T9" fmla="*/ 278 h 1123"/>
              <a:gd name="T10" fmla="*/ 280 w 280"/>
              <a:gd name="T11" fmla="*/ 278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>
            <a:schemeClr val="bg1">
              <a:alpha val="45000"/>
            </a:schemeClr>
          </a:solidFill>
          <a:ln w="12700">
            <a:solidFill>
              <a:srgbClr val="133CBE">
                <a:alpha val="3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28" tIns="45714" rIns="91428" bIns="45714" numCol="1" anchor="t" anchorCtr="0" compatLnSpc="1"/>
          <a:lstStyle/>
          <a:p>
            <a:endParaRPr lang="en-US" dirty="0">
              <a:solidFill>
                <a:prstClr val="black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90" name="Freeform 14"/>
          <p:cNvSpPr/>
          <p:nvPr>
            <p:custDataLst>
              <p:tags r:id="rId114"/>
            </p:custDataLst>
          </p:nvPr>
        </p:nvSpPr>
        <p:spPr bwMode="auto">
          <a:xfrm>
            <a:off x="3662059" y="2742008"/>
            <a:ext cx="499620" cy="1354683"/>
          </a:xfrm>
          <a:custGeom>
            <a:avLst/>
            <a:gdLst>
              <a:gd name="T0" fmla="*/ 280 w 280"/>
              <a:gd name="T1" fmla="*/ 278 h 1123"/>
              <a:gd name="T2" fmla="*/ 280 w 280"/>
              <a:gd name="T3" fmla="*/ 1123 h 1123"/>
              <a:gd name="T4" fmla="*/ 0 w 280"/>
              <a:gd name="T5" fmla="*/ 842 h 1123"/>
              <a:gd name="T6" fmla="*/ 0 w 280"/>
              <a:gd name="T7" fmla="*/ 0 h 1123"/>
              <a:gd name="T8" fmla="*/ 278 w 280"/>
              <a:gd name="T9" fmla="*/ 278 h 1123"/>
              <a:gd name="T10" fmla="*/ 280 w 280"/>
              <a:gd name="T11" fmla="*/ 278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>
            <a:schemeClr val="bg1">
              <a:alpha val="45000"/>
            </a:schemeClr>
          </a:solidFill>
          <a:ln w="12700">
            <a:solidFill>
              <a:srgbClr val="133CBE">
                <a:alpha val="3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28" tIns="45714" rIns="91428" bIns="45714" numCol="1" anchor="t" anchorCtr="0" compatLnSpc="1"/>
          <a:lstStyle/>
          <a:p>
            <a:endParaRPr lang="en-US" dirty="0">
              <a:solidFill>
                <a:prstClr val="black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91" name="Freeform 16"/>
          <p:cNvSpPr/>
          <p:nvPr>
            <p:custDataLst>
              <p:tags r:id="rId115"/>
            </p:custDataLst>
          </p:nvPr>
        </p:nvSpPr>
        <p:spPr bwMode="auto">
          <a:xfrm>
            <a:off x="2132862" y="2742008"/>
            <a:ext cx="499620" cy="1354683"/>
          </a:xfrm>
          <a:custGeom>
            <a:avLst/>
            <a:gdLst>
              <a:gd name="T0" fmla="*/ 280 w 280"/>
              <a:gd name="T1" fmla="*/ 278 h 1123"/>
              <a:gd name="T2" fmla="*/ 280 w 280"/>
              <a:gd name="T3" fmla="*/ 1123 h 1123"/>
              <a:gd name="T4" fmla="*/ 0 w 280"/>
              <a:gd name="T5" fmla="*/ 842 h 1123"/>
              <a:gd name="T6" fmla="*/ 0 w 280"/>
              <a:gd name="T7" fmla="*/ 0 h 1123"/>
              <a:gd name="T8" fmla="*/ 278 w 280"/>
              <a:gd name="T9" fmla="*/ 278 h 1123"/>
              <a:gd name="T10" fmla="*/ 280 w 280"/>
              <a:gd name="T11" fmla="*/ 278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>
            <a:schemeClr val="bg1">
              <a:alpha val="45000"/>
            </a:schemeClr>
          </a:solidFill>
          <a:ln w="12700">
            <a:solidFill>
              <a:srgbClr val="133CBE">
                <a:alpha val="3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28" tIns="45714" rIns="91428" bIns="45714" numCol="1" anchor="t" anchorCtr="0" compatLnSpc="1"/>
          <a:lstStyle/>
          <a:p>
            <a:endParaRPr lang="en-US" dirty="0">
              <a:solidFill>
                <a:prstClr val="black"/>
              </a:solidFill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93" name="Freeform 17"/>
          <p:cNvSpPr/>
          <p:nvPr>
            <p:custDataLst>
              <p:tags r:id="rId116"/>
            </p:custDataLst>
          </p:nvPr>
        </p:nvSpPr>
        <p:spPr bwMode="auto">
          <a:xfrm>
            <a:off x="10280251" y="2916922"/>
            <a:ext cx="1100950" cy="1024155"/>
          </a:xfrm>
          <a:custGeom>
            <a:avLst/>
            <a:gdLst>
              <a:gd name="T0" fmla="*/ 210 w 617"/>
              <a:gd name="T1" fmla="*/ 849 h 849"/>
              <a:gd name="T2" fmla="*/ 210 w 617"/>
              <a:gd name="T3" fmla="*/ 717 h 849"/>
              <a:gd name="T4" fmla="*/ 0 w 617"/>
              <a:gd name="T5" fmla="*/ 717 h 849"/>
              <a:gd name="T6" fmla="*/ 0 w 617"/>
              <a:gd name="T7" fmla="*/ 133 h 849"/>
              <a:gd name="T8" fmla="*/ 210 w 617"/>
              <a:gd name="T9" fmla="*/ 133 h 849"/>
              <a:gd name="T10" fmla="*/ 210 w 617"/>
              <a:gd name="T11" fmla="*/ 0 h 849"/>
              <a:gd name="T12" fmla="*/ 617 w 617"/>
              <a:gd name="T13" fmla="*/ 424 h 849"/>
              <a:gd name="T14" fmla="*/ 210 w 617"/>
              <a:gd name="T15" fmla="*/ 849 h 8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17" h="849">
                <a:moveTo>
                  <a:pt x="210" y="849"/>
                </a:moveTo>
                <a:lnTo>
                  <a:pt x="210" y="717"/>
                </a:lnTo>
                <a:lnTo>
                  <a:pt x="0" y="717"/>
                </a:lnTo>
                <a:lnTo>
                  <a:pt x="0" y="133"/>
                </a:lnTo>
                <a:lnTo>
                  <a:pt x="210" y="133"/>
                </a:lnTo>
                <a:lnTo>
                  <a:pt x="210" y="0"/>
                </a:lnTo>
                <a:lnTo>
                  <a:pt x="617" y="424"/>
                </a:lnTo>
                <a:lnTo>
                  <a:pt x="210" y="8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04" tIns="60952" rIns="121904" bIns="60952" numCol="1" anchor="t" anchorCtr="0" compatLnSpc="1"/>
          <a:lstStyle/>
          <a:p>
            <a:endParaRPr lang="en-US" dirty="0"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94" name="Freeform 15"/>
          <p:cNvSpPr/>
          <p:nvPr>
            <p:custDataLst>
              <p:tags r:id="rId117"/>
            </p:custDataLst>
          </p:nvPr>
        </p:nvSpPr>
        <p:spPr bwMode="auto">
          <a:xfrm>
            <a:off x="1103287" y="2742009"/>
            <a:ext cx="1029575" cy="1349857"/>
          </a:xfrm>
          <a:custGeom>
            <a:avLst/>
            <a:gdLst>
              <a:gd name="T0" fmla="*/ 577 w 577"/>
              <a:gd name="T1" fmla="*/ 0 h 1119"/>
              <a:gd name="T2" fmla="*/ 577 w 577"/>
              <a:gd name="T3" fmla="*/ 1119 h 1119"/>
              <a:gd name="T4" fmla="*/ 288 w 577"/>
              <a:gd name="T5" fmla="*/ 840 h 1119"/>
              <a:gd name="T6" fmla="*/ 0 w 577"/>
              <a:gd name="T7" fmla="*/ 1118 h 1119"/>
              <a:gd name="T8" fmla="*/ 0 w 577"/>
              <a:gd name="T9" fmla="*/ 0 h 1119"/>
              <a:gd name="T10" fmla="*/ 577 w 577"/>
              <a:gd name="T11" fmla="*/ 0 h 1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7" h="1119">
                <a:moveTo>
                  <a:pt x="577" y="0"/>
                </a:moveTo>
                <a:lnTo>
                  <a:pt x="577" y="1119"/>
                </a:lnTo>
                <a:lnTo>
                  <a:pt x="288" y="840"/>
                </a:lnTo>
                <a:lnTo>
                  <a:pt x="0" y="1118"/>
                </a:lnTo>
                <a:lnTo>
                  <a:pt x="0" y="0"/>
                </a:lnTo>
                <a:lnTo>
                  <a:pt x="5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04" tIns="60952" rIns="121904" bIns="60952" numCol="1" anchor="t" anchorCtr="0" compatLnSpc="1"/>
          <a:lstStyle/>
          <a:p>
            <a:endParaRPr lang="en-US" dirty="0"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03" name="Text Placeholder 59"/>
          <p:cNvSpPr txBox="1"/>
          <p:nvPr>
            <p:custDataLst>
              <p:tags r:id="rId118"/>
            </p:custDataLst>
          </p:nvPr>
        </p:nvSpPr>
        <p:spPr>
          <a:xfrm>
            <a:off x="990602" y="2903989"/>
            <a:ext cx="1279386" cy="9029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2021</a:t>
            </a:r>
          </a:p>
        </p:txBody>
      </p:sp>
      <p:sp>
        <p:nvSpPr>
          <p:cNvPr id="207" name="Rectangle 13"/>
          <p:cNvSpPr>
            <a:spLocks noChangeArrowheads="1"/>
          </p:cNvSpPr>
          <p:nvPr>
            <p:custDataLst>
              <p:tags r:id="rId119"/>
            </p:custDataLst>
          </p:nvPr>
        </p:nvSpPr>
        <p:spPr bwMode="auto">
          <a:xfrm>
            <a:off x="2632484" y="2742008"/>
            <a:ext cx="1029575" cy="1354683"/>
          </a:xfrm>
          <a:prstGeom prst="rect">
            <a:avLst/>
          </a:prstGeom>
          <a:solidFill>
            <a:srgbClr val="143A72"/>
          </a:solidFill>
          <a:ln>
            <a:noFill/>
          </a:ln>
        </p:spPr>
        <p:txBody>
          <a:bodyPr vert="horz" wrap="square" lIns="121904" tIns="60952" rIns="121904" bIns="60952" numCol="1" anchor="t" anchorCtr="0" compatLnSpc="1"/>
          <a:lstStyle/>
          <a:p>
            <a:endParaRPr lang="en-US" dirty="0"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08" name="Text Placeholder 59"/>
          <p:cNvSpPr txBox="1"/>
          <p:nvPr>
            <p:custDataLst>
              <p:tags r:id="rId120"/>
            </p:custDataLst>
          </p:nvPr>
        </p:nvSpPr>
        <p:spPr>
          <a:xfrm>
            <a:off x="2519799" y="2903988"/>
            <a:ext cx="1279386" cy="9029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2022</a:t>
            </a:r>
          </a:p>
        </p:txBody>
      </p:sp>
      <p:sp>
        <p:nvSpPr>
          <p:cNvPr id="217" name="Rectangle 11"/>
          <p:cNvSpPr>
            <a:spLocks noChangeArrowheads="1"/>
          </p:cNvSpPr>
          <p:nvPr>
            <p:custDataLst>
              <p:tags r:id="rId121"/>
            </p:custDataLst>
          </p:nvPr>
        </p:nvSpPr>
        <p:spPr bwMode="auto">
          <a:xfrm>
            <a:off x="4161680" y="2742008"/>
            <a:ext cx="1029575" cy="1354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21904" tIns="60952" rIns="121904" bIns="60952" numCol="1" anchor="t" anchorCtr="0" compatLnSpc="1"/>
          <a:lstStyle/>
          <a:p>
            <a:endParaRPr lang="en-US" dirty="0"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18" name="Text Placeholder 59"/>
          <p:cNvSpPr txBox="1"/>
          <p:nvPr>
            <p:custDataLst>
              <p:tags r:id="rId122"/>
            </p:custDataLst>
          </p:nvPr>
        </p:nvSpPr>
        <p:spPr>
          <a:xfrm>
            <a:off x="4048995" y="2903988"/>
            <a:ext cx="1279386" cy="9029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2023</a:t>
            </a:r>
          </a:p>
        </p:txBody>
      </p:sp>
      <p:sp>
        <p:nvSpPr>
          <p:cNvPr id="219" name="Rectangle 9"/>
          <p:cNvSpPr>
            <a:spLocks noChangeArrowheads="1"/>
          </p:cNvSpPr>
          <p:nvPr>
            <p:custDataLst>
              <p:tags r:id="rId123"/>
            </p:custDataLst>
          </p:nvPr>
        </p:nvSpPr>
        <p:spPr bwMode="auto">
          <a:xfrm>
            <a:off x="5690877" y="2742008"/>
            <a:ext cx="1029575" cy="1354683"/>
          </a:xfrm>
          <a:prstGeom prst="rect">
            <a:avLst/>
          </a:prstGeom>
          <a:solidFill>
            <a:srgbClr val="143A72"/>
          </a:solidFill>
          <a:ln>
            <a:noFill/>
          </a:ln>
        </p:spPr>
        <p:txBody>
          <a:bodyPr vert="horz" wrap="square" lIns="121904" tIns="60952" rIns="121904" bIns="60952" numCol="1" anchor="t" anchorCtr="0" compatLnSpc="1"/>
          <a:lstStyle/>
          <a:p>
            <a:endParaRPr lang="en-US" dirty="0"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20" name="Text Placeholder 59"/>
          <p:cNvSpPr txBox="1"/>
          <p:nvPr>
            <p:custDataLst>
              <p:tags r:id="rId124"/>
            </p:custDataLst>
          </p:nvPr>
        </p:nvSpPr>
        <p:spPr>
          <a:xfrm>
            <a:off x="5578192" y="2903988"/>
            <a:ext cx="1279386" cy="9029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accent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2024</a:t>
            </a:r>
          </a:p>
        </p:txBody>
      </p:sp>
      <p:sp>
        <p:nvSpPr>
          <p:cNvPr id="221" name="Rectangle 7"/>
          <p:cNvSpPr>
            <a:spLocks noChangeArrowheads="1"/>
          </p:cNvSpPr>
          <p:nvPr>
            <p:custDataLst>
              <p:tags r:id="rId125"/>
            </p:custDataLst>
          </p:nvPr>
        </p:nvSpPr>
        <p:spPr bwMode="auto">
          <a:xfrm>
            <a:off x="7221858" y="2742008"/>
            <a:ext cx="1027791" cy="1354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21904" tIns="60952" rIns="121904" bIns="60952" numCol="1" anchor="t" anchorCtr="0" compatLnSpc="1"/>
          <a:lstStyle/>
          <a:p>
            <a:endParaRPr lang="en-US" dirty="0"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22" name="Text Placeholder 59"/>
          <p:cNvSpPr txBox="1"/>
          <p:nvPr>
            <p:custDataLst>
              <p:tags r:id="rId126"/>
            </p:custDataLst>
          </p:nvPr>
        </p:nvSpPr>
        <p:spPr>
          <a:xfrm>
            <a:off x="7104027" y="2903988"/>
            <a:ext cx="1279386" cy="9029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2025</a:t>
            </a:r>
          </a:p>
        </p:txBody>
      </p:sp>
      <p:sp>
        <p:nvSpPr>
          <p:cNvPr id="223" name="Rectangle 6"/>
          <p:cNvSpPr>
            <a:spLocks noChangeArrowheads="1"/>
          </p:cNvSpPr>
          <p:nvPr>
            <p:custDataLst>
              <p:tags r:id="rId127"/>
            </p:custDataLst>
          </p:nvPr>
        </p:nvSpPr>
        <p:spPr bwMode="auto">
          <a:xfrm>
            <a:off x="8751055" y="2742008"/>
            <a:ext cx="1029575" cy="1354683"/>
          </a:xfrm>
          <a:prstGeom prst="rect">
            <a:avLst/>
          </a:prstGeom>
          <a:solidFill>
            <a:srgbClr val="143A72"/>
          </a:solidFill>
          <a:ln>
            <a:noFill/>
          </a:ln>
        </p:spPr>
        <p:txBody>
          <a:bodyPr vert="horz" wrap="square" lIns="121904" tIns="60952" rIns="121904" bIns="60952" numCol="1" anchor="t" anchorCtr="0" compatLnSpc="1"/>
          <a:lstStyle/>
          <a:p>
            <a:endParaRPr lang="en-US" dirty="0">
              <a:latin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24" name="Text Placeholder 59"/>
          <p:cNvSpPr txBox="1"/>
          <p:nvPr>
            <p:custDataLst>
              <p:tags r:id="rId128"/>
            </p:custDataLst>
          </p:nvPr>
        </p:nvSpPr>
        <p:spPr>
          <a:xfrm>
            <a:off x="8638370" y="2903988"/>
            <a:ext cx="1279386" cy="9029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2026</a:t>
            </a:r>
          </a:p>
        </p:txBody>
      </p:sp>
      <p:cxnSp>
        <p:nvCxnSpPr>
          <p:cNvPr id="225" name="Straight Connector 54"/>
          <p:cNvCxnSpPr/>
          <p:nvPr>
            <p:custDataLst>
              <p:tags r:id="rId129"/>
            </p:custDataLst>
          </p:nvPr>
        </p:nvCxnSpPr>
        <p:spPr>
          <a:xfrm>
            <a:off x="2632482" y="4089552"/>
            <a:ext cx="0" cy="1465477"/>
          </a:xfrm>
          <a:prstGeom prst="line">
            <a:avLst/>
          </a:prstGeom>
          <a:solidFill>
            <a:schemeClr val="bg1"/>
          </a:solidFill>
          <a:ln w="22225">
            <a:solidFill>
              <a:schemeClr val="bg1">
                <a:lumMod val="95000"/>
                <a:alpha val="46000"/>
              </a:schemeClr>
            </a:solidFill>
            <a:headEnd type="none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6" name="Straight Connector 56"/>
          <p:cNvCxnSpPr/>
          <p:nvPr>
            <p:custDataLst>
              <p:tags r:id="rId130"/>
            </p:custDataLst>
          </p:nvPr>
        </p:nvCxnSpPr>
        <p:spPr>
          <a:xfrm>
            <a:off x="5690119" y="4089552"/>
            <a:ext cx="0" cy="1465477"/>
          </a:xfrm>
          <a:prstGeom prst="line">
            <a:avLst/>
          </a:prstGeom>
          <a:solidFill>
            <a:schemeClr val="bg1"/>
          </a:solidFill>
          <a:ln w="22225">
            <a:solidFill>
              <a:schemeClr val="bg1">
                <a:lumMod val="95000"/>
                <a:alpha val="46000"/>
              </a:schemeClr>
            </a:solidFill>
            <a:headEnd type="none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7" name="Straight Connector 58"/>
          <p:cNvCxnSpPr/>
          <p:nvPr>
            <p:custDataLst>
              <p:tags r:id="rId131"/>
            </p:custDataLst>
          </p:nvPr>
        </p:nvCxnSpPr>
        <p:spPr>
          <a:xfrm>
            <a:off x="8751053" y="4089552"/>
            <a:ext cx="0" cy="1465477"/>
          </a:xfrm>
          <a:prstGeom prst="line">
            <a:avLst/>
          </a:prstGeom>
          <a:solidFill>
            <a:schemeClr val="bg1"/>
          </a:solidFill>
          <a:ln w="22225">
            <a:solidFill>
              <a:schemeClr val="bg1">
                <a:lumMod val="95000"/>
                <a:alpha val="46000"/>
              </a:schemeClr>
            </a:solidFill>
            <a:headEnd type="none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8" name="Straight Connector 62"/>
          <p:cNvCxnSpPr/>
          <p:nvPr>
            <p:custDataLst>
              <p:tags r:id="rId132"/>
            </p:custDataLst>
          </p:nvPr>
        </p:nvCxnSpPr>
        <p:spPr>
          <a:xfrm>
            <a:off x="1113828" y="1284318"/>
            <a:ext cx="0" cy="1465477"/>
          </a:xfrm>
          <a:prstGeom prst="line">
            <a:avLst/>
          </a:prstGeom>
          <a:solidFill>
            <a:schemeClr val="bg1"/>
          </a:solidFill>
          <a:ln w="22225">
            <a:solidFill>
              <a:schemeClr val="bg1">
                <a:lumMod val="95000"/>
                <a:alpha val="46000"/>
              </a:schemeClr>
            </a:solidFill>
            <a:headEnd type="stealth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Straight Connector 63"/>
          <p:cNvCxnSpPr/>
          <p:nvPr>
            <p:custDataLst>
              <p:tags r:id="rId133"/>
            </p:custDataLst>
          </p:nvPr>
        </p:nvCxnSpPr>
        <p:spPr>
          <a:xfrm>
            <a:off x="4193991" y="1284318"/>
            <a:ext cx="0" cy="1465477"/>
          </a:xfrm>
          <a:prstGeom prst="line">
            <a:avLst/>
          </a:prstGeom>
          <a:solidFill>
            <a:schemeClr val="bg1"/>
          </a:solidFill>
          <a:ln w="22225">
            <a:solidFill>
              <a:schemeClr val="bg1">
                <a:lumMod val="95000"/>
                <a:alpha val="46000"/>
              </a:schemeClr>
            </a:solidFill>
            <a:headEnd type="stealth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0" name="Straight Connector 64"/>
          <p:cNvCxnSpPr/>
          <p:nvPr>
            <p:custDataLst>
              <p:tags r:id="rId134"/>
            </p:custDataLst>
          </p:nvPr>
        </p:nvCxnSpPr>
        <p:spPr>
          <a:xfrm>
            <a:off x="7226264" y="1284318"/>
            <a:ext cx="0" cy="1465477"/>
          </a:xfrm>
          <a:prstGeom prst="line">
            <a:avLst/>
          </a:prstGeom>
          <a:solidFill>
            <a:schemeClr val="bg1"/>
          </a:solidFill>
          <a:ln w="22225">
            <a:solidFill>
              <a:schemeClr val="bg1">
                <a:lumMod val="95000"/>
                <a:alpha val="46000"/>
              </a:schemeClr>
            </a:solidFill>
            <a:headEnd type="stealth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2" name="文本框 231"/>
          <p:cNvSpPr txBox="1"/>
          <p:nvPr>
            <p:custDataLst>
              <p:tags r:id="rId135"/>
            </p:custDataLst>
          </p:nvPr>
        </p:nvSpPr>
        <p:spPr>
          <a:xfrm>
            <a:off x="1244984" y="1283670"/>
            <a:ext cx="162237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添加标题文本</a:t>
            </a:r>
          </a:p>
        </p:txBody>
      </p:sp>
      <p:sp>
        <p:nvSpPr>
          <p:cNvPr id="233" name="文本框 232"/>
          <p:cNvSpPr txBox="1"/>
          <p:nvPr>
            <p:custDataLst>
              <p:tags r:id="rId136"/>
            </p:custDataLst>
          </p:nvPr>
        </p:nvSpPr>
        <p:spPr>
          <a:xfrm>
            <a:off x="1219608" y="1667549"/>
            <a:ext cx="2330188" cy="103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70000"/>
              </a:lnSpc>
              <a:defRPr sz="10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pPr algn="l"/>
            <a:r>
              <a:rPr lang="zh-CN" altLang="en-US" sz="900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250" name="文本框 249"/>
          <p:cNvSpPr txBox="1"/>
          <p:nvPr>
            <p:custDataLst>
              <p:tags r:id="rId137"/>
            </p:custDataLst>
          </p:nvPr>
        </p:nvSpPr>
        <p:spPr>
          <a:xfrm>
            <a:off x="7401518" y="1332512"/>
            <a:ext cx="162237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添加标题文本</a:t>
            </a:r>
          </a:p>
        </p:txBody>
      </p:sp>
      <p:sp>
        <p:nvSpPr>
          <p:cNvPr id="251" name="文本框 250"/>
          <p:cNvSpPr txBox="1"/>
          <p:nvPr>
            <p:custDataLst>
              <p:tags r:id="rId138"/>
            </p:custDataLst>
          </p:nvPr>
        </p:nvSpPr>
        <p:spPr>
          <a:xfrm>
            <a:off x="7391736" y="1661826"/>
            <a:ext cx="2165566" cy="103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70000"/>
              </a:lnSpc>
              <a:defRPr sz="10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pPr algn="l"/>
            <a:r>
              <a:rPr lang="zh-CN" altLang="en-US" sz="900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253" name="文本框 252"/>
          <p:cNvSpPr txBox="1"/>
          <p:nvPr>
            <p:custDataLst>
              <p:tags r:id="rId139"/>
            </p:custDataLst>
          </p:nvPr>
        </p:nvSpPr>
        <p:spPr>
          <a:xfrm>
            <a:off x="8940552" y="4236566"/>
            <a:ext cx="162237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添加标题文本</a:t>
            </a:r>
          </a:p>
        </p:txBody>
      </p:sp>
      <p:sp>
        <p:nvSpPr>
          <p:cNvPr id="254" name="文本框 253"/>
          <p:cNvSpPr txBox="1"/>
          <p:nvPr>
            <p:custDataLst>
              <p:tags r:id="rId140"/>
            </p:custDataLst>
          </p:nvPr>
        </p:nvSpPr>
        <p:spPr>
          <a:xfrm>
            <a:off x="8926304" y="4588897"/>
            <a:ext cx="2165566" cy="103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70000"/>
              </a:lnSpc>
              <a:defRPr sz="10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pPr algn="l"/>
            <a:r>
              <a:rPr lang="zh-CN" altLang="en-US" sz="900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259" name="文本框 258"/>
          <p:cNvSpPr txBox="1"/>
          <p:nvPr>
            <p:custDataLst>
              <p:tags r:id="rId141"/>
            </p:custDataLst>
          </p:nvPr>
        </p:nvSpPr>
        <p:spPr>
          <a:xfrm>
            <a:off x="5889147" y="4214931"/>
            <a:ext cx="162237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添加标题文本</a:t>
            </a:r>
          </a:p>
        </p:txBody>
      </p:sp>
      <p:sp>
        <p:nvSpPr>
          <p:cNvPr id="260" name="文本框 259"/>
          <p:cNvSpPr txBox="1"/>
          <p:nvPr>
            <p:custDataLst>
              <p:tags r:id="rId142"/>
            </p:custDataLst>
          </p:nvPr>
        </p:nvSpPr>
        <p:spPr>
          <a:xfrm>
            <a:off x="5874899" y="4567262"/>
            <a:ext cx="2165566" cy="103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70000"/>
              </a:lnSpc>
              <a:defRPr sz="10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pPr algn="l"/>
            <a:r>
              <a:rPr lang="zh-CN" altLang="en-US" sz="900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262" name="文本框 261"/>
          <p:cNvSpPr txBox="1"/>
          <p:nvPr>
            <p:custDataLst>
              <p:tags r:id="rId143"/>
            </p:custDataLst>
          </p:nvPr>
        </p:nvSpPr>
        <p:spPr>
          <a:xfrm>
            <a:off x="2826080" y="4252816"/>
            <a:ext cx="162237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添加标题文本</a:t>
            </a:r>
          </a:p>
        </p:txBody>
      </p:sp>
      <p:sp>
        <p:nvSpPr>
          <p:cNvPr id="263" name="文本框 262"/>
          <p:cNvSpPr txBox="1"/>
          <p:nvPr>
            <p:custDataLst>
              <p:tags r:id="rId144"/>
            </p:custDataLst>
          </p:nvPr>
        </p:nvSpPr>
        <p:spPr>
          <a:xfrm>
            <a:off x="2811832" y="4605147"/>
            <a:ext cx="2165566" cy="103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70000"/>
              </a:lnSpc>
              <a:defRPr sz="10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pPr algn="l"/>
            <a:r>
              <a:rPr lang="zh-CN" altLang="en-US" sz="900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265" name="文本框 264"/>
          <p:cNvSpPr txBox="1"/>
          <p:nvPr>
            <p:custDataLst>
              <p:tags r:id="rId145"/>
            </p:custDataLst>
          </p:nvPr>
        </p:nvSpPr>
        <p:spPr>
          <a:xfrm>
            <a:off x="4389261" y="1339106"/>
            <a:ext cx="162237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添加标题文本</a:t>
            </a:r>
          </a:p>
        </p:txBody>
      </p:sp>
      <p:sp>
        <p:nvSpPr>
          <p:cNvPr id="266" name="文本框 265"/>
          <p:cNvSpPr txBox="1"/>
          <p:nvPr>
            <p:custDataLst>
              <p:tags r:id="rId146"/>
            </p:custDataLst>
          </p:nvPr>
        </p:nvSpPr>
        <p:spPr>
          <a:xfrm>
            <a:off x="4374877" y="1670826"/>
            <a:ext cx="2165566" cy="103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70000"/>
              </a:lnSpc>
              <a:defRPr sz="10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pPr algn="l"/>
            <a:r>
              <a:rPr lang="zh-CN" altLang="en-US" sz="900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001848"/>
            </a:gs>
            <a:gs pos="100000">
              <a:schemeClr val="tx1"/>
            </a:gs>
            <a:gs pos="0">
              <a:schemeClr val="accent1"/>
            </a:gs>
            <a:gs pos="37000">
              <a:srgbClr val="002350"/>
            </a:gs>
          </a:gsLst>
          <a:path path="rect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1D761AE-16B1-3D80-EB6C-33BCCA5D5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642" b="7642"/>
          <a:stretch/>
        </p:blipFill>
        <p:spPr>
          <a:xfrm>
            <a:off x="-2031394" y="349475"/>
            <a:ext cx="8024311" cy="6419448"/>
          </a:xfrm>
          <a:prstGeom prst="rect">
            <a:avLst/>
          </a:prstGeom>
        </p:spPr>
      </p:pic>
      <p:pic>
        <p:nvPicPr>
          <p:cNvPr id="6" name="图片 5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 rotWithShape="1">
          <a:blip r:embed="rId4"/>
          <a:srcRect l="12972" r="9543"/>
          <a:stretch>
            <a:fillRect/>
          </a:stretch>
        </p:blipFill>
        <p:spPr>
          <a:xfrm>
            <a:off x="25575" y="82969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grpSp>
        <p:nvGrpSpPr>
          <p:cNvPr id="56" name="组合 55"/>
          <p:cNvGrpSpPr/>
          <p:nvPr/>
        </p:nvGrpSpPr>
        <p:grpSpPr>
          <a:xfrm>
            <a:off x="5288618" y="2141910"/>
            <a:ext cx="5898405" cy="2597503"/>
            <a:chOff x="419820" y="1246297"/>
            <a:chExt cx="5898405" cy="2597503"/>
          </a:xfrm>
        </p:grpSpPr>
        <p:sp>
          <p:nvSpPr>
            <p:cNvPr id="18" name="Freeform 18"/>
            <p:cNvSpPr/>
            <p:nvPr/>
          </p:nvSpPr>
          <p:spPr>
            <a:xfrm>
              <a:off x="419820" y="3347893"/>
              <a:ext cx="501607" cy="495907"/>
            </a:xfrm>
            <a:custGeom>
              <a:avLst/>
              <a:gdLst/>
              <a:ahLst/>
              <a:cxnLst/>
              <a:rect l="l" t="t" r="r" b="b"/>
              <a:pathLst>
                <a:path w="752411" h="743860">
                  <a:moveTo>
                    <a:pt x="0" y="0"/>
                  </a:moveTo>
                  <a:lnTo>
                    <a:pt x="752411" y="0"/>
                  </a:lnTo>
                  <a:lnTo>
                    <a:pt x="752411" y="743861"/>
                  </a:lnTo>
                  <a:lnTo>
                    <a:pt x="0" y="743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515087" y="2000677"/>
              <a:ext cx="5715635" cy="12153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9720"/>
                </a:lnSpc>
              </a:pPr>
              <a:r>
                <a:rPr lang="zh-CN" altLang="en-US" sz="8000" dirty="0">
                  <a:solidFill>
                    <a:srgbClr val="FFFFFF"/>
                  </a:solidFill>
                  <a:latin typeface="梦源宋体 CN" panose="02020200000000000000" pitchFamily="18" charset="-122"/>
                  <a:ea typeface="梦源宋体 CN" panose="02020200000000000000" pitchFamily="18" charset="-122"/>
                </a:rPr>
                <a:t>谢谢观看</a:t>
              </a:r>
            </a:p>
          </p:txBody>
        </p:sp>
        <p:sp>
          <p:nvSpPr>
            <p:cNvPr id="23" name="Freeform 23"/>
            <p:cNvSpPr/>
            <p:nvPr/>
          </p:nvSpPr>
          <p:spPr>
            <a:xfrm rot="1561435">
              <a:off x="5816618" y="1246297"/>
              <a:ext cx="501607" cy="495907"/>
            </a:xfrm>
            <a:custGeom>
              <a:avLst/>
              <a:gdLst/>
              <a:ahLst/>
              <a:cxnLst/>
              <a:rect l="l" t="t" r="r" b="b"/>
              <a:pathLst>
                <a:path w="752411" h="743860">
                  <a:moveTo>
                    <a:pt x="0" y="0"/>
                  </a:moveTo>
                  <a:lnTo>
                    <a:pt x="752411" y="0"/>
                  </a:lnTo>
                  <a:lnTo>
                    <a:pt x="752411" y="743860"/>
                  </a:lnTo>
                  <a:lnTo>
                    <a:pt x="0" y="743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8778" y="109727"/>
            <a:ext cx="2694885" cy="943533"/>
          </a:xfrm>
          <a:prstGeom prst="rect">
            <a:avLst/>
          </a:prstGeom>
        </p:spPr>
      </p:pic>
      <p:sp>
        <p:nvSpPr>
          <p:cNvPr id="59" name="TextBox 20"/>
          <p:cNvSpPr txBox="1"/>
          <p:nvPr/>
        </p:nvSpPr>
        <p:spPr>
          <a:xfrm>
            <a:off x="7263765" y="2068195"/>
            <a:ext cx="3238500" cy="669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70"/>
              </a:lnSpc>
              <a:spcBef>
                <a:spcPct val="0"/>
              </a:spcBef>
            </a:pPr>
            <a:r>
              <a:rPr lang="en-US" altLang="zh-CN" sz="4050" dirty="0">
                <a:solidFill>
                  <a:srgbClr val="FFFFFF">
                    <a:alpha val="60000"/>
                  </a:srgb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</a:rPr>
              <a:t>THANK YOU</a:t>
            </a:r>
          </a:p>
        </p:txBody>
      </p:sp>
      <p:cxnSp>
        <p:nvCxnSpPr>
          <p:cNvPr id="2" name="直线连接符 13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CxnSpPr/>
          <p:nvPr/>
        </p:nvCxnSpPr>
        <p:spPr>
          <a:xfrm>
            <a:off x="6452924" y="4491459"/>
            <a:ext cx="4646876" cy="0"/>
          </a:xfrm>
          <a:prstGeom prst="line">
            <a:avLst/>
          </a:prstGeom>
          <a:ln w="920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/>
          <p:cNvPicPr>
            <a:picLocks noChangeAspect="1"/>
          </p:cNvPicPr>
          <p:nvPr/>
        </p:nvPicPr>
        <p:blipFill rotWithShape="1">
          <a:blip r:embed="rId4"/>
          <a:srcRect l="12972" r="9543"/>
          <a:stretch>
            <a:fillRect/>
          </a:stretch>
        </p:blipFill>
        <p:spPr>
          <a:xfrm>
            <a:off x="91174" y="3662742"/>
            <a:ext cx="12192000" cy="3215833"/>
          </a:xfrm>
          <a:prstGeom prst="rect">
            <a:avLst/>
          </a:prstGeom>
          <a:effectLst>
            <a:softEdge rad="12700"/>
          </a:effectLst>
        </p:spPr>
      </p:pic>
      <p:grpSp>
        <p:nvGrpSpPr>
          <p:cNvPr id="3" name="组合 2"/>
          <p:cNvGrpSpPr/>
          <p:nvPr/>
        </p:nvGrpSpPr>
        <p:grpSpPr>
          <a:xfrm>
            <a:off x="11528527" y="6150694"/>
            <a:ext cx="294640" cy="303828"/>
            <a:chOff x="1259840" y="5827410"/>
            <a:chExt cx="670560" cy="691470"/>
          </a:xfrm>
        </p:grpSpPr>
        <p:grpSp>
          <p:nvGrpSpPr>
            <p:cNvPr id="4" name="组合 3"/>
            <p:cNvGrpSpPr/>
            <p:nvPr/>
          </p:nvGrpSpPr>
          <p:grpSpPr>
            <a:xfrm>
              <a:off x="1259840" y="5827410"/>
              <a:ext cx="670560" cy="182880"/>
              <a:chOff x="1259840" y="5827410"/>
              <a:chExt cx="670560" cy="182880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259840" y="6081705"/>
              <a:ext cx="670560" cy="182880"/>
              <a:chOff x="1259840" y="5827410"/>
              <a:chExt cx="670560" cy="182880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59840" y="6336000"/>
              <a:ext cx="670560" cy="182880"/>
              <a:chOff x="1259840" y="5827410"/>
              <a:chExt cx="670560" cy="182880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125984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150368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1747520" y="582741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27" name="图片 26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FBDF4F6A-71D2-4A5B-6BCA-FFE7418CD9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834415">
            <a:off x="5454337" y="1003584"/>
            <a:ext cx="2915853" cy="242634"/>
          </a:xfrm>
          <a:prstGeom prst="rect">
            <a:avLst/>
          </a:prstGeom>
        </p:spPr>
      </p:pic>
      <p:pic>
        <p:nvPicPr>
          <p:cNvPr id="28" name="图片 27" descr="e7d195523061f1c01d60fa9f1cfcbfb3d7dea265119d71e15FBB43640B43E9A75E03FE54C774D5D4779ED45933E78901D3CB0E69E39D04A9E1E9B25CF060C4BCA4D072860494D0D8E683C2FE58414E15F715CF188FAA5D78EE3E8905D0111583BA92C73AE9E925E1EAE0A45DA8AD0AB7B65294B3F69C4AB093D0EBE744F13A4B0C2E7C926BB619DB">
            <a:extLst>
              <a:ext uri="{FF2B5EF4-FFF2-40B4-BE49-F238E27FC236}">
                <a16:creationId xmlns:a16="http://schemas.microsoft.com/office/drawing/2014/main" id="{82ABE57C-3044-735E-8882-0163AA3887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834415">
            <a:off x="10963615" y="5023104"/>
            <a:ext cx="888978" cy="11365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I1MjhiNTcyZDUxM2ZkNmZlNDVlN2Q3ZGYyYzI1Z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INDEX" val="20185847"/>
  <p:tag name="KSO_WM_TAG_VERSION" val="1.0"/>
  <p:tag name="KSO_WM_SLIDE_INDEX" val="2"/>
  <p:tag name="KSO_WM_SLIDE_ITEM_CNT" val="4"/>
  <p:tag name="KSO_WM_SLIDE_LAYOUT" val="l_d"/>
  <p:tag name="KSO_WM_SLIDE_LAYOUT_CNT" val="1_1"/>
  <p:tag name="KSO_WM_SLIDE_TYPE" val="contents"/>
  <p:tag name="KSO_WM_SLIDE_SUBTYPE" val="picTxt"/>
  <p:tag name="KSO_WM_BEAUTIFY_FLAG" val="#wm#"/>
  <p:tag name="KSO_WM_TEMPLATE_CATEGORY" val="diagram"/>
  <p:tag name="KSO_WM_SLIDE_ID" val="diagram20185847_2"/>
  <p:tag name="KSO_WM_DIAGRAM_GROUP_CODE" val="l1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d"/>
  <p:tag name="KSO_WM_UNIT_INDEX" val="1"/>
  <p:tag name="KSO_WM_UNIT_ID" val="diagram20185847_2*d*1"/>
  <p:tag name="KSO_WM_UNIT_LAYERLEVEL" val="1"/>
  <p:tag name="KSO_WM_UNIT_VALUE" val="1904*2172"/>
  <p:tag name="KSO_WM_UNIT_HIGHLIGHT" val="0"/>
  <p:tag name="KSO_WM_UNIT_COMPATIBLE" val="0"/>
  <p:tag name="KSO_WM_UNIT_CLEAR" val="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20185847_2*i*1"/>
  <p:tag name="KSO_WM_TEMPLATE_CATEGORY" val="diagram"/>
  <p:tag name="KSO_WM_TEMPLATE_INDEX" val="20185847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l_h_i"/>
  <p:tag name="KSO_WM_UNIT_INDEX" val="1_2_1"/>
  <p:tag name="KSO_WM_UNIT_ID" val="diagram20185847_2*l_h_i*1_2_1"/>
  <p:tag name="KSO_WM_UNIT_LAYERLEVEL" val="1_1_1"/>
  <p:tag name="KSO_WM_BEAUTIFY_FLAG" val="#wm#"/>
  <p:tag name="KSO_WM_DIAGRAM_GROUP_CODE" val="l1-1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  <p:tag name="KSO_WM_DIAGRAM_VIRTUALLY_FRAME" val="{&quot;height&quot;:429.07582677165357,&quot;left&quot;:-87.8,&quot;top&quot;:105.47944881889764,&quot;width&quot;:831.9777165354333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l_h_i"/>
  <p:tag name="KSO_WM_UNIT_INDEX" val="1_2_2"/>
  <p:tag name="KSO_WM_UNIT_ID" val="diagram20185847_2*l_h_i*1_2_2"/>
  <p:tag name="KSO_WM_UNIT_LAYERLEVEL" val="1_1_1"/>
  <p:tag name="KSO_WM_BEAUTIFY_FLAG" val="#wm#"/>
  <p:tag name="KSO_WM_DIAGRAM_GROUP_CODE" val="l1-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29.07582677165357,&quot;left&quot;:-87.8,&quot;top&quot;:105.47944881889764,&quot;width&quot;:831.97771653543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l_h_i"/>
  <p:tag name="KSO_WM_UNIT_INDEX" val="1_1_1"/>
  <p:tag name="KSO_WM_UNIT_ID" val="diagram20185847_2*l_h_i*1_1_1"/>
  <p:tag name="KSO_WM_UNIT_LAYERLEVEL" val="1_1_1"/>
  <p:tag name="KSO_WM_BEAUTIFY_FLAG" val="#wm#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  <p:tag name="KSO_WM_DIAGRAM_VIRTUALLY_FRAME" val="{&quot;height&quot;:429.07582677165357,&quot;left&quot;:-87.8,&quot;top&quot;:105.47944881889764,&quot;width&quot;:831.9777165354333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l_h_i"/>
  <p:tag name="KSO_WM_UNIT_INDEX" val="1_1_2"/>
  <p:tag name="KSO_WM_UNIT_ID" val="diagram20185847_2*l_h_i*1_1_2"/>
  <p:tag name="KSO_WM_UNIT_LAYERLEVEL" val="1_1_1"/>
  <p:tag name="KSO_WM_BEAUTIFY_FLAG" val="#wm#"/>
  <p:tag name="KSO_WM_DIAGRAM_GROUP_CODE" val="l1-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29.07582677165357,&quot;left&quot;:-87.8,&quot;top&quot;:105.47944881889764,&quot;width&quot;:831.977716535433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l_h_i"/>
  <p:tag name="KSO_WM_UNIT_INDEX" val="1_1_3"/>
  <p:tag name="KSO_WM_UNIT_ID" val="diagram20185847_2*l_h_i*1_1_3"/>
  <p:tag name="KSO_WM_UNIT_LAYERLEVEL" val="1_1_1"/>
  <p:tag name="KSO_WM_BEAUTIFY_FLAG" val="#wm#"/>
  <p:tag name="KSO_WM_DIAGRAM_GROUP_CODE" val="l1-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29.07582677165357,&quot;left&quot;:-87.8,&quot;top&quot;:105.47944881889764,&quot;width&quot;:831.977716535433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l_h_i"/>
  <p:tag name="KSO_WM_UNIT_INDEX" val="1_4_1"/>
  <p:tag name="KSO_WM_UNIT_ID" val="diagram20185847_2*l_h_i*1_4_1"/>
  <p:tag name="KSO_WM_UNIT_LAYERLEVEL" val="1_1_1"/>
  <p:tag name="KSO_WM_BEAUTIFY_FLAG" val="#wm#"/>
  <p:tag name="KSO_WM_DIAGRAM_GROUP_CODE" val="l1-1"/>
  <p:tag name="KSO_WM_UNIT_FILL_FORE_SCHEMECOLOR_INDEX" val="9"/>
  <p:tag name="KSO_WM_UNIT_FILL_TYPE" val="1"/>
  <p:tag name="KSO_WM_UNIT_TEXT_FILL_FORE_SCHEMECOLOR_INDEX" val="2"/>
  <p:tag name="KSO_WM_UNIT_TEXT_FILL_TYPE" val="1"/>
  <p:tag name="KSO_WM_UNIT_USESOURCEFORMAT_APPLY" val="1"/>
  <p:tag name="KSO_WM_DIAGRAM_VIRTUALLY_FRAME" val="{&quot;height&quot;:429.07582677165357,&quot;left&quot;:-87.8,&quot;top&quot;:105.47944881889764,&quot;width&quot;:831.977716535433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l_h_i"/>
  <p:tag name="KSO_WM_UNIT_INDEX" val="1_4_2"/>
  <p:tag name="KSO_WM_UNIT_ID" val="diagram20185847_2*l_h_i*1_4_2"/>
  <p:tag name="KSO_WM_UNIT_LAYERLEVEL" val="1_1_1"/>
  <p:tag name="KSO_WM_BEAUTIFY_FLAG" val="#wm#"/>
  <p:tag name="KSO_WM_DIAGRAM_GROUP_CODE" val="l1-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29.07582677165357,&quot;left&quot;:-87.8,&quot;top&quot;:105.47944881889764,&quot;width&quot;:831.977716535433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l_h_i"/>
  <p:tag name="KSO_WM_UNIT_INDEX" val="1_4_3"/>
  <p:tag name="KSO_WM_UNIT_ID" val="diagram20185847_2*l_h_i*1_4_3"/>
  <p:tag name="KSO_WM_UNIT_LAYERLEVEL" val="1_1_1"/>
  <p:tag name="KSO_WM_BEAUTIFY_FLAG" val="#wm#"/>
  <p:tag name="KSO_WM_DIAGRAM_GROUP_CODE" val="l1-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29.07582677165357,&quot;left&quot;:-87.8,&quot;top&quot;:105.47944881889764,&quot;width&quot;:831.977716535433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l_h_i"/>
  <p:tag name="KSO_WM_UNIT_INDEX" val="1_3_1"/>
  <p:tag name="KSO_WM_UNIT_ID" val="diagram20185847_2*l_h_i*1_3_1"/>
  <p:tag name="KSO_WM_UNIT_LAYERLEVEL" val="1_1_1"/>
  <p:tag name="KSO_WM_BEAUTIFY_FLAG" val="#wm#"/>
  <p:tag name="KSO_WM_DIAGRAM_GROUP_CODE" val="l1-1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  <p:tag name="KSO_WM_DIAGRAM_VIRTUALLY_FRAME" val="{&quot;height&quot;:429.07582677165357,&quot;left&quot;:-87.8,&quot;top&quot;:105.47944881889764,&quot;width&quot;:831.977716535433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l_h_i"/>
  <p:tag name="KSO_WM_UNIT_INDEX" val="1_3_2"/>
  <p:tag name="KSO_WM_UNIT_ID" val="diagram20185847_2*l_h_i*1_3_2"/>
  <p:tag name="KSO_WM_UNIT_LAYERLEVEL" val="1_1_1"/>
  <p:tag name="KSO_WM_BEAUTIFY_FLAG" val="#wm#"/>
  <p:tag name="KSO_WM_DIAGRAM_GROUP_CODE" val="l1-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29.07582677165357,&quot;left&quot;:-87.8,&quot;top&quot;:105.47944881889764,&quot;width&quot;:831.977716535433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l_h_i"/>
  <p:tag name="KSO_WM_UNIT_INDEX" val="1_3_3"/>
  <p:tag name="KSO_WM_UNIT_ID" val="diagram20185847_2*l_h_i*1_3_3"/>
  <p:tag name="KSO_WM_UNIT_LAYERLEVEL" val="1_1_1"/>
  <p:tag name="KSO_WM_BEAUTIFY_FLAG" val="#wm#"/>
  <p:tag name="KSO_WM_DIAGRAM_GROUP_CODE" val="l1-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29.07582677165357,&quot;left&quot;:-87.8,&quot;top&quot;:105.47944881889764,&quot;width&quot;:831.977716535433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l_h_i"/>
  <p:tag name="KSO_WM_UNIT_INDEX" val="1_3_4"/>
  <p:tag name="KSO_WM_UNIT_ID" val="diagram20185847_2*l_h_i*1_3_4"/>
  <p:tag name="KSO_WM_UNIT_LAYERLEVEL" val="1_1_1"/>
  <p:tag name="KSO_WM_BEAUTIFY_FLAG" val="#wm#"/>
  <p:tag name="KSO_WM_DIAGRAM_GROUP_CODE" val="l1-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29.07582677165357,&quot;left&quot;:-87.8,&quot;top&quot;:105.47944881889764,&quot;width&quot;:831.977716535433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7.77566929133855,&quot;top&quot;:98.08031496062992,&quot;width&quot;:484.324330708661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85.8787401574803,&quot;width&quot;:4243.91338582677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1.2348818897637,&quot;top&quot;:98.08031496062992,&quot;width&quot;:490.8651181102362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1.2348818897637,&quot;top&quot;:98.08031496062992,&quot;width&quot;:490.8651181102362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1.2348818897637,&quot;top&quot;:98.08031496062992,&quot;width&quot;:490.8651181102362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1.2348818897637,&quot;top&quot;:98.08031496062992,&quot;width&quot;:490.8651181102362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7.77566929133855,&quot;top&quot;:98.08031496062992,&quot;width&quot;:484.324330708661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7.77566929133855,&quot;top&quot;:98.08031496062992,&quot;width&quot;:484.324330708661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7.77566929133855,&quot;top&quot;:98.08031496062992,&quot;width&quot;:484.324330708661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7.77566929133855,&quot;top&quot;:98.08031496062992,&quot;width&quot;:484.324330708661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7.77566929133855,&quot;top&quot;:98.08031496062992,&quot;width&quot;:484.324330708661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7.77566929133855,&quot;top&quot;:98.08031496062992,&quot;width&quot;:484.324330708661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7.77566929133855,&quot;top&quot;:98.08031496062992,&quot;width&quot;:484.324330708661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1.6696850393701,&quot;left&quot;:467.77566929133855,&quot;top&quot;:98.08031496062992,&quot;width&quot;:484.324330708661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85.8787401574803,&quot;width&quot;:4243.91338582677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3503937007874,&quot;left&quot;:15.780944881889763,&quot;top&quot;:137.7279527559055,&quot;width&quot;:960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85.8787401574803,&quot;width&quot;:4243.913385826771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9906266082709,&quot;left&quot;:-72.89062992125984,&quot;top&quot;:160.89259842519684,&quot;width&quot;:1042.2851968503937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3.8,&quot;left&quot;:-13.805590551181103,&quot;top&quot;:-143.95,&quot;width&quot;:981.0231496062992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85.8787401574803,&quot;width&quot;:4243.913385826771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4,&quot;left&quot;:85.45,&quot;top&quot;:25.8,&quot;width&quot;:791.85}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1040764008566,&quot;left&quot;:56.75,&quot;top&quot;:96.88959235991435,&quot;width&quot;:472.85}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6133858267715,&quot;left&quot;:-150.02929133858268,&quot;top&quot;:128.54141732283466,&quot;width&quot;:1007.716850393701}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85.8787401574803,&quot;width&quot;:4243.913385826771}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052283464567,&quot;left&quot;:84.4171653543307,&quot;top&quot;:168.2,&quot;width&quot;:798.2240157480317}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85847"/>
  <p:tag name="KSO_WM_TAG_VERSION" val="1.0"/>
  <p:tag name="KSO_WM_UNIT_TYPE" val="d"/>
  <p:tag name="KSO_WM_UNIT_INDEX" val="1"/>
  <p:tag name="KSO_WM_UNIT_ID" val="diagram20185847_2*d*1"/>
  <p:tag name="KSO_WM_UNIT_LAYERLEVEL" val="1"/>
  <p:tag name="KSO_WM_UNIT_VALUE" val="1904*2172"/>
  <p:tag name="KSO_WM_UNIT_HIGHLIGHT" val="0"/>
  <p:tag name="KSO_WM_UNIT_COMPATIBLE" val="0"/>
  <p:tag name="KSO_WM_UNIT_CLEAR" val="0"/>
  <p:tag name="KSO_WM_BEAUTIFY_FLAG" val="#wm#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4.7899212598425,&quot;left&quot;:107.1,&quot;top&quot;:178.85,&quot;width&quot;:372.9}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4.7899212598425,&quot;left&quot;:107.1,&quot;top&quot;:178.85,&quot;width&quot;:372.9}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4.7899212598425,&quot;left&quot;:107.1,&quot;top&quot;:178.85,&quot;width&quot;:372.9}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4.7899212598425,&quot;left&quot;:107.1,&quot;top&quot;:178.85,&quot;width&quot;:372.9}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4.7899212598425,&quot;left&quot;:107.1,&quot;top&quot;:178.85,&quot;width&quot;:372.9}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4.7899212598425,&quot;left&quot;:107.1,&quot;top&quot;:178.85,&quot;width&quot;:372.9}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4.7899212598425,&quot;left&quot;:107.1,&quot;top&quot;:178.85,&quot;width&quot;:372.9}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4.7899212598425,&quot;left&quot;:107.1,&quot;top&quot;:178.85,&quot;width&quot;:372.9}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66,&quot;left&quot;:78.00015748031497,&quot;top&quot;:93.25,&quot;width&quot;:818.157401574803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2111</TotalTime>
  <Words>2075</Words>
  <Application>Microsoft Office PowerPoint</Application>
  <PresentationFormat>宽屏</PresentationFormat>
  <Paragraphs>152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Calibri</vt:lpstr>
      <vt:lpstr>宋体</vt:lpstr>
      <vt:lpstr>Arial</vt:lpstr>
      <vt:lpstr>梦源宋体 CN</vt:lpstr>
      <vt:lpstr>Times New Roman</vt:lpstr>
      <vt:lpstr>Office 主题​​</vt:lpstr>
      <vt:lpstr>2_Office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liuzuyu</dc:creator>
  <cp:lastModifiedBy>妤佳 励</cp:lastModifiedBy>
  <cp:revision>43</cp:revision>
  <dcterms:created xsi:type="dcterms:W3CDTF">2024-02-22T06:17:00Z</dcterms:created>
  <dcterms:modified xsi:type="dcterms:W3CDTF">2024-02-29T13:48:22Z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2BB5EB3624884EF69FB6889FFA4E6505_12</vt:lpwstr>
  </property>
  <property fmtid="{D5CDD505-2E9C-101B-9397-08002B2CF9AE}" pid="3" name="KSOProductBuildVer">
    <vt:lpwstr>2052-12.1.0.16388</vt:lpwstr>
  </property>
</Properties>
</file>