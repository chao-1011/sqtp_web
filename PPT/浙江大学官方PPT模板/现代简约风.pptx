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ABAB"/>
    <a:srgbClr val="595959"/>
    <a:srgbClr val="B9B9B9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40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3392287"/>
        <c:axId val="61651535"/>
      </c:lineChart>
      <c:catAx>
        <c:axId val="1863392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51535"/>
        <c:crosses val="autoZero"/>
        <c:auto val="1"/>
        <c:lblAlgn val="ctr"/>
        <c:lblOffset val="100"/>
        <c:noMultiLvlLbl val="0"/>
      </c:catAx>
      <c:valAx>
        <c:axId val="61651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63392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05709647"/>
        <c:axId val="61604943"/>
      </c:barChart>
      <c:catAx>
        <c:axId val="18057096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04943"/>
        <c:crosses val="autoZero"/>
        <c:auto val="1"/>
        <c:lblAlgn val="ctr"/>
        <c:lblOffset val="100"/>
        <c:noMultiLvlLbl val="0"/>
      </c:catAx>
      <c:valAx>
        <c:axId val="6160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5709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96A38B-7FD1-4C6E-AF91-47D2D7936F63}" type="doc">
      <dgm:prSet loTypeId="process" loCatId="process" qsTypeId="urn:microsoft.com/office/officeart/2005/8/quickstyle/simple1#1" qsCatId="simple" csTypeId="urn:microsoft.com/office/officeart/2005/8/colors/accent1_2#1" csCatId="accent1" phldr="1"/>
      <dgm:spPr/>
    </dgm:pt>
    <dgm:pt modelId="{4EB6EFB4-09C9-490A-8D8B-4C5970F2F63A}">
      <dgm:prSet phldrT="[文本]" phldr="0" custT="0"/>
      <dgm:spPr>
        <a:solidFill>
          <a:schemeClr val="accent1">
            <a:lumMod val="7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latin typeface="宋体" panose="02010600030101010101" pitchFamily="2" charset="-122"/>
              <a:ea typeface="宋体" panose="02010600030101010101" pitchFamily="2" charset="-122"/>
            </a:rPr>
            <a:t>步骤三</a:t>
          </a:r>
          <a:r>
            <a:rPr>
              <a:latin typeface="宋体" panose="02010600030101010101" pitchFamily="2" charset="-122"/>
              <a:ea typeface="宋体" panose="02010600030101010101" pitchFamily="2" charset="-122"/>
            </a:rPr>
            <a:t/>
          </a:r>
          <a:endParaRPr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F92CEEB8-CE74-4C88-BD84-CBD0CD7E26AB}" cxnId="{3EF12CA8-F60B-493D-B8CD-A44AE9A787BB}" type="parTrans">
      <dgm:prSet/>
      <dgm:spPr/>
      <dgm:t>
        <a:bodyPr/>
        <a:lstStyle/>
        <a:p>
          <a:endParaRPr lang="zh-CN" altLang="en-US"/>
        </a:p>
      </dgm:t>
    </dgm:pt>
    <dgm:pt modelId="{776656AA-47B1-42C1-AB46-38007AA13548}" cxnId="{3EF12CA8-F60B-493D-B8CD-A44AE9A787BB}" type="sibTrans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endParaRPr lang="zh-CN" altLang="en-US"/>
        </a:p>
      </dgm:t>
    </dgm:pt>
    <dgm:pt modelId="{CF8F5F20-CECE-46E7-9EE6-6645F43C2FF9}">
      <dgm:prSet phldrT="[文本]" phldr="0" custT="1"/>
      <dgm:spPr>
        <a:solidFill>
          <a:schemeClr val="accent1">
            <a:lumMod val="7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>
              <a:latin typeface="宋体" panose="02010600030101010101" pitchFamily="2" charset="-122"/>
              <a:ea typeface="宋体" panose="02010600030101010101" pitchFamily="2" charset="-122"/>
            </a:rPr>
            <a:t>步骤二</a:t>
          </a:r>
          <a:r>
            <a:rPr sz="3200">
              <a:latin typeface="宋体" panose="02010600030101010101" pitchFamily="2" charset="-122"/>
              <a:ea typeface="宋体" panose="02010600030101010101" pitchFamily="2" charset="-122"/>
            </a:rPr>
            <a:t/>
          </a:r>
          <a:endParaRPr sz="32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F3F1BDD1-5A3C-49AA-8473-37A7D044A768}" cxnId="{75FDCFF2-5320-43D9-9838-9276CD99A41B}" type="parTrans">
      <dgm:prSet/>
      <dgm:spPr/>
      <dgm:t>
        <a:bodyPr/>
        <a:lstStyle/>
        <a:p>
          <a:endParaRPr lang="zh-CN" altLang="en-US"/>
        </a:p>
      </dgm:t>
    </dgm:pt>
    <dgm:pt modelId="{26F578EF-2C23-419D-AD25-BD9AC4C6B7A7}" cxnId="{75FDCFF2-5320-43D9-9838-9276CD99A41B}" type="sibTrans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endParaRPr lang="zh-CN" altLang="en-US"/>
        </a:p>
      </dgm:t>
    </dgm:pt>
    <dgm:pt modelId="{EA331B83-F5F7-406B-B371-C3DB574C5D8A}">
      <dgm:prSet phldrT="[文本]" phldr="0" custT="1"/>
      <dgm:spPr>
        <a:solidFill>
          <a:schemeClr val="accent1">
            <a:lumMod val="7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>
              <a:latin typeface="宋体" panose="02010600030101010101" pitchFamily="2" charset="-122"/>
              <a:ea typeface="宋体" panose="02010600030101010101" pitchFamily="2" charset="-122"/>
            </a:rPr>
            <a:t>步骤一</a:t>
          </a:r>
          <a:r>
            <a:rPr sz="3200">
              <a:latin typeface="宋体" panose="02010600030101010101" pitchFamily="2" charset="-122"/>
              <a:ea typeface="宋体" panose="02010600030101010101" pitchFamily="2" charset="-122"/>
            </a:rPr>
            <a:t/>
          </a:r>
          <a:endParaRPr sz="32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BF63331-7EE6-488E-9B39-8D876DB0AA12}" cxnId="{BFF34805-AE92-4896-B4A4-3951358786A0}" type="parTrans">
      <dgm:prSet/>
      <dgm:spPr/>
      <dgm:t>
        <a:bodyPr/>
        <a:lstStyle/>
        <a:p>
          <a:endParaRPr lang="zh-CN" altLang="en-US"/>
        </a:p>
      </dgm:t>
    </dgm:pt>
    <dgm:pt modelId="{CF07DB69-0515-43B5-B4A4-99C0DECB8C57}" cxnId="{BFF34805-AE92-4896-B4A4-3951358786A0}" type="sibTrans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endParaRPr lang="zh-CN" altLang="en-US"/>
        </a:p>
      </dgm:t>
    </dgm:pt>
    <dgm:pt modelId="{A004EED9-A3B0-4F0D-A153-BEC578B06A2A}" type="pres">
      <dgm:prSet presAssocID="{FE96A38B-7FD1-4C6E-AF91-47D2D7936F63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54FD8BAD-1135-4613-87A3-BE76665EB269}" type="pres">
      <dgm:prSet presAssocID="{4EB6EFB4-09C9-490A-8D8B-4C5970F2F63A}" presName="gear1" presStyleLbl="node1" presStyleIdx="0" presStyleCnt="3" custLinFactNeighborX="-892" custLinFactNeighborY="3567">
        <dgm:presLayoutVars>
          <dgm:chMax val="1"/>
          <dgm:bulletEnabled val="1"/>
        </dgm:presLayoutVars>
      </dgm:prSet>
      <dgm:spPr/>
    </dgm:pt>
    <dgm:pt modelId="{717A6A4C-E784-408B-B8D4-2AEF4EC75E73}" type="pres">
      <dgm:prSet presAssocID="{4EB6EFB4-09C9-490A-8D8B-4C5970F2F63A}" presName="gear1srcNode" presStyleCnt="0"/>
      <dgm:spPr/>
    </dgm:pt>
    <dgm:pt modelId="{36937AB2-A65A-4700-9FEC-C005FF0DDA2A}" type="pres">
      <dgm:prSet presAssocID="{4EB6EFB4-09C9-490A-8D8B-4C5970F2F63A}" presName="gear1dstNode" presStyleCnt="0"/>
      <dgm:spPr/>
    </dgm:pt>
    <dgm:pt modelId="{16E9D1B9-5DBA-4767-A85F-3B0C55466D05}" type="pres">
      <dgm:prSet presAssocID="{CF8F5F20-CECE-46E7-9EE6-6645F43C2FF9}" presName="gear2" presStyleLbl="node1" presStyleIdx="1" presStyleCnt="3">
        <dgm:presLayoutVars>
          <dgm:chMax val="1"/>
          <dgm:bulletEnabled val="1"/>
        </dgm:presLayoutVars>
      </dgm:prSet>
      <dgm:spPr/>
    </dgm:pt>
    <dgm:pt modelId="{A18B5B3B-1C9E-4B72-92AD-E74BC14F15C7}" type="pres">
      <dgm:prSet presAssocID="{CF8F5F20-CECE-46E7-9EE6-6645F43C2FF9}" presName="gear2srcNode" presStyleCnt="0"/>
      <dgm:spPr/>
    </dgm:pt>
    <dgm:pt modelId="{BC298451-54C3-4DDD-B62D-9EBCDA6DD117}" type="pres">
      <dgm:prSet presAssocID="{CF8F5F20-CECE-46E7-9EE6-6645F43C2FF9}" presName="gear2dstNode" presStyleCnt="0"/>
      <dgm:spPr/>
    </dgm:pt>
    <dgm:pt modelId="{CF6040E4-A8A6-40CC-9268-A2117D392717}" type="pres">
      <dgm:prSet presAssocID="{EA331B83-F5F7-406B-B371-C3DB574C5D8A}" presName="gear3" presStyleLbl="node1" presStyleIdx="2" presStyleCnt="3"/>
      <dgm:spPr/>
    </dgm:pt>
    <dgm:pt modelId="{AE2DE037-03F3-48A3-BA53-6104BC0102F1}" type="pres">
      <dgm:prSet presAssocID="{EA331B83-F5F7-406B-B371-C3DB574C5D8A}" presName="gear3tx" presStyleCnt="0">
        <dgm:presLayoutVars>
          <dgm:chMax val="1"/>
          <dgm:bulletEnabled val="1"/>
        </dgm:presLayoutVars>
      </dgm:prSet>
      <dgm:spPr/>
    </dgm:pt>
    <dgm:pt modelId="{2F9A8D98-93E9-447C-B1B1-89A07FECE221}" type="pres">
      <dgm:prSet presAssocID="{EA331B83-F5F7-406B-B371-C3DB574C5D8A}" presName="gear3srcNode" presStyleCnt="0"/>
      <dgm:spPr/>
    </dgm:pt>
    <dgm:pt modelId="{F362E05D-FFF9-4F1B-9B54-DA0A9690D14A}" type="pres">
      <dgm:prSet presAssocID="{EA331B83-F5F7-406B-B371-C3DB574C5D8A}" presName="gear3dstNode" presStyleCnt="0"/>
      <dgm:spPr/>
    </dgm:pt>
    <dgm:pt modelId="{25A3236B-4684-4BC7-AE00-44009A0E29ED}" type="pres">
      <dgm:prSet presAssocID="{776656AA-47B1-42C1-AB46-38007AA13548}" presName="connector1" presStyleLbl="sibTrans2D1" presStyleIdx="0" presStyleCnt="3" custLinFactNeighborX="-301" custLinFactNeighborY="-301"/>
      <dgm:spPr/>
    </dgm:pt>
    <dgm:pt modelId="{AA307A53-F6E7-4ABE-9CB5-FC026D20407D}" type="pres">
      <dgm:prSet presAssocID="{26F578EF-2C23-419D-AD25-BD9AC4C6B7A7}" presName="connector2" presStyleLbl="sibTrans2D1" presStyleIdx="1" presStyleCnt="3"/>
      <dgm:spPr/>
    </dgm:pt>
    <dgm:pt modelId="{1468D5E5-436D-43DD-96B9-4F123C8E738E}" type="pres">
      <dgm:prSet presAssocID="{CF07DB69-0515-43B5-B4A4-99C0DECB8C57}" presName="connector3" presStyleLbl="sibTrans2D1" presStyleIdx="2" presStyleCnt="3"/>
      <dgm:spPr/>
    </dgm:pt>
  </dgm:ptLst>
  <dgm:cxnLst>
    <dgm:cxn modelId="{3EF12CA8-F60B-493D-B8CD-A44AE9A787BB}" srcId="{FE96A38B-7FD1-4C6E-AF91-47D2D7936F63}" destId="{4EB6EFB4-09C9-490A-8D8B-4C5970F2F63A}" srcOrd="0" destOrd="0" parTransId="{F92CEEB8-CE74-4C88-BD84-CBD0CD7E26AB}" sibTransId="{776656AA-47B1-42C1-AB46-38007AA13548}"/>
    <dgm:cxn modelId="{75FDCFF2-5320-43D9-9838-9276CD99A41B}" srcId="{FE96A38B-7FD1-4C6E-AF91-47D2D7936F63}" destId="{CF8F5F20-CECE-46E7-9EE6-6645F43C2FF9}" srcOrd="1" destOrd="0" parTransId="{F3F1BDD1-5A3C-49AA-8473-37A7D044A768}" sibTransId="{26F578EF-2C23-419D-AD25-BD9AC4C6B7A7}"/>
    <dgm:cxn modelId="{BFF34805-AE92-4896-B4A4-3951358786A0}" srcId="{FE96A38B-7FD1-4C6E-AF91-47D2D7936F63}" destId="{EA331B83-F5F7-406B-B371-C3DB574C5D8A}" srcOrd="2" destOrd="0" parTransId="{0BF63331-7EE6-488E-9B39-8D876DB0AA12}" sibTransId="{CF07DB69-0515-43B5-B4A4-99C0DECB8C57}"/>
    <dgm:cxn modelId="{F998C287-5D47-4580-A397-4CACE9962A17}" type="presOf" srcId="{FE96A38B-7FD1-4C6E-AF91-47D2D7936F63}" destId="{A004EED9-A3B0-4F0D-A153-BEC578B06A2A}" srcOrd="0" destOrd="0" presId="urn:microsoft.com/office/officeart/2005/8/layout/gear1#1"/>
    <dgm:cxn modelId="{9B837B2B-329E-421D-AFC9-8AFC8B0F6875}" type="presParOf" srcId="{A004EED9-A3B0-4F0D-A153-BEC578B06A2A}" destId="{54FD8BAD-1135-4613-87A3-BE76665EB269}" srcOrd="0" destOrd="0" presId="urn:microsoft.com/office/officeart/2005/8/layout/gear1#1"/>
    <dgm:cxn modelId="{8B737823-C030-4829-AF06-C294CB24725F}" type="presOf" srcId="{4EB6EFB4-09C9-490A-8D8B-4C5970F2F63A}" destId="{54FD8BAD-1135-4613-87A3-BE76665EB269}" srcOrd="0" destOrd="0" presId="urn:microsoft.com/office/officeart/2005/8/layout/gear1#1"/>
    <dgm:cxn modelId="{1E10E1A7-8FAC-43F6-AA14-C2E919B97429}" type="presParOf" srcId="{A004EED9-A3B0-4F0D-A153-BEC578B06A2A}" destId="{717A6A4C-E784-408B-B8D4-2AEF4EC75E73}" srcOrd="1" destOrd="0" presId="urn:microsoft.com/office/officeart/2005/8/layout/gear1#1"/>
    <dgm:cxn modelId="{571B56F6-A352-43A5-96EE-BAC91251AEA6}" type="presOf" srcId="{4EB6EFB4-09C9-490A-8D8B-4C5970F2F63A}" destId="{717A6A4C-E784-408B-B8D4-2AEF4EC75E73}" srcOrd="0" destOrd="0" presId="urn:microsoft.com/office/officeart/2005/8/layout/gear1#1"/>
    <dgm:cxn modelId="{2BF59772-8A72-4945-A4B1-943099A1FC60}" type="presParOf" srcId="{A004EED9-A3B0-4F0D-A153-BEC578B06A2A}" destId="{36937AB2-A65A-4700-9FEC-C005FF0DDA2A}" srcOrd="2" destOrd="0" presId="urn:microsoft.com/office/officeart/2005/8/layout/gear1#1"/>
    <dgm:cxn modelId="{D7657F5A-D5B2-4F38-A24A-E745AAB55053}" type="presOf" srcId="{4EB6EFB4-09C9-490A-8D8B-4C5970F2F63A}" destId="{36937AB2-A65A-4700-9FEC-C005FF0DDA2A}" srcOrd="0" destOrd="0" presId="urn:microsoft.com/office/officeart/2005/8/layout/gear1#1"/>
    <dgm:cxn modelId="{796C01F5-6F72-4270-8025-323CD38BD92B}" type="presParOf" srcId="{A004EED9-A3B0-4F0D-A153-BEC578B06A2A}" destId="{16E9D1B9-5DBA-4767-A85F-3B0C55466D05}" srcOrd="3" destOrd="0" presId="urn:microsoft.com/office/officeart/2005/8/layout/gear1#1"/>
    <dgm:cxn modelId="{87DCA6C9-E1EA-4790-A638-62B195EA9BB7}" type="presOf" srcId="{CF8F5F20-CECE-46E7-9EE6-6645F43C2FF9}" destId="{16E9D1B9-5DBA-4767-A85F-3B0C55466D05}" srcOrd="0" destOrd="0" presId="urn:microsoft.com/office/officeart/2005/8/layout/gear1#1"/>
    <dgm:cxn modelId="{E8C3C3CB-78B9-48E6-B051-54B94755C3EF}" type="presParOf" srcId="{A004EED9-A3B0-4F0D-A153-BEC578B06A2A}" destId="{A18B5B3B-1C9E-4B72-92AD-E74BC14F15C7}" srcOrd="4" destOrd="0" presId="urn:microsoft.com/office/officeart/2005/8/layout/gear1#1"/>
    <dgm:cxn modelId="{7ED436AB-D617-49BC-B726-463759DCE3FF}" type="presOf" srcId="{CF8F5F20-CECE-46E7-9EE6-6645F43C2FF9}" destId="{A18B5B3B-1C9E-4B72-92AD-E74BC14F15C7}" srcOrd="0" destOrd="0" presId="urn:microsoft.com/office/officeart/2005/8/layout/gear1#1"/>
    <dgm:cxn modelId="{E22F90C0-B9EE-4A6D-8FB5-8D315C3530F7}" type="presParOf" srcId="{A004EED9-A3B0-4F0D-A153-BEC578B06A2A}" destId="{BC298451-54C3-4DDD-B62D-9EBCDA6DD117}" srcOrd="5" destOrd="0" presId="urn:microsoft.com/office/officeart/2005/8/layout/gear1#1"/>
    <dgm:cxn modelId="{A5ED77C3-446C-4B6A-A5BC-2EE52FBBDCFC}" type="presOf" srcId="{CF8F5F20-CECE-46E7-9EE6-6645F43C2FF9}" destId="{BC298451-54C3-4DDD-B62D-9EBCDA6DD117}" srcOrd="0" destOrd="0" presId="urn:microsoft.com/office/officeart/2005/8/layout/gear1#1"/>
    <dgm:cxn modelId="{E3CE9651-3484-4057-AC28-D9D443A97493}" type="presParOf" srcId="{A004EED9-A3B0-4F0D-A153-BEC578B06A2A}" destId="{CF6040E4-A8A6-40CC-9268-A2117D392717}" srcOrd="6" destOrd="0" presId="urn:microsoft.com/office/officeart/2005/8/layout/gear1#1"/>
    <dgm:cxn modelId="{8C5990E5-B579-4632-9DD0-2A9CA9DDB1FE}" type="presOf" srcId="{EA331B83-F5F7-406B-B371-C3DB574C5D8A}" destId="{CF6040E4-A8A6-40CC-9268-A2117D392717}" srcOrd="0" destOrd="0" presId="urn:microsoft.com/office/officeart/2005/8/layout/gear1#1"/>
    <dgm:cxn modelId="{C6136A8F-143C-434A-A9EB-E588E430EEC6}" type="presParOf" srcId="{A004EED9-A3B0-4F0D-A153-BEC578B06A2A}" destId="{AE2DE037-03F3-48A3-BA53-6104BC0102F1}" srcOrd="7" destOrd="0" presId="urn:microsoft.com/office/officeart/2005/8/layout/gear1#1"/>
    <dgm:cxn modelId="{DA3E28EA-03A3-46E7-B64F-C07EB9336C7D}" type="presOf" srcId="{EA331B83-F5F7-406B-B371-C3DB574C5D8A}" destId="{AE2DE037-03F3-48A3-BA53-6104BC0102F1}" srcOrd="1" destOrd="0" presId="urn:microsoft.com/office/officeart/2005/8/layout/gear1#1"/>
    <dgm:cxn modelId="{00559F09-A2FA-48F6-B111-3EB0932A8960}" type="presParOf" srcId="{A004EED9-A3B0-4F0D-A153-BEC578B06A2A}" destId="{2F9A8D98-93E9-447C-B1B1-89A07FECE221}" srcOrd="8" destOrd="0" presId="urn:microsoft.com/office/officeart/2005/8/layout/gear1#1"/>
    <dgm:cxn modelId="{3AD939EA-C8D5-4F3E-96B6-6CD85EA6CB25}" type="presOf" srcId="{EA331B83-F5F7-406B-B371-C3DB574C5D8A}" destId="{2F9A8D98-93E9-447C-B1B1-89A07FECE221}" srcOrd="0" destOrd="0" presId="urn:microsoft.com/office/officeart/2005/8/layout/gear1#1"/>
    <dgm:cxn modelId="{8B8DE11C-FAEA-4F5B-9885-2CF5508E86DE}" type="presParOf" srcId="{A004EED9-A3B0-4F0D-A153-BEC578B06A2A}" destId="{F362E05D-FFF9-4F1B-9B54-DA0A9690D14A}" srcOrd="9" destOrd="0" presId="urn:microsoft.com/office/officeart/2005/8/layout/gear1#1"/>
    <dgm:cxn modelId="{E568D752-1034-4FD3-AD20-8D0A70EFD53D}" type="presOf" srcId="{EA331B83-F5F7-406B-B371-C3DB574C5D8A}" destId="{F362E05D-FFF9-4F1B-9B54-DA0A9690D14A}" srcOrd="0" destOrd="0" presId="urn:microsoft.com/office/officeart/2005/8/layout/gear1#1"/>
    <dgm:cxn modelId="{006BBF26-10FF-470F-936B-67A9258965A9}" type="presParOf" srcId="{A004EED9-A3B0-4F0D-A153-BEC578B06A2A}" destId="{25A3236B-4684-4BC7-AE00-44009A0E29ED}" srcOrd="10" destOrd="0" presId="urn:microsoft.com/office/officeart/2005/8/layout/gear1#1"/>
    <dgm:cxn modelId="{0BA299D7-8939-4032-93CC-38C3A549EF51}" type="presOf" srcId="{776656AA-47B1-42C1-AB46-38007AA13548}" destId="{25A3236B-4684-4BC7-AE00-44009A0E29ED}" srcOrd="0" destOrd="0" presId="urn:microsoft.com/office/officeart/2005/8/layout/gear1#1"/>
    <dgm:cxn modelId="{A507E7F7-410B-4B0D-96FE-4F5983757989}" type="presParOf" srcId="{A004EED9-A3B0-4F0D-A153-BEC578B06A2A}" destId="{AA307A53-F6E7-4ABE-9CB5-FC026D20407D}" srcOrd="11" destOrd="0" presId="urn:microsoft.com/office/officeart/2005/8/layout/gear1#1"/>
    <dgm:cxn modelId="{4DEE88A6-8DBD-4B2C-BA7F-E090E6A800C4}" type="presOf" srcId="{26F578EF-2C23-419D-AD25-BD9AC4C6B7A7}" destId="{AA307A53-F6E7-4ABE-9CB5-FC026D20407D}" srcOrd="0" destOrd="0" presId="urn:microsoft.com/office/officeart/2005/8/layout/gear1#1"/>
    <dgm:cxn modelId="{31B7124D-0F3B-4F70-A26A-4661610BF3D0}" type="presParOf" srcId="{A004EED9-A3B0-4F0D-A153-BEC578B06A2A}" destId="{1468D5E5-436D-43DD-96B9-4F123C8E738E}" srcOrd="12" destOrd="0" presId="urn:microsoft.com/office/officeart/2005/8/layout/gear1#1"/>
    <dgm:cxn modelId="{D78AE56A-9FAD-43A4-814B-14CF4E3D3AF4}" type="presOf" srcId="{CF07DB69-0515-43B5-B4A4-99C0DECB8C57}" destId="{1468D5E5-436D-43DD-96B9-4F123C8E738E}" srcOrd="0" destOrd="0" presId="urn:microsoft.com/office/officeart/2005/8/layout/gear1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805390" cy="3805390"/>
        <a:chOff x="0" y="0"/>
        <a:chExt cx="3805390" cy="3805390"/>
      </a:xfrm>
    </dsp:grpSpPr>
    <dsp:sp modelId="{54FD8BAD-1135-4613-87A3-BE76665EB269}">
      <dsp:nvSpPr>
        <dsp:cNvPr id="3" name="形状 2"/>
        <dsp:cNvSpPr/>
      </dsp:nvSpPr>
      <dsp:spPr bwMode="white">
        <a:xfrm>
          <a:off x="1693756" y="2816917"/>
          <a:ext cx="2092965" cy="2092965"/>
        </a:xfrm>
        <a:prstGeom prst="gear9">
          <a:avLst/>
        </a:prstGeom>
        <a:solidFill>
          <a:schemeClr val="accent1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0640" tIns="40640" rIns="40640" bIns="4064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latin typeface="宋体" panose="02010600030101010101" pitchFamily="2" charset="-122"/>
              <a:ea typeface="宋体" panose="02010600030101010101" pitchFamily="2" charset="-122"/>
            </a:rPr>
            <a:t>步骤三</a:t>
          </a:r>
          <a:endParaRPr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693756" y="2816917"/>
        <a:ext cx="2092965" cy="2092965"/>
      </dsp:txXfrm>
    </dsp:sp>
    <dsp:sp modelId="{16E9D1B9-5DBA-4767-A85F-3B0C55466D05}">
      <dsp:nvSpPr>
        <dsp:cNvPr id="6" name="形状 5"/>
        <dsp:cNvSpPr/>
      </dsp:nvSpPr>
      <dsp:spPr bwMode="white">
        <a:xfrm>
          <a:off x="494701" y="2247560"/>
          <a:ext cx="1522156" cy="1522156"/>
        </a:xfrm>
        <a:prstGeom prst="gear6">
          <a:avLst/>
        </a:prstGeom>
        <a:solidFill>
          <a:schemeClr val="accent1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30480" rIns="30480" bIns="3048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>
              <a:latin typeface="宋体" panose="02010600030101010101" pitchFamily="2" charset="-122"/>
              <a:ea typeface="宋体" panose="02010600030101010101" pitchFamily="2" charset="-122"/>
            </a:rPr>
            <a:t>步骤二</a:t>
          </a:r>
          <a:endParaRPr sz="3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94701" y="2247560"/>
        <a:ext cx="1522156" cy="1522156"/>
      </dsp:txXfrm>
    </dsp:sp>
    <dsp:sp modelId="{CF6040E4-A8A6-40CC-9268-A2117D392717}">
      <dsp:nvSpPr>
        <dsp:cNvPr id="9" name="形状 8"/>
        <dsp:cNvSpPr/>
      </dsp:nvSpPr>
      <dsp:spPr bwMode="white">
        <a:xfrm rot="-900000">
          <a:off x="1347263" y="1197427"/>
          <a:ext cx="1491402" cy="1491402"/>
        </a:xfrm>
        <a:prstGeom prst="gear6">
          <a:avLst/>
        </a:prstGeom>
        <a:solidFill>
          <a:schemeClr val="accent1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30480" tIns="30480" rIns="30480" bIns="3048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>
              <a:latin typeface="宋体" panose="02010600030101010101" pitchFamily="2" charset="-122"/>
              <a:ea typeface="宋体" panose="02010600030101010101" pitchFamily="2" charset="-122"/>
            </a:rPr>
            <a:t>步骤一</a:t>
          </a:r>
          <a:endParaRPr sz="3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 rot="-900000">
        <a:off x="1347263" y="1197427"/>
        <a:ext cx="1491402" cy="1491402"/>
      </dsp:txXfrm>
    </dsp:sp>
    <dsp:sp modelId="{25A3236B-4684-4BC7-AE00-44009A0E29ED}">
      <dsp:nvSpPr>
        <dsp:cNvPr id="12" name="环形箭头 11"/>
        <dsp:cNvSpPr/>
      </dsp:nvSpPr>
      <dsp:spPr bwMode="white">
        <a:xfrm>
          <a:off x="1133721" y="2424450"/>
          <a:ext cx="2671669" cy="2671669"/>
        </a:xfrm>
        <a:prstGeom prst="circularArrow">
          <a:avLst>
            <a:gd name="adj1" fmla="val 5000"/>
            <a:gd name="adj2" fmla="val 360000"/>
            <a:gd name="adj3" fmla="val 2445283"/>
            <a:gd name="adj4" fmla="val 15882793"/>
            <a:gd name="adj5" fmla="val 5500"/>
          </a:avLst>
        </a:prstGeom>
        <a:solidFill>
          <a:schemeClr val="bg2">
            <a:lumMod val="90000"/>
          </a:schemeClr>
        </a:solidFill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133721" y="2424450"/>
        <a:ext cx="2671669" cy="2671669"/>
      </dsp:txXfrm>
    </dsp:sp>
    <dsp:sp modelId="{AA307A53-F6E7-4ABE-9CB5-FC026D20407D}">
      <dsp:nvSpPr>
        <dsp:cNvPr id="13" name="形状 12"/>
        <dsp:cNvSpPr/>
      </dsp:nvSpPr>
      <dsp:spPr bwMode="white">
        <a:xfrm>
          <a:off x="269082" y="1956386"/>
          <a:ext cx="1858552" cy="1858552"/>
        </a:xfrm>
        <a:prstGeom prst="leftCircularArrow">
          <a:avLst>
            <a:gd name="adj1" fmla="val 5000"/>
            <a:gd name="adj2" fmla="val -360000"/>
            <a:gd name="adj3" fmla="val 10419125"/>
            <a:gd name="adj4" fmla="val 14837806"/>
            <a:gd name="adj5" fmla="val 5500"/>
          </a:avLst>
        </a:prstGeom>
        <a:solidFill>
          <a:schemeClr val="bg2">
            <a:lumMod val="90000"/>
          </a:schemeClr>
        </a:solidFill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69082" y="1956386"/>
        <a:ext cx="1858552" cy="1858552"/>
      </dsp:txXfrm>
    </dsp:sp>
    <dsp:sp modelId="{1468D5E5-436D-43DD-96B9-4F123C8E738E}">
      <dsp:nvSpPr>
        <dsp:cNvPr id="14" name="环形箭头 13"/>
        <dsp:cNvSpPr/>
      </dsp:nvSpPr>
      <dsp:spPr bwMode="white">
        <a:xfrm>
          <a:off x="1037867" y="908004"/>
          <a:ext cx="2027512" cy="2027512"/>
        </a:xfrm>
        <a:prstGeom prst="circularArrow">
          <a:avLst>
            <a:gd name="adj1" fmla="val 5000"/>
            <a:gd name="adj2" fmla="val 360000"/>
            <a:gd name="adj3" fmla="val 13347948"/>
            <a:gd name="adj4" fmla="val 10508220"/>
            <a:gd name="adj5" fmla="val 5500"/>
          </a:avLst>
        </a:prstGeom>
        <a:solidFill>
          <a:schemeClr val="bg2">
            <a:lumMod val="90000"/>
          </a:schemeClr>
        </a:solidFill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37867" y="908004"/>
        <a:ext cx="2027512" cy="2027512"/>
      </dsp:txXfrm>
    </dsp:sp>
    <dsp:sp modelId="{717A6A4C-E784-408B-B8D4-2AEF4EC75E73}">
      <dsp:nvSpPr>
        <dsp:cNvPr id="4" name="矩形 3" hidden="1"/>
        <dsp:cNvSpPr/>
      </dsp:nvSpPr>
      <dsp:spPr>
        <a:xfrm>
          <a:off x="2739881" y="2551991"/>
          <a:ext cx="36000" cy="36000"/>
        </a:xfrm>
        <a:prstGeom prst="rect">
          <a:avLst/>
        </a:prstGeom>
      </dsp:spPr>
      <dsp:txXfrm>
        <a:off x="2739881" y="2551991"/>
        <a:ext cx="36000" cy="36000"/>
      </dsp:txXfrm>
    </dsp:sp>
    <dsp:sp modelId="{36937AB2-A65A-4700-9FEC-C005FF0DDA2A}">
      <dsp:nvSpPr>
        <dsp:cNvPr id="5" name="矩形 4" hidden="1"/>
        <dsp:cNvSpPr/>
      </dsp:nvSpPr>
      <dsp:spPr>
        <a:xfrm>
          <a:off x="3693282" y="4644956"/>
          <a:ext cx="36000" cy="36000"/>
        </a:xfrm>
        <a:prstGeom prst="rect">
          <a:avLst/>
        </a:prstGeom>
      </dsp:spPr>
      <dsp:txXfrm>
        <a:off x="3693282" y="4644956"/>
        <a:ext cx="36000" cy="36000"/>
      </dsp:txXfrm>
    </dsp:sp>
    <dsp:sp modelId="{A18B5B3B-1C9E-4B72-92AD-E74BC14F15C7}">
      <dsp:nvSpPr>
        <dsp:cNvPr id="7" name="矩形 6" hidden="1"/>
        <dsp:cNvSpPr/>
      </dsp:nvSpPr>
      <dsp:spPr>
        <a:xfrm>
          <a:off x="875240" y="2095344"/>
          <a:ext cx="36000" cy="36000"/>
        </a:xfrm>
        <a:prstGeom prst="rect">
          <a:avLst/>
        </a:prstGeom>
      </dsp:spPr>
      <dsp:txXfrm>
        <a:off x="875240" y="2095344"/>
        <a:ext cx="36000" cy="36000"/>
      </dsp:txXfrm>
    </dsp:sp>
    <dsp:sp modelId="{BC298451-54C3-4DDD-B62D-9EBCDA6DD117}">
      <dsp:nvSpPr>
        <dsp:cNvPr id="8" name="矩形 7" hidden="1"/>
        <dsp:cNvSpPr/>
      </dsp:nvSpPr>
      <dsp:spPr>
        <a:xfrm>
          <a:off x="380539" y="3046692"/>
          <a:ext cx="36000" cy="36000"/>
        </a:xfrm>
        <a:prstGeom prst="rect">
          <a:avLst/>
        </a:prstGeom>
      </dsp:spPr>
      <dsp:txXfrm>
        <a:off x="380539" y="3046692"/>
        <a:ext cx="36000" cy="36000"/>
      </dsp:txXfrm>
    </dsp:sp>
    <dsp:sp modelId="{2F9A8D98-93E9-447C-B1B1-89A07FECE221}">
      <dsp:nvSpPr>
        <dsp:cNvPr id="10" name="矩形 9" hidden="1"/>
        <dsp:cNvSpPr/>
      </dsp:nvSpPr>
      <dsp:spPr>
        <a:xfrm>
          <a:off x="1141617" y="1981183"/>
          <a:ext cx="36000" cy="36000"/>
        </a:xfrm>
        <a:prstGeom prst="rect">
          <a:avLst/>
        </a:prstGeom>
      </dsp:spPr>
      <dsp:txXfrm>
        <a:off x="1141617" y="1981183"/>
        <a:ext cx="36000" cy="36000"/>
      </dsp:txXfrm>
    </dsp:sp>
    <dsp:sp modelId="{F362E05D-FFF9-4F1B-9B54-DA0A9690D14A}">
      <dsp:nvSpPr>
        <dsp:cNvPr id="11" name="矩形 10" hidden="1"/>
        <dsp:cNvSpPr/>
      </dsp:nvSpPr>
      <dsp:spPr>
        <a:xfrm>
          <a:off x="1446048" y="1220105"/>
          <a:ext cx="36000" cy="36000"/>
        </a:xfrm>
        <a:prstGeom prst="rect">
          <a:avLst/>
        </a:prstGeom>
      </dsp:spPr>
      <dsp:txXfrm>
        <a:off x="1446048" y="1220105"/>
        <a:ext cx="36000" cy="3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#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type="gear6" r:blip="" rot="-15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srcNode" val="gear1srcNode"/>
          <dgm:param type="dstNode" val="gear1dstNode"/>
          <dgm:param type="connRout" val="curv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srcNode" val="gear2srcNode"/>
          <dgm:param type="dstNode" val="gear2dstNode"/>
          <dgm:param type="connRout" val="curv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srcNode" val="gear3srcNode"/>
          <dgm:param type="dstNode" val="gear3dstNode"/>
          <dgm:param type="connRout" val="curv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626F-3C3F-4015-BFA0-DB08E9CDE3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5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5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6D368-CBDF-4EC8-A09E-7865E2A2E2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8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1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2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4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4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7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1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1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2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2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3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image" Target="../media/image2.pn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4" Type="http://schemas.openxmlformats.org/officeDocument/2006/relationships/slideLayout" Target="../slideLayouts/slideLayout2.xml"/><Relationship Id="rId33" Type="http://schemas.openxmlformats.org/officeDocument/2006/relationships/image" Target="../media/image2.png"/><Relationship Id="rId32" Type="http://schemas.openxmlformats.org/officeDocument/2006/relationships/tags" Target="../tags/tag52.xml"/><Relationship Id="rId31" Type="http://schemas.openxmlformats.org/officeDocument/2006/relationships/tags" Target="../tags/tag51.xml"/><Relationship Id="rId30" Type="http://schemas.openxmlformats.org/officeDocument/2006/relationships/tags" Target="../tags/tag50.xml"/><Relationship Id="rId3" Type="http://schemas.openxmlformats.org/officeDocument/2006/relationships/tags" Target="../tags/tag26.xml"/><Relationship Id="rId29" Type="http://schemas.openxmlformats.org/officeDocument/2006/relationships/image" Target="../media/image8.png"/><Relationship Id="rId28" Type="http://schemas.openxmlformats.org/officeDocument/2006/relationships/tags" Target="../tags/tag49.xml"/><Relationship Id="rId27" Type="http://schemas.openxmlformats.org/officeDocument/2006/relationships/image" Target="../media/image7.png"/><Relationship Id="rId26" Type="http://schemas.openxmlformats.org/officeDocument/2006/relationships/tags" Target="../tags/tag48.xml"/><Relationship Id="rId25" Type="http://schemas.openxmlformats.org/officeDocument/2006/relationships/tags" Target="../tags/tag47.xml"/><Relationship Id="rId24" Type="http://schemas.openxmlformats.org/officeDocument/2006/relationships/tags" Target="../tags/tag46.xml"/><Relationship Id="rId23" Type="http://schemas.openxmlformats.org/officeDocument/2006/relationships/image" Target="../media/image6.png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image" Target="../media/image3.png"/><Relationship Id="rId4" Type="http://schemas.openxmlformats.org/officeDocument/2006/relationships/tags" Target="../tags/tag53.xml"/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2.png"/><Relationship Id="rId30" Type="http://schemas.openxmlformats.org/officeDocument/2006/relationships/image" Target="../media/image4.png"/><Relationship Id="rId3" Type="http://schemas.openxmlformats.org/officeDocument/2006/relationships/tags" Target="../tags/tag59.xml"/><Relationship Id="rId29" Type="http://schemas.openxmlformats.org/officeDocument/2006/relationships/tags" Target="../tags/tag85.xml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.png"/><Relationship Id="rId2" Type="http://schemas.openxmlformats.org/officeDocument/2006/relationships/tags" Target="../tags/tag87.xml"/><Relationship Id="rId19" Type="http://schemas.openxmlformats.org/officeDocument/2006/relationships/image" Target="../media/image4.png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6" Type="http://schemas.openxmlformats.org/officeDocument/2006/relationships/image" Target="../media/image4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.png"/><Relationship Id="rId31" Type="http://schemas.openxmlformats.org/officeDocument/2006/relationships/image" Target="../media/image12.png"/><Relationship Id="rId30" Type="http://schemas.openxmlformats.org/officeDocument/2006/relationships/tags" Target="../tags/tag130.xml"/><Relationship Id="rId3" Type="http://schemas.openxmlformats.org/officeDocument/2006/relationships/tags" Target="../tags/tag105.xml"/><Relationship Id="rId29" Type="http://schemas.openxmlformats.org/officeDocument/2006/relationships/tags" Target="../tags/tag129.xml"/><Relationship Id="rId28" Type="http://schemas.openxmlformats.org/officeDocument/2006/relationships/tags" Target="../tags/tag128.xml"/><Relationship Id="rId27" Type="http://schemas.openxmlformats.org/officeDocument/2006/relationships/image" Target="../media/image11.png"/><Relationship Id="rId26" Type="http://schemas.openxmlformats.org/officeDocument/2006/relationships/tags" Target="../tags/tag127.xml"/><Relationship Id="rId25" Type="http://schemas.openxmlformats.org/officeDocument/2006/relationships/tags" Target="../tags/tag126.xml"/><Relationship Id="rId24" Type="http://schemas.openxmlformats.org/officeDocument/2006/relationships/tags" Target="../tags/tag125.xml"/><Relationship Id="rId23" Type="http://schemas.openxmlformats.org/officeDocument/2006/relationships/image" Target="../media/image10.png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image" Target="../media/image4.png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tags" Target="../tags/tag13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6"/>
          <p:cNvGrpSpPr/>
          <p:nvPr/>
        </p:nvGrpSpPr>
        <p:grpSpPr>
          <a:xfrm>
            <a:off x="183" y="1280318"/>
            <a:ext cx="12191635" cy="4838898"/>
            <a:chOff x="-1" y="1609725"/>
            <a:chExt cx="12192002" cy="4243803"/>
          </a:xfrm>
        </p:grpSpPr>
        <p:pic>
          <p:nvPicPr>
            <p:cNvPr id="2097152" name="Picture 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2767" r="7205" b="57679"/>
            <a:stretch>
              <a:fillRect/>
            </a:stretch>
          </p:blipFill>
          <p:spPr bwMode="auto">
            <a:xfrm rot="10800000">
              <a:off x="-1" y="5218330"/>
              <a:ext cx="12192001" cy="63519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586" name="矩形 9"/>
            <p:cNvSpPr/>
            <p:nvPr/>
          </p:nvSpPr>
          <p:spPr>
            <a:xfrm>
              <a:off x="1" y="1609725"/>
              <a:ext cx="12192000" cy="36093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048587" name="文本框 12"/>
          <p:cNvSpPr txBox="1"/>
          <p:nvPr/>
        </p:nvSpPr>
        <p:spPr>
          <a:xfrm>
            <a:off x="3827775" y="2147176"/>
            <a:ext cx="4633359" cy="346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浙江大学</a:t>
            </a:r>
            <a:r>
              <a:rPr lang="en-US" altLang="zh-CN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XX</a:t>
            </a:r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课程</a:t>
            </a:r>
            <a:endParaRPr lang="zh-CN" altLang="en-US" sz="166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3827775" y="2519287"/>
            <a:ext cx="6564323" cy="102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90" b="1" dirty="0">
                <a:solidFill>
                  <a:schemeClr val="accent1">
                    <a:lumMod val="50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现代简约风</a:t>
            </a:r>
            <a:endParaRPr lang="zh-CN" altLang="en-US" sz="6090" b="1" dirty="0">
              <a:solidFill>
                <a:schemeClr val="accent1">
                  <a:lumMod val="50000"/>
                </a:schemeClr>
              </a:solidFill>
              <a:latin typeface="汉仪雅酷黑-85J" panose="00020600040101010101" charset="-122"/>
              <a:ea typeface="汉仪雅酷黑-85J" panose="00020600040101010101" charset="-122"/>
            </a:endParaRPr>
          </a:p>
        </p:txBody>
      </p:sp>
      <p:cxnSp>
        <p:nvCxnSpPr>
          <p:cNvPr id="3145728" name="直接连接符 14"/>
          <p:cNvCxnSpPr/>
          <p:nvPr/>
        </p:nvCxnSpPr>
        <p:spPr>
          <a:xfrm flipH="1">
            <a:off x="3827776" y="3669716"/>
            <a:ext cx="60166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文本框 25"/>
          <p:cNvSpPr txBox="1"/>
          <p:nvPr/>
        </p:nvSpPr>
        <p:spPr>
          <a:xfrm>
            <a:off x="3827775" y="3795537"/>
            <a:ext cx="5591776" cy="856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组员：</a:t>
            </a:r>
            <a:r>
              <a:rPr lang="en-US" altLang="zh-CN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XXXXXXXX</a:t>
            </a:r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展示：</a:t>
            </a:r>
            <a:r>
              <a:rPr lang="en-US" altLang="zh-CN" sz="166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XXX</a:t>
            </a:r>
            <a:endParaRPr lang="zh-CN" altLang="en-US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8590" name="文本框 27"/>
          <p:cNvSpPr txBox="1"/>
          <p:nvPr/>
        </p:nvSpPr>
        <p:spPr>
          <a:xfrm>
            <a:off x="9844407" y="5959409"/>
            <a:ext cx="2472302" cy="346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" b="1" dirty="0">
                <a:solidFill>
                  <a:schemeClr val="bg2">
                    <a:lumMod val="50000"/>
                  </a:schemeClr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2024</a:t>
            </a:r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年</a:t>
            </a:r>
            <a:r>
              <a:rPr lang="en-US" altLang="zh-CN" sz="1660" b="1" dirty="0">
                <a:solidFill>
                  <a:schemeClr val="bg2">
                    <a:lumMod val="50000"/>
                  </a:schemeClr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X</a:t>
            </a:r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月</a:t>
            </a:r>
            <a:r>
              <a:rPr lang="en-US" altLang="zh-CN" sz="1660" b="1" dirty="0">
                <a:solidFill>
                  <a:schemeClr val="bg2">
                    <a:lumMod val="50000"/>
                  </a:schemeClr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X</a:t>
            </a:r>
            <a:r>
              <a:rPr lang="zh-CN" altLang="en-US" sz="1660" b="1" dirty="0">
                <a:solidFill>
                  <a:schemeClr val="bg2">
                    <a:lumMod val="50000"/>
                  </a:schemeClr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日</a:t>
            </a:r>
            <a:endParaRPr lang="zh-CN" altLang="en-US" sz="1660" b="1" dirty="0">
              <a:solidFill>
                <a:schemeClr val="bg2">
                  <a:lumMod val="50000"/>
                </a:schemeClr>
              </a:solidFill>
              <a:latin typeface="HYXuanSong 75J" panose="00020600040101010101" charset="-122"/>
              <a:ea typeface="HYXuanSong 75J" panose="00020600040101010101" charset="-122"/>
              <a:cs typeface="HYXuanSong 75J" panose="00020600040101010101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  <p:pic>
        <p:nvPicPr>
          <p:cNvPr id="2097157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0177" b="10177"/>
          <a:stretch>
            <a:fillRect/>
          </a:stretch>
        </p:blipFill>
        <p:spPr>
          <a:xfrm>
            <a:off x="210820" y="1520825"/>
            <a:ext cx="3478530" cy="357505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14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53" descr="C:/Users/hugq/Desktop/图片2.png图片2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215" b="8215"/>
          <a:stretch>
            <a:fillRect/>
          </a:stretch>
        </p:blipFill>
        <p:spPr>
          <a:xfrm>
            <a:off x="3750945" y="-632460"/>
            <a:ext cx="5619115" cy="4364355"/>
          </a:xfrm>
          <a:prstGeom prst="rect">
            <a:avLst/>
          </a:prstGeom>
          <a:effectLst>
            <a:outerShdw blurRad="215900" dist="203200" dir="20940000" sx="99000" sy="99000" algn="ctr" rotWithShape="0">
              <a:srgbClr val="000000">
                <a:alpha val="17000"/>
              </a:srgbClr>
            </a:outerShdw>
          </a:effectLst>
        </p:spPr>
      </p:pic>
      <p:grpSp>
        <p:nvGrpSpPr>
          <p:cNvPr id="36" name="组合 27"/>
          <p:cNvGrpSpPr/>
          <p:nvPr/>
        </p:nvGrpSpPr>
        <p:grpSpPr>
          <a:xfrm>
            <a:off x="3269069" y="1347536"/>
            <a:ext cx="5461843" cy="0"/>
            <a:chOff x="-4071531" y="1026029"/>
            <a:chExt cx="5461843" cy="0"/>
          </a:xfrm>
          <a:solidFill>
            <a:schemeClr val="accent1"/>
          </a:solidFill>
        </p:grpSpPr>
        <p:cxnSp>
          <p:nvCxnSpPr>
            <p:cNvPr id="3145729" name="直接连接符 29"/>
            <p:cNvCxnSpPr/>
            <p:nvPr/>
          </p:nvCxnSpPr>
          <p:spPr>
            <a:xfrm>
              <a:off x="-4071531" y="1026029"/>
              <a:ext cx="5461843" cy="0"/>
            </a:xfrm>
            <a:prstGeom prst="lin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0" name="直接连接符 30"/>
            <p:cNvCxnSpPr/>
            <p:nvPr/>
          </p:nvCxnSpPr>
          <p:spPr>
            <a:xfrm>
              <a:off x="-2127250" y="1026029"/>
              <a:ext cx="1618912" cy="0"/>
            </a:xfrm>
            <a:prstGeom prst="line">
              <a:avLst/>
            </a:prstGeom>
            <a:grpFill/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4" name="文本框 33"/>
          <p:cNvSpPr txBox="1"/>
          <p:nvPr/>
        </p:nvSpPr>
        <p:spPr>
          <a:xfrm>
            <a:off x="5104050" y="520235"/>
            <a:ext cx="21579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HYXuanSong 75J" panose="00020600040101010101" charset="-122"/>
              </a:rPr>
              <a:t>目</a:t>
            </a:r>
            <a:r>
              <a:rPr lang="zh-CN" altLang="en-US" sz="4400" b="1" dirty="0">
                <a:solidFill>
                  <a:srgbClr val="595959"/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    </a:t>
            </a:r>
            <a:r>
              <a:rPr lang="zh-CN" altLang="en-US" sz="4400" b="1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HYXuanSong 75J" panose="00020600040101010101" charset="-122"/>
              </a:rPr>
              <a:t>录</a:t>
            </a:r>
            <a:endParaRPr lang="zh-CN" altLang="en-US" sz="4400" b="1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HYXuanSong 75J" panose="00020600040101010101" charset="-122"/>
            </a:endParaRPr>
          </a:p>
        </p:txBody>
      </p:sp>
      <p:grpSp>
        <p:nvGrpSpPr>
          <p:cNvPr id="37" name="组合 108"/>
          <p:cNvGrpSpPr/>
          <p:nvPr>
            <p:custDataLst>
              <p:tags r:id="rId2"/>
            </p:custDataLst>
          </p:nvPr>
        </p:nvGrpSpPr>
        <p:grpSpPr>
          <a:xfrm>
            <a:off x="1446162" y="2133600"/>
            <a:ext cx="1423749" cy="3876305"/>
            <a:chOff x="1396734" y="2133600"/>
            <a:chExt cx="1423749" cy="3876305"/>
          </a:xfrm>
        </p:grpSpPr>
        <p:grpSp>
          <p:nvGrpSpPr>
            <p:cNvPr id="38" name="组合 3"/>
            <p:cNvGrpSpPr/>
            <p:nvPr/>
          </p:nvGrpSpPr>
          <p:grpSpPr>
            <a:xfrm>
              <a:off x="1396734" y="2133600"/>
              <a:ext cx="1423749" cy="3876305"/>
              <a:chOff x="3269069" y="1905000"/>
              <a:chExt cx="1423749" cy="3876305"/>
            </a:xfrm>
          </p:grpSpPr>
          <p:sp>
            <p:nvSpPr>
              <p:cNvPr id="1048595" name="矩形 9"/>
              <p:cNvSpPr/>
              <p:nvPr>
                <p:custDataLst>
                  <p:tags r:id="rId3"/>
                </p:custDataLst>
              </p:nvPr>
            </p:nvSpPr>
            <p:spPr>
              <a:xfrm>
                <a:off x="3269069" y="1905000"/>
                <a:ext cx="1423749" cy="3876305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accent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8596" name="文本框 4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755849" y="2659619"/>
                <a:ext cx="576562" cy="24301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900" b="1" dirty="0">
                    <a:solidFill>
                      <a:schemeClr val="accent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此处输入你的正文</a:t>
                </a:r>
                <a:endParaRPr lang="zh-CN" altLang="en-US" sz="19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48597" name="文本框 4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627022" y="2023675"/>
                <a:ext cx="668318" cy="7067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rgbClr val="595959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壹</a:t>
                </a:r>
                <a:endParaRPr lang="zh-CN" altLang="en-US" sz="4000" b="1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097157" name="图片 102" descr="C:/Users/hugq/Desktop/微信图片_20240302080713.png微信图片_2024030208071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t="10177" b="10177"/>
            <a:stretch>
              <a:fillRect/>
            </a:stretch>
          </p:blipFill>
          <p:spPr>
            <a:xfrm>
              <a:off x="1639939" y="5077460"/>
              <a:ext cx="876300" cy="900430"/>
            </a:xfrm>
            <a:prstGeom prst="rect">
              <a:avLst/>
            </a:prstGeom>
            <a:effectLst>
              <a:outerShdw blurRad="50800" dist="127000" dir="21540000" sx="98000" sy="98000" algn="ctr" rotWithShape="0">
                <a:schemeClr val="tx2">
                  <a:lumMod val="75000"/>
                  <a:alpha val="10000"/>
                </a:schemeClr>
              </a:outerShdw>
            </a:effectLst>
          </p:spPr>
        </p:pic>
      </p:grpSp>
      <p:grpSp>
        <p:nvGrpSpPr>
          <p:cNvPr id="40" name="组合 110"/>
          <p:cNvGrpSpPr/>
          <p:nvPr>
            <p:custDataLst>
              <p:tags r:id="rId8"/>
            </p:custDataLst>
          </p:nvPr>
        </p:nvGrpSpPr>
        <p:grpSpPr>
          <a:xfrm rot="0">
            <a:off x="4044950" y="2133600"/>
            <a:ext cx="1423670" cy="3876040"/>
            <a:chOff x="3269069" y="1905000"/>
            <a:chExt cx="1423749" cy="3876305"/>
          </a:xfrm>
        </p:grpSpPr>
        <p:sp>
          <p:nvSpPr>
            <p:cNvPr id="1048598" name="矩形 112"/>
            <p:cNvSpPr/>
            <p:nvPr>
              <p:custDataLst>
                <p:tags r:id="rId9"/>
              </p:custDataLst>
            </p:nvPr>
          </p:nvSpPr>
          <p:spPr>
            <a:xfrm>
              <a:off x="3269069" y="1905000"/>
              <a:ext cx="1423749" cy="3876305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9" name="文本框 113"/>
            <p:cNvSpPr txBox="1"/>
            <p:nvPr>
              <p:custDataLst>
                <p:tags r:id="rId10"/>
              </p:custDataLst>
            </p:nvPr>
          </p:nvSpPr>
          <p:spPr>
            <a:xfrm>
              <a:off x="3755849" y="2659619"/>
              <a:ext cx="576562" cy="2430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此处输入你的正文</a:t>
              </a:r>
              <a:endParaRPr lang="zh-CN" altLang="en-US" sz="19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600" name="文本框 114"/>
            <p:cNvSpPr txBox="1"/>
            <p:nvPr>
              <p:custDataLst>
                <p:tags r:id="rId11"/>
              </p:custDataLst>
            </p:nvPr>
          </p:nvSpPr>
          <p:spPr>
            <a:xfrm>
              <a:off x="3627022" y="2023675"/>
              <a:ext cx="668318" cy="706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贰</a:t>
              </a:r>
              <a:endParaRPr lang="zh-CN" altLang="en-US" sz="4000" b="1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2" name="组合 116"/>
          <p:cNvGrpSpPr/>
          <p:nvPr>
            <p:custDataLst>
              <p:tags r:id="rId12"/>
            </p:custDataLst>
          </p:nvPr>
        </p:nvGrpSpPr>
        <p:grpSpPr>
          <a:xfrm rot="0">
            <a:off x="6644005" y="2133600"/>
            <a:ext cx="1423670" cy="3876040"/>
            <a:chOff x="3269069" y="1905000"/>
            <a:chExt cx="1423749" cy="3876305"/>
          </a:xfrm>
        </p:grpSpPr>
        <p:sp>
          <p:nvSpPr>
            <p:cNvPr id="1048601" name="矩形 118"/>
            <p:cNvSpPr/>
            <p:nvPr>
              <p:custDataLst>
                <p:tags r:id="rId13"/>
              </p:custDataLst>
            </p:nvPr>
          </p:nvSpPr>
          <p:spPr>
            <a:xfrm>
              <a:off x="3269069" y="1905000"/>
              <a:ext cx="1423749" cy="3876305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602" name="文本框 119"/>
            <p:cNvSpPr txBox="1"/>
            <p:nvPr>
              <p:custDataLst>
                <p:tags r:id="rId14"/>
              </p:custDataLst>
            </p:nvPr>
          </p:nvSpPr>
          <p:spPr>
            <a:xfrm>
              <a:off x="3755849" y="2659619"/>
              <a:ext cx="576562" cy="2430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此处输入你的正文</a:t>
              </a:r>
              <a:endParaRPr lang="zh-CN" altLang="en-US" sz="19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603" name="文本框 120"/>
            <p:cNvSpPr txBox="1"/>
            <p:nvPr>
              <p:custDataLst>
                <p:tags r:id="rId15"/>
              </p:custDataLst>
            </p:nvPr>
          </p:nvSpPr>
          <p:spPr>
            <a:xfrm>
              <a:off x="3627022" y="2023675"/>
              <a:ext cx="668318" cy="706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叁</a:t>
              </a:r>
              <a:endParaRPr lang="zh-CN" altLang="en-US" sz="4000" b="1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4" name="组合 122"/>
          <p:cNvGrpSpPr/>
          <p:nvPr>
            <p:custDataLst>
              <p:tags r:id="rId16"/>
            </p:custDataLst>
          </p:nvPr>
        </p:nvGrpSpPr>
        <p:grpSpPr>
          <a:xfrm rot="0">
            <a:off x="9243060" y="2133600"/>
            <a:ext cx="1423670" cy="3876040"/>
            <a:chOff x="3269069" y="1905000"/>
            <a:chExt cx="1423749" cy="3876305"/>
          </a:xfrm>
        </p:grpSpPr>
        <p:sp>
          <p:nvSpPr>
            <p:cNvPr id="1048604" name="矩形 124"/>
            <p:cNvSpPr/>
            <p:nvPr>
              <p:custDataLst>
                <p:tags r:id="rId17"/>
              </p:custDataLst>
            </p:nvPr>
          </p:nvSpPr>
          <p:spPr>
            <a:xfrm>
              <a:off x="3269069" y="1905000"/>
              <a:ext cx="1423749" cy="3876305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605" name="文本框 125"/>
            <p:cNvSpPr txBox="1"/>
            <p:nvPr>
              <p:custDataLst>
                <p:tags r:id="rId18"/>
              </p:custDataLst>
            </p:nvPr>
          </p:nvSpPr>
          <p:spPr>
            <a:xfrm>
              <a:off x="3755849" y="2659619"/>
              <a:ext cx="576562" cy="2430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此处输入你的正文</a:t>
              </a:r>
              <a:endParaRPr lang="zh-CN" altLang="en-US" sz="19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606" name="文本框 126"/>
            <p:cNvSpPr txBox="1"/>
            <p:nvPr>
              <p:custDataLst>
                <p:tags r:id="rId19"/>
              </p:custDataLst>
            </p:nvPr>
          </p:nvSpPr>
          <p:spPr>
            <a:xfrm>
              <a:off x="3627022" y="2023675"/>
              <a:ext cx="668318" cy="706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肆</a:t>
              </a:r>
              <a:endParaRPr lang="zh-CN" altLang="en-US" sz="4000" b="1" dirty="0">
                <a:solidFill>
                  <a:srgbClr val="595959"/>
                </a:solidFill>
                <a:latin typeface="HYXuanSong 75J" panose="00020600040101010101" charset="-122"/>
                <a:ea typeface="HYXuanSong 75J" panose="00020600040101010101" charset="-122"/>
              </a:endParaRPr>
            </a:p>
          </p:txBody>
        </p:sp>
      </p:grpSp>
      <p:cxnSp>
        <p:nvCxnSpPr>
          <p:cNvPr id="3145731" name="肘形连接符 4"/>
          <p:cNvCxnSpPr/>
          <p:nvPr>
            <p:custDataLst>
              <p:tags r:id="rId20"/>
            </p:custDataLst>
          </p:nvPr>
        </p:nvCxnSpPr>
        <p:spPr>
          <a:xfrm>
            <a:off x="478657" y="4617025"/>
            <a:ext cx="3489231" cy="1869231"/>
          </a:xfrm>
          <a:prstGeom prst="bentConnector3">
            <a:avLst>
              <a:gd name="adj1" fmla="val 83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肘形连接符 2"/>
          <p:cNvCxnSpPr/>
          <p:nvPr>
            <p:custDataLst>
              <p:tags r:id="rId21"/>
            </p:custDataLst>
          </p:nvPr>
        </p:nvCxnSpPr>
        <p:spPr>
          <a:xfrm rot="10800000" flipV="1">
            <a:off x="8273869" y="4555241"/>
            <a:ext cx="3489231" cy="1869231"/>
          </a:xfrm>
          <a:prstGeom prst="bentConnector3">
            <a:avLst>
              <a:gd name="adj1" fmla="val -114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  <p:pic>
        <p:nvPicPr>
          <p:cNvPr id="3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7"/>
          <a:srcRect t="10177" b="10177"/>
          <a:stretch>
            <a:fillRect/>
          </a:stretch>
        </p:blipFill>
        <p:spPr>
          <a:xfrm>
            <a:off x="4301122" y="507746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  <p:pic>
        <p:nvPicPr>
          <p:cNvPr id="4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7"/>
          <a:srcRect t="10177" b="10177"/>
          <a:stretch>
            <a:fillRect/>
          </a:stretch>
        </p:blipFill>
        <p:spPr>
          <a:xfrm>
            <a:off x="6903352" y="505587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  <p:pic>
        <p:nvPicPr>
          <p:cNvPr id="5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7"/>
          <a:srcRect t="10177" b="10177"/>
          <a:stretch>
            <a:fillRect/>
          </a:stretch>
        </p:blipFill>
        <p:spPr>
          <a:xfrm>
            <a:off x="9496692" y="505587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4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4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任意多边形 3"/>
          <p:cNvSpPr/>
          <p:nvPr/>
        </p:nvSpPr>
        <p:spPr>
          <a:xfrm rot="16872204">
            <a:off x="1095680" y="2934035"/>
            <a:ext cx="2679375" cy="1489619"/>
          </a:xfrm>
          <a:custGeom>
            <a:avLst/>
            <a:gdLst>
              <a:gd name="connsiteX0" fmla="*/ 0 w 1010195"/>
              <a:gd name="connsiteY0" fmla="*/ 0 h 217714"/>
              <a:gd name="connsiteX1" fmla="*/ 8709 w 1010195"/>
              <a:gd name="connsiteY1" fmla="*/ 217714 h 217714"/>
              <a:gd name="connsiteX2" fmla="*/ 1010195 w 1010195"/>
              <a:gd name="connsiteY2" fmla="*/ 87086 h 217714"/>
              <a:gd name="connsiteX3" fmla="*/ 0 w 1010195"/>
              <a:gd name="connsiteY3" fmla="*/ 0 h 217714"/>
              <a:gd name="connsiteX0-1" fmla="*/ 0 w 1017338"/>
              <a:gd name="connsiteY0-2" fmla="*/ 0 h 217714"/>
              <a:gd name="connsiteX1-3" fmla="*/ 8709 w 1017338"/>
              <a:gd name="connsiteY1-4" fmla="*/ 217714 h 217714"/>
              <a:gd name="connsiteX2-5" fmla="*/ 1017338 w 1017338"/>
              <a:gd name="connsiteY2-6" fmla="*/ 87086 h 217714"/>
              <a:gd name="connsiteX3-7" fmla="*/ 0 w 1017338"/>
              <a:gd name="connsiteY3-8" fmla="*/ 0 h 217714"/>
              <a:gd name="connsiteX0-1-1" fmla="*/ 0 w 1017338"/>
              <a:gd name="connsiteY0-2-2" fmla="*/ 0 h 248457"/>
              <a:gd name="connsiteX1-3-3" fmla="*/ 98341 w 1017338"/>
              <a:gd name="connsiteY1-4-4" fmla="*/ 248457 h 248457"/>
              <a:gd name="connsiteX2-5-5" fmla="*/ 1017338 w 1017338"/>
              <a:gd name="connsiteY2-6-6" fmla="*/ 87086 h 248457"/>
              <a:gd name="connsiteX3-7-7" fmla="*/ 0 w 1017338"/>
              <a:gd name="connsiteY3-8-8" fmla="*/ 0 h 248457"/>
              <a:gd name="connsiteX0-9" fmla="*/ 0 w 1041847"/>
              <a:gd name="connsiteY0-10" fmla="*/ 0 h 264949"/>
              <a:gd name="connsiteX1-11" fmla="*/ 122850 w 1041847"/>
              <a:gd name="connsiteY1-12" fmla="*/ 264949 h 264949"/>
              <a:gd name="connsiteX2-13" fmla="*/ 1041847 w 1041847"/>
              <a:gd name="connsiteY2-14" fmla="*/ 103578 h 264949"/>
              <a:gd name="connsiteX3-15" fmla="*/ 0 w 1041847"/>
              <a:gd name="connsiteY3-16" fmla="*/ 0 h 264949"/>
              <a:gd name="connsiteX0-17" fmla="*/ 0 w 1041847"/>
              <a:gd name="connsiteY0-18" fmla="*/ 0 h 252106"/>
              <a:gd name="connsiteX1-19" fmla="*/ 188050 w 1041847"/>
              <a:gd name="connsiteY1-20" fmla="*/ 252106 h 252106"/>
              <a:gd name="connsiteX2-21" fmla="*/ 1041847 w 1041847"/>
              <a:gd name="connsiteY2-22" fmla="*/ 103578 h 252106"/>
              <a:gd name="connsiteX3-23" fmla="*/ 0 w 1041847"/>
              <a:gd name="connsiteY3-24" fmla="*/ 0 h 252106"/>
              <a:gd name="connsiteX0-25" fmla="*/ 0 w 1041847"/>
              <a:gd name="connsiteY0-26" fmla="*/ 0 h 269441"/>
              <a:gd name="connsiteX1-27" fmla="*/ 182425 w 1041847"/>
              <a:gd name="connsiteY1-28" fmla="*/ 269441 h 269441"/>
              <a:gd name="connsiteX2-29" fmla="*/ 1041847 w 1041847"/>
              <a:gd name="connsiteY2-30" fmla="*/ 103578 h 269441"/>
              <a:gd name="connsiteX3-31" fmla="*/ 0 w 1041847"/>
              <a:gd name="connsiteY3-32" fmla="*/ 0 h 26944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041847" h="269441">
                <a:moveTo>
                  <a:pt x="0" y="0"/>
                </a:moveTo>
                <a:lnTo>
                  <a:pt x="182425" y="269441"/>
                </a:lnTo>
                <a:lnTo>
                  <a:pt x="1041847" y="1035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9000"/>
                </a:schemeClr>
              </a:gs>
              <a:gs pos="22000">
                <a:schemeClr val="accent3">
                  <a:lumMod val="75000"/>
                </a:schemeClr>
              </a:gs>
              <a:gs pos="63000">
                <a:schemeClr val="bg2">
                  <a:lumMod val="2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08" name="任意多边形 5"/>
          <p:cNvSpPr/>
          <p:nvPr/>
        </p:nvSpPr>
        <p:spPr>
          <a:xfrm>
            <a:off x="9101921" y="4739894"/>
            <a:ext cx="1762818" cy="825844"/>
          </a:xfrm>
          <a:custGeom>
            <a:avLst/>
            <a:gdLst>
              <a:gd name="connsiteX0" fmla="*/ 0 w 1670050"/>
              <a:gd name="connsiteY0" fmla="*/ 666750 h 666750"/>
              <a:gd name="connsiteX1" fmla="*/ 139700 w 1670050"/>
              <a:gd name="connsiteY1" fmla="*/ 0 h 666750"/>
              <a:gd name="connsiteX2" fmla="*/ 1670050 w 1670050"/>
              <a:gd name="connsiteY2" fmla="*/ 12700 h 666750"/>
              <a:gd name="connsiteX3" fmla="*/ 0 w 1670050"/>
              <a:gd name="connsiteY3" fmla="*/ 666750 h 666750"/>
              <a:gd name="connsiteX0-1" fmla="*/ 0 w 1676400"/>
              <a:gd name="connsiteY0-2" fmla="*/ 666750 h 666750"/>
              <a:gd name="connsiteX1-3" fmla="*/ 139700 w 1676400"/>
              <a:gd name="connsiteY1-4" fmla="*/ 0 h 666750"/>
              <a:gd name="connsiteX2-5" fmla="*/ 1676400 w 1676400"/>
              <a:gd name="connsiteY2-6" fmla="*/ 38100 h 666750"/>
              <a:gd name="connsiteX3-7" fmla="*/ 0 w 1676400"/>
              <a:gd name="connsiteY3-8" fmla="*/ 666750 h 666750"/>
              <a:gd name="connsiteX0-9" fmla="*/ 0 w 1668780"/>
              <a:gd name="connsiteY0-10" fmla="*/ 666750 h 666750"/>
              <a:gd name="connsiteX1-11" fmla="*/ 139700 w 1668780"/>
              <a:gd name="connsiteY1-12" fmla="*/ 0 h 666750"/>
              <a:gd name="connsiteX2-13" fmla="*/ 1668780 w 1668780"/>
              <a:gd name="connsiteY2-14" fmla="*/ 22860 h 666750"/>
              <a:gd name="connsiteX3-15" fmla="*/ 0 w 1668780"/>
              <a:gd name="connsiteY3-16" fmla="*/ 666750 h 666750"/>
              <a:gd name="connsiteX0-1-1" fmla="*/ 0 w 1668780"/>
              <a:gd name="connsiteY0-2-2" fmla="*/ 666750 h 666750"/>
              <a:gd name="connsiteX1-3-3" fmla="*/ 139700 w 1668780"/>
              <a:gd name="connsiteY1-4-4" fmla="*/ 0 h 666750"/>
              <a:gd name="connsiteX2-5-5" fmla="*/ 1668780 w 1668780"/>
              <a:gd name="connsiteY2-6-6" fmla="*/ 83463 h 666750"/>
              <a:gd name="connsiteX3-7-7" fmla="*/ 0 w 1668780"/>
              <a:gd name="connsiteY3-8-8" fmla="*/ 666750 h 666750"/>
              <a:gd name="connsiteX0-9-9" fmla="*/ 0 w 1722808"/>
              <a:gd name="connsiteY0-10-10" fmla="*/ 681901 h 681901"/>
              <a:gd name="connsiteX1-11-11" fmla="*/ 193728 w 1722808"/>
              <a:gd name="connsiteY1-12-12" fmla="*/ 0 h 681901"/>
              <a:gd name="connsiteX2-13-13" fmla="*/ 1722808 w 1722808"/>
              <a:gd name="connsiteY2-14-14" fmla="*/ 83463 h 681901"/>
              <a:gd name="connsiteX3-15-15" fmla="*/ 0 w 1722808"/>
              <a:gd name="connsiteY3-16-16" fmla="*/ 681901 h 68190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722808" h="681901">
                <a:moveTo>
                  <a:pt x="0" y="681901"/>
                </a:moveTo>
                <a:lnTo>
                  <a:pt x="193728" y="0"/>
                </a:lnTo>
                <a:lnTo>
                  <a:pt x="1722808" y="83463"/>
                </a:lnTo>
                <a:lnTo>
                  <a:pt x="0" y="681901"/>
                </a:lnTo>
                <a:close/>
              </a:path>
            </a:pathLst>
          </a:custGeom>
          <a:gradFill>
            <a:gsLst>
              <a:gs pos="23000">
                <a:schemeClr val="bg2">
                  <a:lumMod val="25000"/>
                </a:schemeClr>
              </a:gs>
              <a:gs pos="62000">
                <a:schemeClr val="accent3">
                  <a:lumMod val="43000"/>
                </a:schemeClr>
              </a:gs>
              <a:gs pos="100000">
                <a:schemeClr val="accent3">
                  <a:lumMod val="7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09" name="任意多边形 4"/>
          <p:cNvSpPr/>
          <p:nvPr/>
        </p:nvSpPr>
        <p:spPr>
          <a:xfrm>
            <a:off x="1411354" y="2665244"/>
            <a:ext cx="9479512" cy="2182507"/>
          </a:xfrm>
          <a:custGeom>
            <a:avLst/>
            <a:gdLst>
              <a:gd name="connsiteX0" fmla="*/ 899160 w 6408420"/>
              <a:gd name="connsiteY0" fmla="*/ 0 h 2240280"/>
              <a:gd name="connsiteX1" fmla="*/ 6134100 w 6408420"/>
              <a:gd name="connsiteY1" fmla="*/ 15240 h 2240280"/>
              <a:gd name="connsiteX2" fmla="*/ 6408420 w 6408420"/>
              <a:gd name="connsiteY2" fmla="*/ 2240280 h 2240280"/>
              <a:gd name="connsiteX3" fmla="*/ 0 w 6408420"/>
              <a:gd name="connsiteY3" fmla="*/ 2240280 h 2240280"/>
              <a:gd name="connsiteX4" fmla="*/ 1013460 w 6408420"/>
              <a:gd name="connsiteY4" fmla="*/ 2095500 h 2240280"/>
              <a:gd name="connsiteX5" fmla="*/ 899160 w 6408420"/>
              <a:gd name="connsiteY5" fmla="*/ 0 h 2240280"/>
              <a:gd name="connsiteX0-1" fmla="*/ 892810 w 6402070"/>
              <a:gd name="connsiteY0-2" fmla="*/ 0 h 2240280"/>
              <a:gd name="connsiteX1-3" fmla="*/ 6127750 w 6402070"/>
              <a:gd name="connsiteY1-4" fmla="*/ 15240 h 2240280"/>
              <a:gd name="connsiteX2-5" fmla="*/ 6402070 w 6402070"/>
              <a:gd name="connsiteY2-6" fmla="*/ 2240280 h 2240280"/>
              <a:gd name="connsiteX3-7" fmla="*/ 0 w 6402070"/>
              <a:gd name="connsiteY3-8" fmla="*/ 2227580 h 2240280"/>
              <a:gd name="connsiteX4-9" fmla="*/ 1007110 w 6402070"/>
              <a:gd name="connsiteY4-10" fmla="*/ 2095500 h 2240280"/>
              <a:gd name="connsiteX5-11" fmla="*/ 892810 w 6402070"/>
              <a:gd name="connsiteY5-12" fmla="*/ 0 h 2240280"/>
              <a:gd name="connsiteX0-13" fmla="*/ 892810 w 6402070"/>
              <a:gd name="connsiteY0-14" fmla="*/ 0 h 2240280"/>
              <a:gd name="connsiteX1-15" fmla="*/ 6127750 w 6402070"/>
              <a:gd name="connsiteY1-16" fmla="*/ 15240 h 2240280"/>
              <a:gd name="connsiteX2-17" fmla="*/ 6402070 w 6402070"/>
              <a:gd name="connsiteY2-18" fmla="*/ 2240280 h 2240280"/>
              <a:gd name="connsiteX3-19" fmla="*/ 0 w 6402070"/>
              <a:gd name="connsiteY3-20" fmla="*/ 2227580 h 2240280"/>
              <a:gd name="connsiteX4-21" fmla="*/ 988060 w 6402070"/>
              <a:gd name="connsiteY4-22" fmla="*/ 2051050 h 2240280"/>
              <a:gd name="connsiteX5-23" fmla="*/ 892810 w 6402070"/>
              <a:gd name="connsiteY5-24" fmla="*/ 0 h 22402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402070" h="2240280">
                <a:moveTo>
                  <a:pt x="892810" y="0"/>
                </a:moveTo>
                <a:lnTo>
                  <a:pt x="6127750" y="15240"/>
                </a:lnTo>
                <a:lnTo>
                  <a:pt x="6402070" y="2240280"/>
                </a:lnTo>
                <a:lnTo>
                  <a:pt x="0" y="2227580"/>
                </a:lnTo>
                <a:lnTo>
                  <a:pt x="988060" y="2051050"/>
                </a:lnTo>
                <a:lnTo>
                  <a:pt x="89281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2159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6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Part</a:t>
            </a:r>
            <a:r>
              <a:rPr lang="en-US" altLang="zh-CN" sz="6645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1 </a:t>
            </a:r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主 标 题</a:t>
            </a:r>
            <a:endParaRPr lang="zh-CN" altLang="en-US" sz="6645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</a:endParaRPr>
          </a:p>
        </p:txBody>
      </p:sp>
      <p:sp>
        <p:nvSpPr>
          <p:cNvPr id="1048610" name="任意多边形 2"/>
          <p:cNvSpPr/>
          <p:nvPr/>
        </p:nvSpPr>
        <p:spPr>
          <a:xfrm>
            <a:off x="184" y="1776649"/>
            <a:ext cx="2893125" cy="2861146"/>
          </a:xfrm>
          <a:custGeom>
            <a:avLst/>
            <a:gdLst>
              <a:gd name="connsiteX0" fmla="*/ 0 w 2438400"/>
              <a:gd name="connsiteY0" fmla="*/ 0 h 2400300"/>
              <a:gd name="connsiteX1" fmla="*/ 2413000 w 2438400"/>
              <a:gd name="connsiteY1" fmla="*/ 139700 h 2400300"/>
              <a:gd name="connsiteX2" fmla="*/ 2438400 w 2438400"/>
              <a:gd name="connsiteY2" fmla="*/ 2400300 h 2400300"/>
              <a:gd name="connsiteX3" fmla="*/ 12700 w 2438400"/>
              <a:gd name="connsiteY3" fmla="*/ 2222500 h 2400300"/>
              <a:gd name="connsiteX4" fmla="*/ 0 w 2438400"/>
              <a:gd name="connsiteY4" fmla="*/ 0 h 2400300"/>
              <a:gd name="connsiteX0-1" fmla="*/ 9896 w 2448296"/>
              <a:gd name="connsiteY0-2" fmla="*/ 0 h 2400300"/>
              <a:gd name="connsiteX1-3" fmla="*/ 2422896 w 2448296"/>
              <a:gd name="connsiteY1-4" fmla="*/ 139700 h 2400300"/>
              <a:gd name="connsiteX2-5" fmla="*/ 2448296 w 2448296"/>
              <a:gd name="connsiteY2-6" fmla="*/ 2400300 h 2400300"/>
              <a:gd name="connsiteX3-7" fmla="*/ 659 w 2448296"/>
              <a:gd name="connsiteY3-8" fmla="*/ 2214986 h 2400300"/>
              <a:gd name="connsiteX4-9" fmla="*/ 9896 w 2448296"/>
              <a:gd name="connsiteY4-10" fmla="*/ 0 h 240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8296" h="2400300">
                <a:moveTo>
                  <a:pt x="9896" y="0"/>
                </a:moveTo>
                <a:lnTo>
                  <a:pt x="2422896" y="139700"/>
                </a:lnTo>
                <a:lnTo>
                  <a:pt x="2448296" y="2400300"/>
                </a:lnTo>
                <a:lnTo>
                  <a:pt x="659" y="2214986"/>
                </a:lnTo>
                <a:cubicBezTo>
                  <a:pt x="-3574" y="1478386"/>
                  <a:pt x="14129" y="749300"/>
                  <a:pt x="9896" y="0"/>
                </a:cubicBezTo>
                <a:close/>
              </a:path>
            </a:pathLst>
          </a:custGeom>
          <a:solidFill>
            <a:srgbClr val="AFABAB"/>
          </a:solidFill>
          <a:ln>
            <a:noFill/>
          </a:ln>
          <a:effectLst>
            <a:outerShdw blurRad="736600" dist="330200" dir="2400000" sx="95000" sy="95000" algn="l" rotWithShape="0">
              <a:schemeClr val="accent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11" name="任意多边形 6"/>
          <p:cNvSpPr/>
          <p:nvPr/>
        </p:nvSpPr>
        <p:spPr>
          <a:xfrm>
            <a:off x="9073112" y="2590534"/>
            <a:ext cx="3118706" cy="2975205"/>
          </a:xfrm>
          <a:custGeom>
            <a:avLst/>
            <a:gdLst>
              <a:gd name="connsiteX0" fmla="*/ 2997200 w 2997200"/>
              <a:gd name="connsiteY0" fmla="*/ 0 h 3028950"/>
              <a:gd name="connsiteX1" fmla="*/ 2997200 w 2997200"/>
              <a:gd name="connsiteY1" fmla="*/ 2540000 h 3028950"/>
              <a:gd name="connsiteX2" fmla="*/ 0 w 2997200"/>
              <a:gd name="connsiteY2" fmla="*/ 3028950 h 3028950"/>
              <a:gd name="connsiteX3" fmla="*/ 1676400 w 2997200"/>
              <a:gd name="connsiteY3" fmla="*/ 2362200 h 3028950"/>
              <a:gd name="connsiteX4" fmla="*/ 1536700 w 2997200"/>
              <a:gd name="connsiteY4" fmla="*/ 1460500 h 3028950"/>
              <a:gd name="connsiteX5" fmla="*/ 2997200 w 2997200"/>
              <a:gd name="connsiteY5" fmla="*/ 0 h 3028950"/>
              <a:gd name="connsiteX0-1" fmla="*/ 2997200 w 2997200"/>
              <a:gd name="connsiteY0-2" fmla="*/ 0 h 3028950"/>
              <a:gd name="connsiteX1-3" fmla="*/ 2997200 w 2997200"/>
              <a:gd name="connsiteY1-4" fmla="*/ 2540000 h 3028950"/>
              <a:gd name="connsiteX2-5" fmla="*/ 0 w 2997200"/>
              <a:gd name="connsiteY2-6" fmla="*/ 3028950 h 3028950"/>
              <a:gd name="connsiteX3-7" fmla="*/ 1644650 w 2997200"/>
              <a:gd name="connsiteY3-8" fmla="*/ 2362200 h 3028950"/>
              <a:gd name="connsiteX4-9" fmla="*/ 1536700 w 2997200"/>
              <a:gd name="connsiteY4-10" fmla="*/ 1460500 h 3028950"/>
              <a:gd name="connsiteX5-11" fmla="*/ 2997200 w 2997200"/>
              <a:gd name="connsiteY5-12" fmla="*/ 0 h 3028950"/>
              <a:gd name="connsiteX0-13" fmla="*/ 3009900 w 3009900"/>
              <a:gd name="connsiteY0-14" fmla="*/ 0 h 3028950"/>
              <a:gd name="connsiteX1-15" fmla="*/ 3009900 w 3009900"/>
              <a:gd name="connsiteY1-16" fmla="*/ 2540000 h 3028950"/>
              <a:gd name="connsiteX2-17" fmla="*/ 0 w 3009900"/>
              <a:gd name="connsiteY2-18" fmla="*/ 3028950 h 3028950"/>
              <a:gd name="connsiteX3-19" fmla="*/ 1657350 w 3009900"/>
              <a:gd name="connsiteY3-20" fmla="*/ 2362200 h 3028950"/>
              <a:gd name="connsiteX4-21" fmla="*/ 1549400 w 3009900"/>
              <a:gd name="connsiteY4-22" fmla="*/ 1460500 h 3028950"/>
              <a:gd name="connsiteX5-23" fmla="*/ 3009900 w 3009900"/>
              <a:gd name="connsiteY5-24" fmla="*/ 0 h 3028950"/>
              <a:gd name="connsiteX0-1-1" fmla="*/ 3009900 w 3009900"/>
              <a:gd name="connsiteY0-2-2" fmla="*/ 0 h 3028950"/>
              <a:gd name="connsiteX1-3-3" fmla="*/ 3009900 w 3009900"/>
              <a:gd name="connsiteY1-4-4" fmla="*/ 2540000 h 3028950"/>
              <a:gd name="connsiteX2-5-5" fmla="*/ 0 w 3009900"/>
              <a:gd name="connsiteY2-6-6" fmla="*/ 3028950 h 3028950"/>
              <a:gd name="connsiteX3-7-7" fmla="*/ 1657350 w 3009900"/>
              <a:gd name="connsiteY3-8-8" fmla="*/ 2362200 h 3028950"/>
              <a:gd name="connsiteX4-9-9" fmla="*/ 1469369 w 3009900"/>
              <a:gd name="connsiteY4-10-10" fmla="*/ 1382526 h 3028950"/>
              <a:gd name="connsiteX5-11-11" fmla="*/ 3009900 w 3009900"/>
              <a:gd name="connsiteY5-12-12" fmla="*/ 0 h 3028950"/>
              <a:gd name="connsiteX0-13-13" fmla="*/ 3009900 w 3009900"/>
              <a:gd name="connsiteY0-14-14" fmla="*/ 0 h 3028950"/>
              <a:gd name="connsiteX1-15-15" fmla="*/ 3009900 w 3009900"/>
              <a:gd name="connsiteY1-16-16" fmla="*/ 2540000 h 3028950"/>
              <a:gd name="connsiteX2-17-17" fmla="*/ 0 w 3009900"/>
              <a:gd name="connsiteY2-18-18" fmla="*/ 3028950 h 3028950"/>
              <a:gd name="connsiteX3-19-19" fmla="*/ 1621780 w 3009900"/>
              <a:gd name="connsiteY3-20-20" fmla="*/ 2274478 h 3028950"/>
              <a:gd name="connsiteX4-21-21" fmla="*/ 1469369 w 3009900"/>
              <a:gd name="connsiteY4-22-22" fmla="*/ 1382526 h 3028950"/>
              <a:gd name="connsiteX5-23-23" fmla="*/ 3009900 w 3009900"/>
              <a:gd name="connsiteY5-24-24" fmla="*/ 0 h 3028950"/>
              <a:gd name="connsiteX0-25" fmla="*/ 3009900 w 3009900"/>
              <a:gd name="connsiteY0-26" fmla="*/ 0 h 3028950"/>
              <a:gd name="connsiteX1-27" fmla="*/ 3009900 w 3009900"/>
              <a:gd name="connsiteY1-28" fmla="*/ 2540000 h 3028950"/>
              <a:gd name="connsiteX2-29" fmla="*/ 0 w 3009900"/>
              <a:gd name="connsiteY2-30" fmla="*/ 3028950 h 3028950"/>
              <a:gd name="connsiteX3-31" fmla="*/ 1621780 w 3009900"/>
              <a:gd name="connsiteY3-32" fmla="*/ 2209096 h 3028950"/>
              <a:gd name="connsiteX4-33" fmla="*/ 1469369 w 3009900"/>
              <a:gd name="connsiteY4-34" fmla="*/ 1382526 h 3028950"/>
              <a:gd name="connsiteX5-35" fmla="*/ 3009900 w 3009900"/>
              <a:gd name="connsiteY5-36" fmla="*/ 0 h 3028950"/>
              <a:gd name="connsiteX0-37" fmla="*/ 3009900 w 3009900"/>
              <a:gd name="connsiteY0-38" fmla="*/ 0 h 3028950"/>
              <a:gd name="connsiteX1-39" fmla="*/ 3009900 w 3009900"/>
              <a:gd name="connsiteY1-40" fmla="*/ 2540000 h 3028950"/>
              <a:gd name="connsiteX2-41" fmla="*/ 0 w 3009900"/>
              <a:gd name="connsiteY2-42" fmla="*/ 3028950 h 3028950"/>
              <a:gd name="connsiteX3-43" fmla="*/ 1621780 w 3009900"/>
              <a:gd name="connsiteY3-44" fmla="*/ 2209096 h 3028950"/>
              <a:gd name="connsiteX4-45" fmla="*/ 1576077 w 3009900"/>
              <a:gd name="connsiteY4-46" fmla="*/ 1354505 h 3028950"/>
              <a:gd name="connsiteX5-47" fmla="*/ 3009900 w 3009900"/>
              <a:gd name="connsiteY5-48" fmla="*/ 0 h 3028950"/>
              <a:gd name="connsiteX0-49" fmla="*/ 3009900 w 3009900"/>
              <a:gd name="connsiteY0-50" fmla="*/ 0 h 3028950"/>
              <a:gd name="connsiteX1-51" fmla="*/ 3009900 w 3009900"/>
              <a:gd name="connsiteY1-52" fmla="*/ 2540000 h 3028950"/>
              <a:gd name="connsiteX2-53" fmla="*/ 0 w 3009900"/>
              <a:gd name="connsiteY2-54" fmla="*/ 3028950 h 3028950"/>
              <a:gd name="connsiteX3-55" fmla="*/ 1755165 w 3009900"/>
              <a:gd name="connsiteY3-56" fmla="*/ 2405243 h 3028950"/>
              <a:gd name="connsiteX4-57" fmla="*/ 1576077 w 3009900"/>
              <a:gd name="connsiteY4-58" fmla="*/ 1354505 h 3028950"/>
              <a:gd name="connsiteX5-59" fmla="*/ 3009900 w 3009900"/>
              <a:gd name="connsiteY5-60" fmla="*/ 0 h 3028950"/>
              <a:gd name="connsiteX0-61" fmla="*/ 3009900 w 3009900"/>
              <a:gd name="connsiteY0-62" fmla="*/ 0 h 3028950"/>
              <a:gd name="connsiteX1-63" fmla="*/ 3009900 w 3009900"/>
              <a:gd name="connsiteY1-64" fmla="*/ 2540000 h 3028950"/>
              <a:gd name="connsiteX2-65" fmla="*/ 0 w 3009900"/>
              <a:gd name="connsiteY2-66" fmla="*/ 3028950 h 3028950"/>
              <a:gd name="connsiteX3-67" fmla="*/ 1719596 w 3009900"/>
              <a:gd name="connsiteY3-68" fmla="*/ 2302500 h 3028950"/>
              <a:gd name="connsiteX4-69" fmla="*/ 1576077 w 3009900"/>
              <a:gd name="connsiteY4-70" fmla="*/ 1354505 h 3028950"/>
              <a:gd name="connsiteX5-71" fmla="*/ 3009900 w 3009900"/>
              <a:gd name="connsiteY5-72" fmla="*/ 0 h 3028950"/>
              <a:gd name="connsiteX0-73" fmla="*/ 3009900 w 3009900"/>
              <a:gd name="connsiteY0-74" fmla="*/ 0 h 3028950"/>
              <a:gd name="connsiteX1-75" fmla="*/ 3009900 w 3009900"/>
              <a:gd name="connsiteY1-76" fmla="*/ 2540000 h 3028950"/>
              <a:gd name="connsiteX2-77" fmla="*/ 0 w 3009900"/>
              <a:gd name="connsiteY2-78" fmla="*/ 3028950 h 3028950"/>
              <a:gd name="connsiteX3-79" fmla="*/ 1719596 w 3009900"/>
              <a:gd name="connsiteY3-80" fmla="*/ 2302500 h 3028950"/>
              <a:gd name="connsiteX4-81" fmla="*/ 1549400 w 3009900"/>
              <a:gd name="connsiteY4-82" fmla="*/ 1382525 h 3028950"/>
              <a:gd name="connsiteX5-83" fmla="*/ 3009900 w 3009900"/>
              <a:gd name="connsiteY5-84" fmla="*/ 0 h 3028950"/>
              <a:gd name="connsiteX0-85" fmla="*/ 3009900 w 3009900"/>
              <a:gd name="connsiteY0-86" fmla="*/ 0 h 3028950"/>
              <a:gd name="connsiteX1-87" fmla="*/ 3009900 w 3009900"/>
              <a:gd name="connsiteY1-88" fmla="*/ 2540000 h 3028950"/>
              <a:gd name="connsiteX2-89" fmla="*/ 0 w 3009900"/>
              <a:gd name="connsiteY2-90" fmla="*/ 3028950 h 3028950"/>
              <a:gd name="connsiteX3-91" fmla="*/ 1675135 w 3009900"/>
              <a:gd name="connsiteY3-92" fmla="*/ 2302500 h 3028950"/>
              <a:gd name="connsiteX4-93" fmla="*/ 1549400 w 3009900"/>
              <a:gd name="connsiteY4-94" fmla="*/ 1382525 h 3028950"/>
              <a:gd name="connsiteX5-95" fmla="*/ 3009900 w 3009900"/>
              <a:gd name="connsiteY5-96" fmla="*/ 0 h 3028950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009900" h="3028950">
                <a:moveTo>
                  <a:pt x="3009900" y="0"/>
                </a:moveTo>
                <a:lnTo>
                  <a:pt x="3009900" y="2540000"/>
                </a:lnTo>
                <a:lnTo>
                  <a:pt x="0" y="3028950"/>
                </a:lnTo>
                <a:lnTo>
                  <a:pt x="1675135" y="2302500"/>
                </a:lnTo>
                <a:lnTo>
                  <a:pt x="1549400" y="1382525"/>
                </a:lnTo>
                <a:lnTo>
                  <a:pt x="300990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50000"/>
                </a:schemeClr>
              </a:gs>
              <a:gs pos="92000">
                <a:schemeClr val="accent1">
                  <a:lumMod val="7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46" name="组合 28"/>
          <p:cNvGrpSpPr/>
          <p:nvPr/>
        </p:nvGrpSpPr>
        <p:grpSpPr>
          <a:xfrm>
            <a:off x="8159431" y="3137094"/>
            <a:ext cx="1770381" cy="1397191"/>
            <a:chOff x="9140243" y="2607999"/>
            <a:chExt cx="1270623" cy="1440477"/>
          </a:xfrm>
        </p:grpSpPr>
        <p:grpSp>
          <p:nvGrpSpPr>
            <p:cNvPr id="47" name="组合 29"/>
            <p:cNvGrpSpPr/>
            <p:nvPr/>
          </p:nvGrpSpPr>
          <p:grpSpPr>
            <a:xfrm>
              <a:off x="9140243" y="2607999"/>
              <a:ext cx="1270623" cy="1071145"/>
              <a:chOff x="9140243" y="2649839"/>
              <a:chExt cx="1270623" cy="1071145"/>
            </a:xfrm>
          </p:grpSpPr>
          <p:sp>
            <p:nvSpPr>
              <p:cNvPr id="1048612" name="矩形 31"/>
              <p:cNvSpPr/>
              <p:nvPr/>
            </p:nvSpPr>
            <p:spPr>
              <a:xfrm>
                <a:off x="9140243" y="2649839"/>
                <a:ext cx="1270623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31623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1-1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613" name="矩形 32"/>
              <p:cNvSpPr/>
              <p:nvPr/>
            </p:nvSpPr>
            <p:spPr>
              <a:xfrm>
                <a:off x="9140243" y="3037021"/>
                <a:ext cx="1270623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1-2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614" name="矩形 33"/>
              <p:cNvSpPr/>
              <p:nvPr/>
            </p:nvSpPr>
            <p:spPr>
              <a:xfrm>
                <a:off x="9140243" y="3429000"/>
                <a:ext cx="1270623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1-3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1048615" name="矩形 30"/>
            <p:cNvSpPr/>
            <p:nvPr/>
          </p:nvSpPr>
          <p:spPr>
            <a:xfrm>
              <a:off x="9140243" y="3756492"/>
              <a:ext cx="1270623" cy="291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kumimoji="1" lang="en-US" altLang="zh-CN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1-4 </a:t>
              </a:r>
              <a:r>
                <a:rPr kumimoji="1"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此处输入你的正文</a:t>
              </a:r>
              <a:endParaRPr lang="zh-CN" altLang="en-US" sz="124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2097162" name="图片 7"/>
          <p:cNvPicPr>
            <a:picLocks noChangeAspect="1"/>
          </p:cNvPicPr>
          <p:nvPr/>
        </p:nvPicPr>
        <p:blipFill rotWithShape="1">
          <a:blip r:embed="rId1"/>
          <a:srcRect l="15806" t="13440" r="18511" b="11972"/>
          <a:stretch>
            <a:fillRect/>
          </a:stretch>
        </p:blipFill>
        <p:spPr>
          <a:xfrm>
            <a:off x="251950" y="2096308"/>
            <a:ext cx="2385019" cy="21547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04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4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7" grpId="0" animBg="1"/>
      <p:bldP spid="1048608" grpId="0" animBg="1"/>
      <p:bldP spid="1048609" grpId="0" animBg="1"/>
      <p:bldP spid="10486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3" name="直接连接符 67"/>
          <p:cNvCxnSpPr/>
          <p:nvPr>
            <p:custDataLst>
              <p:tags r:id="rId1"/>
            </p:custDataLst>
          </p:nvPr>
        </p:nvCxnSpPr>
        <p:spPr>
          <a:xfrm flipV="1">
            <a:off x="7999490" y="3673064"/>
            <a:ext cx="3075929" cy="1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直接连接符 66"/>
          <p:cNvCxnSpPr/>
          <p:nvPr>
            <p:custDataLst>
              <p:tags r:id="rId2"/>
            </p:custDataLst>
          </p:nvPr>
        </p:nvCxnSpPr>
        <p:spPr>
          <a:xfrm flipV="1">
            <a:off x="850596" y="3678171"/>
            <a:ext cx="3075929" cy="1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6" name="文本框 20"/>
          <p:cNvSpPr txBox="1"/>
          <p:nvPr>
            <p:custDataLst>
              <p:tags r:id="rId3"/>
            </p:custDataLst>
          </p:nvPr>
        </p:nvSpPr>
        <p:spPr>
          <a:xfrm>
            <a:off x="1505843" y="1993029"/>
            <a:ext cx="1295441" cy="275590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 algn="r"/>
            <a:r>
              <a:rPr lang="zh-CN" altLang="en-US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输入标题</a:t>
            </a:r>
            <a:endParaRPr lang="zh-CN" altLang="en-US" sz="1385" b="1" baseline="-30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17" name="文本框 21"/>
          <p:cNvSpPr txBox="1"/>
          <p:nvPr>
            <p:custDataLst>
              <p:tags r:id="rId4"/>
            </p:custDataLst>
          </p:nvPr>
        </p:nvSpPr>
        <p:spPr>
          <a:xfrm>
            <a:off x="677238" y="2249197"/>
            <a:ext cx="2560139" cy="1242060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18" name="文本框 22"/>
          <p:cNvSpPr txBox="1"/>
          <p:nvPr>
            <p:custDataLst>
              <p:tags r:id="rId5"/>
            </p:custDataLst>
          </p:nvPr>
        </p:nvSpPr>
        <p:spPr>
          <a:xfrm>
            <a:off x="2773948" y="1918548"/>
            <a:ext cx="463428" cy="394335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 algn="r"/>
            <a:r>
              <a:rPr lang="en-US" altLang="zh-CN" sz="3325" baseline="-3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01</a:t>
            </a:r>
            <a:endParaRPr lang="en-US" altLang="zh-CN" sz="3325" baseline="-30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19" name="文本框 23"/>
          <p:cNvSpPr txBox="1"/>
          <p:nvPr>
            <p:custDataLst>
              <p:tags r:id="rId6"/>
            </p:custDataLst>
          </p:nvPr>
        </p:nvSpPr>
        <p:spPr>
          <a:xfrm>
            <a:off x="1505843" y="4698479"/>
            <a:ext cx="1295441" cy="275590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 algn="r"/>
            <a:r>
              <a:rPr lang="zh-CN" altLang="en-US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输入标题</a:t>
            </a:r>
            <a:endParaRPr lang="zh-CN" altLang="en-US" sz="1385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20" name="文本框 24"/>
          <p:cNvSpPr txBox="1"/>
          <p:nvPr>
            <p:custDataLst>
              <p:tags r:id="rId7"/>
            </p:custDataLst>
          </p:nvPr>
        </p:nvSpPr>
        <p:spPr>
          <a:xfrm>
            <a:off x="677238" y="4954647"/>
            <a:ext cx="2560139" cy="1242060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21" name="文本框 25"/>
          <p:cNvSpPr txBox="1"/>
          <p:nvPr>
            <p:custDataLst>
              <p:tags r:id="rId8"/>
            </p:custDataLst>
          </p:nvPr>
        </p:nvSpPr>
        <p:spPr>
          <a:xfrm>
            <a:off x="2773948" y="4623998"/>
            <a:ext cx="463428" cy="394335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 algn="r"/>
            <a:r>
              <a:rPr lang="en-US" altLang="zh-CN" sz="3325" baseline="-3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lang="en-US" altLang="zh-CN" sz="3325" baseline="-30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22" name="文本框 26"/>
          <p:cNvSpPr txBox="1"/>
          <p:nvPr>
            <p:custDataLst>
              <p:tags r:id="rId9"/>
            </p:custDataLst>
          </p:nvPr>
        </p:nvSpPr>
        <p:spPr>
          <a:xfrm>
            <a:off x="8925123" y="1908820"/>
            <a:ext cx="1518337" cy="275590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r>
              <a:rPr lang="zh-CN" altLang="en-US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输入标题</a:t>
            </a:r>
            <a:endParaRPr lang="zh-CN" altLang="en-US" sz="1385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23" name="文本框 27"/>
          <p:cNvSpPr txBox="1"/>
          <p:nvPr>
            <p:custDataLst>
              <p:tags r:id="rId10"/>
            </p:custDataLst>
          </p:nvPr>
        </p:nvSpPr>
        <p:spPr>
          <a:xfrm>
            <a:off x="8463660" y="2168785"/>
            <a:ext cx="2565138" cy="1216025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  <a:endParaRPr lang="zh-CN" altLang="en-US" sz="124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24" name="文本框 28"/>
          <p:cNvSpPr txBox="1"/>
          <p:nvPr>
            <p:custDataLst>
              <p:tags r:id="rId11"/>
            </p:custDataLst>
          </p:nvPr>
        </p:nvSpPr>
        <p:spPr>
          <a:xfrm>
            <a:off x="8463660" y="1838133"/>
            <a:ext cx="463428" cy="394335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r>
              <a:rPr lang="en-US" altLang="zh-CN" sz="3325" baseline="-3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lang="en-US" altLang="zh-CN" sz="3325" baseline="-30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25" name="文本框 29"/>
          <p:cNvSpPr txBox="1"/>
          <p:nvPr>
            <p:custDataLst>
              <p:tags r:id="rId12"/>
            </p:custDataLst>
          </p:nvPr>
        </p:nvSpPr>
        <p:spPr>
          <a:xfrm>
            <a:off x="8925123" y="4685716"/>
            <a:ext cx="1518337" cy="275590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r>
              <a:rPr lang="zh-CN" altLang="en-US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输入标题</a:t>
            </a:r>
            <a:endParaRPr lang="zh-CN" altLang="en-US" sz="1385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626" name="文本框 30"/>
          <p:cNvSpPr txBox="1"/>
          <p:nvPr>
            <p:custDataLst>
              <p:tags r:id="rId13"/>
            </p:custDataLst>
          </p:nvPr>
        </p:nvSpPr>
        <p:spPr>
          <a:xfrm>
            <a:off x="8463660" y="4945681"/>
            <a:ext cx="2565138" cy="1216025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  <a:endParaRPr lang="zh-CN" altLang="en-US" sz="124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27" name="文本框 31"/>
          <p:cNvSpPr txBox="1"/>
          <p:nvPr>
            <p:custDataLst>
              <p:tags r:id="rId14"/>
            </p:custDataLst>
          </p:nvPr>
        </p:nvSpPr>
        <p:spPr>
          <a:xfrm>
            <a:off x="8463660" y="4615029"/>
            <a:ext cx="463428" cy="394335"/>
          </a:xfrm>
          <a:prstGeom prst="rect">
            <a:avLst/>
          </a:prstGeom>
          <a:noFill/>
        </p:spPr>
        <p:txBody>
          <a:bodyPr wrap="square" lIns="63301" tIns="31650" rIns="63301" bIns="31650" rtlCol="0">
            <a:spAutoFit/>
          </a:bodyPr>
          <a:lstStyle/>
          <a:p>
            <a:r>
              <a:rPr lang="en-US" altLang="zh-CN" sz="3325" baseline="-30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04</a:t>
            </a:r>
            <a:endParaRPr lang="en-US" altLang="zh-CN" sz="3325" baseline="-30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9" name="组合 3"/>
          <p:cNvGrpSpPr/>
          <p:nvPr>
            <p:custDataLst>
              <p:tags r:id="rId15"/>
            </p:custDataLst>
          </p:nvPr>
        </p:nvGrpSpPr>
        <p:grpSpPr>
          <a:xfrm>
            <a:off x="5045991" y="1402941"/>
            <a:ext cx="1742943" cy="1742941"/>
            <a:chOff x="4854966" y="1574162"/>
            <a:chExt cx="1897870" cy="1897870"/>
          </a:xfrm>
        </p:grpSpPr>
        <p:sp>
          <p:nvSpPr>
            <p:cNvPr id="1048628" name="泪滴形 4"/>
            <p:cNvSpPr/>
            <p:nvPr>
              <p:custDataLst>
                <p:tags r:id="rId16"/>
              </p:custDataLst>
            </p:nvPr>
          </p:nvSpPr>
          <p:spPr>
            <a:xfrm rot="8100000">
              <a:off x="4854966" y="1574162"/>
              <a:ext cx="1897870" cy="1897870"/>
            </a:xfrm>
            <a:prstGeom prst="teardrop">
              <a:avLst/>
            </a:prstGeom>
            <a:solidFill>
              <a:srgbClr val="0B4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25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50" name="组合 5"/>
            <p:cNvGrpSpPr>
              <a:grpSpLocks noChangeAspect="1"/>
            </p:cNvGrpSpPr>
            <p:nvPr/>
          </p:nvGrpSpPr>
          <p:grpSpPr>
            <a:xfrm>
              <a:off x="5635285" y="1758388"/>
              <a:ext cx="337232" cy="540000"/>
              <a:chOff x="8912226" y="6748292"/>
              <a:chExt cx="250825" cy="401638"/>
            </a:xfrm>
            <a:solidFill>
              <a:srgbClr val="9DA8B1"/>
            </a:solidFill>
          </p:grpSpPr>
          <p:sp>
            <p:nvSpPr>
              <p:cNvPr id="1048629" name="Freeform 550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8912226" y="6859417"/>
                <a:ext cx="250825" cy="290513"/>
              </a:xfrm>
              <a:custGeom>
                <a:avLst/>
                <a:gdLst>
                  <a:gd name="T0" fmla="*/ 180 w 180"/>
                  <a:gd name="T1" fmla="*/ 68 h 209"/>
                  <a:gd name="T2" fmla="*/ 180 w 180"/>
                  <a:gd name="T3" fmla="*/ 15 h 209"/>
                  <a:gd name="T4" fmla="*/ 156 w 180"/>
                  <a:gd name="T5" fmla="*/ 15 h 209"/>
                  <a:gd name="T6" fmla="*/ 156 w 180"/>
                  <a:gd name="T7" fmla="*/ 68 h 209"/>
                  <a:gd name="T8" fmla="*/ 92 w 180"/>
                  <a:gd name="T9" fmla="*/ 132 h 209"/>
                  <a:gd name="T10" fmla="*/ 91 w 180"/>
                  <a:gd name="T11" fmla="*/ 132 h 209"/>
                  <a:gd name="T12" fmla="*/ 90 w 180"/>
                  <a:gd name="T13" fmla="*/ 132 h 209"/>
                  <a:gd name="T14" fmla="*/ 90 w 180"/>
                  <a:gd name="T15" fmla="*/ 132 h 209"/>
                  <a:gd name="T16" fmla="*/ 89 w 180"/>
                  <a:gd name="T17" fmla="*/ 132 h 209"/>
                  <a:gd name="T18" fmla="*/ 24 w 180"/>
                  <a:gd name="T19" fmla="*/ 68 h 209"/>
                  <a:gd name="T20" fmla="*/ 24 w 180"/>
                  <a:gd name="T21" fmla="*/ 15 h 209"/>
                  <a:gd name="T22" fmla="*/ 0 w 180"/>
                  <a:gd name="T23" fmla="*/ 15 h 209"/>
                  <a:gd name="T24" fmla="*/ 0 w 180"/>
                  <a:gd name="T25" fmla="*/ 68 h 209"/>
                  <a:gd name="T26" fmla="*/ 76 w 180"/>
                  <a:gd name="T27" fmla="*/ 156 h 209"/>
                  <a:gd name="T28" fmla="*/ 76 w 180"/>
                  <a:gd name="T29" fmla="*/ 194 h 209"/>
                  <a:gd name="T30" fmla="*/ 22 w 180"/>
                  <a:gd name="T31" fmla="*/ 209 h 209"/>
                  <a:gd name="T32" fmla="*/ 159 w 180"/>
                  <a:gd name="T33" fmla="*/ 209 h 209"/>
                  <a:gd name="T34" fmla="*/ 104 w 180"/>
                  <a:gd name="T35" fmla="*/ 193 h 209"/>
                  <a:gd name="T36" fmla="*/ 104 w 180"/>
                  <a:gd name="T37" fmla="*/ 156 h 209"/>
                  <a:gd name="T38" fmla="*/ 180 w 180"/>
                  <a:gd name="T39" fmla="*/ 6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0" h="209">
                    <a:moveTo>
                      <a:pt x="180" y="68"/>
                    </a:moveTo>
                    <a:cubicBezTo>
                      <a:pt x="180" y="68"/>
                      <a:pt x="180" y="38"/>
                      <a:pt x="180" y="15"/>
                    </a:cubicBezTo>
                    <a:cubicBezTo>
                      <a:pt x="180" y="0"/>
                      <a:pt x="156" y="0"/>
                      <a:pt x="156" y="15"/>
                    </a:cubicBezTo>
                    <a:cubicBezTo>
                      <a:pt x="156" y="38"/>
                      <a:pt x="156" y="68"/>
                      <a:pt x="156" y="68"/>
                    </a:cubicBezTo>
                    <a:cubicBezTo>
                      <a:pt x="156" y="104"/>
                      <a:pt x="128" y="132"/>
                      <a:pt x="92" y="132"/>
                    </a:cubicBezTo>
                    <a:cubicBezTo>
                      <a:pt x="92" y="132"/>
                      <a:pt x="91" y="132"/>
                      <a:pt x="91" y="132"/>
                    </a:cubicBezTo>
                    <a:cubicBezTo>
                      <a:pt x="90" y="132"/>
                      <a:pt x="90" y="132"/>
                      <a:pt x="90" y="132"/>
                    </a:cubicBezTo>
                    <a:cubicBezTo>
                      <a:pt x="90" y="132"/>
                      <a:pt x="90" y="132"/>
                      <a:pt x="90" y="132"/>
                    </a:cubicBezTo>
                    <a:cubicBezTo>
                      <a:pt x="90" y="132"/>
                      <a:pt x="89" y="132"/>
                      <a:pt x="89" y="132"/>
                    </a:cubicBezTo>
                    <a:cubicBezTo>
                      <a:pt x="53" y="132"/>
                      <a:pt x="24" y="104"/>
                      <a:pt x="24" y="68"/>
                    </a:cubicBezTo>
                    <a:cubicBezTo>
                      <a:pt x="24" y="68"/>
                      <a:pt x="24" y="38"/>
                      <a:pt x="24" y="15"/>
                    </a:cubicBezTo>
                    <a:cubicBezTo>
                      <a:pt x="24" y="0"/>
                      <a:pt x="0" y="0"/>
                      <a:pt x="0" y="15"/>
                    </a:cubicBezTo>
                    <a:cubicBezTo>
                      <a:pt x="0" y="22"/>
                      <a:pt x="0" y="68"/>
                      <a:pt x="0" y="68"/>
                    </a:cubicBezTo>
                    <a:cubicBezTo>
                      <a:pt x="0" y="113"/>
                      <a:pt x="33" y="149"/>
                      <a:pt x="76" y="156"/>
                    </a:cubicBezTo>
                    <a:cubicBezTo>
                      <a:pt x="76" y="194"/>
                      <a:pt x="76" y="194"/>
                      <a:pt x="76" y="194"/>
                    </a:cubicBezTo>
                    <a:cubicBezTo>
                      <a:pt x="22" y="209"/>
                      <a:pt x="22" y="209"/>
                      <a:pt x="22" y="209"/>
                    </a:cubicBezTo>
                    <a:cubicBezTo>
                      <a:pt x="159" y="209"/>
                      <a:pt x="159" y="209"/>
                      <a:pt x="159" y="209"/>
                    </a:cubicBezTo>
                    <a:cubicBezTo>
                      <a:pt x="104" y="193"/>
                      <a:pt x="104" y="193"/>
                      <a:pt x="104" y="193"/>
                    </a:cubicBezTo>
                    <a:cubicBezTo>
                      <a:pt x="104" y="156"/>
                      <a:pt x="104" y="156"/>
                      <a:pt x="104" y="156"/>
                    </a:cubicBezTo>
                    <a:cubicBezTo>
                      <a:pt x="147" y="150"/>
                      <a:pt x="180" y="113"/>
                      <a:pt x="180" y="6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84406" tIns="42203" rIns="84406" bIns="42203" numCol="1" anchor="t" anchorCtr="0" compatLnSpc="1"/>
              <a:lstStyle/>
              <a:p>
                <a:endParaRPr lang="zh-CN" altLang="en-US" sz="1725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48630" name="Freeform 551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8977313" y="6748292"/>
                <a:ext cx="120650" cy="263525"/>
              </a:xfrm>
              <a:custGeom>
                <a:avLst/>
                <a:gdLst>
                  <a:gd name="T0" fmla="*/ 43 w 87"/>
                  <a:gd name="T1" fmla="*/ 190 h 190"/>
                  <a:gd name="T2" fmla="*/ 43 w 87"/>
                  <a:gd name="T3" fmla="*/ 190 h 190"/>
                  <a:gd name="T4" fmla="*/ 44 w 87"/>
                  <a:gd name="T5" fmla="*/ 190 h 190"/>
                  <a:gd name="T6" fmla="*/ 87 w 87"/>
                  <a:gd name="T7" fmla="*/ 147 h 190"/>
                  <a:gd name="T8" fmla="*/ 87 w 87"/>
                  <a:gd name="T9" fmla="*/ 43 h 190"/>
                  <a:gd name="T10" fmla="*/ 44 w 87"/>
                  <a:gd name="T11" fmla="*/ 0 h 190"/>
                  <a:gd name="T12" fmla="*/ 43 w 87"/>
                  <a:gd name="T13" fmla="*/ 0 h 190"/>
                  <a:gd name="T14" fmla="*/ 43 w 87"/>
                  <a:gd name="T15" fmla="*/ 0 h 190"/>
                  <a:gd name="T16" fmla="*/ 0 w 87"/>
                  <a:gd name="T17" fmla="*/ 43 h 190"/>
                  <a:gd name="T18" fmla="*/ 0 w 87"/>
                  <a:gd name="T19" fmla="*/ 147 h 190"/>
                  <a:gd name="T20" fmla="*/ 43 w 87"/>
                  <a:gd name="T21" fmla="*/ 19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190">
                    <a:moveTo>
                      <a:pt x="43" y="190"/>
                    </a:moveTo>
                    <a:cubicBezTo>
                      <a:pt x="43" y="190"/>
                      <a:pt x="43" y="190"/>
                      <a:pt x="43" y="190"/>
                    </a:cubicBezTo>
                    <a:cubicBezTo>
                      <a:pt x="44" y="190"/>
                      <a:pt x="44" y="190"/>
                      <a:pt x="44" y="190"/>
                    </a:cubicBezTo>
                    <a:cubicBezTo>
                      <a:pt x="68" y="190"/>
                      <a:pt x="87" y="171"/>
                      <a:pt x="87" y="147"/>
                    </a:cubicBezTo>
                    <a:cubicBezTo>
                      <a:pt x="87" y="43"/>
                      <a:pt x="87" y="43"/>
                      <a:pt x="87" y="43"/>
                    </a:cubicBezTo>
                    <a:cubicBezTo>
                      <a:pt x="87" y="19"/>
                      <a:pt x="68" y="0"/>
                      <a:pt x="44" y="0"/>
                    </a:cubicBezTo>
                    <a:cubicBezTo>
                      <a:pt x="44" y="0"/>
                      <a:pt x="44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71"/>
                      <a:pt x="19" y="190"/>
                      <a:pt x="43" y="19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84406" tIns="42203" rIns="84406" bIns="42203" numCol="1" anchor="t" anchorCtr="0" compatLnSpc="1"/>
              <a:lstStyle/>
              <a:p>
                <a:endParaRPr lang="zh-CN" altLang="en-US" sz="1725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48631" name="泪滴形 9"/>
          <p:cNvSpPr/>
          <p:nvPr>
            <p:custDataLst>
              <p:tags r:id="rId19"/>
            </p:custDataLst>
          </p:nvPr>
        </p:nvSpPr>
        <p:spPr>
          <a:xfrm rot="13500000" flipV="1">
            <a:off x="5007617" y="4127203"/>
            <a:ext cx="1742943" cy="1742943"/>
          </a:xfrm>
          <a:prstGeom prst="teardrop">
            <a:avLst/>
          </a:prstGeom>
          <a:solidFill>
            <a:srgbClr val="0B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2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1" name="组合 46"/>
          <p:cNvGrpSpPr/>
          <p:nvPr>
            <p:custDataLst>
              <p:tags r:id="rId20"/>
            </p:custDataLst>
          </p:nvPr>
        </p:nvGrpSpPr>
        <p:grpSpPr>
          <a:xfrm>
            <a:off x="6461664" y="2788082"/>
            <a:ext cx="1742943" cy="1742943"/>
            <a:chOff x="8911823" y="4107786"/>
            <a:chExt cx="1897871" cy="1897871"/>
          </a:xfrm>
        </p:grpSpPr>
        <p:sp>
          <p:nvSpPr>
            <p:cNvPr id="1048632" name="泪滴形 19"/>
            <p:cNvSpPr/>
            <p:nvPr>
              <p:custDataLst>
                <p:tags r:id="rId21"/>
              </p:custDataLst>
            </p:nvPr>
          </p:nvSpPr>
          <p:spPr>
            <a:xfrm rot="8100000" flipV="1">
              <a:off x="8911823" y="4107786"/>
              <a:ext cx="1897871" cy="1897871"/>
            </a:xfrm>
            <a:prstGeom prst="teardrop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2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097163" name="图片 3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10015894" y="4675662"/>
              <a:ext cx="653735" cy="653735"/>
            </a:xfrm>
            <a:prstGeom prst="rect">
              <a:avLst/>
            </a:prstGeom>
          </p:spPr>
        </p:pic>
      </p:grpSp>
      <p:grpSp>
        <p:nvGrpSpPr>
          <p:cNvPr id="52" name="组合 45"/>
          <p:cNvGrpSpPr/>
          <p:nvPr>
            <p:custDataLst>
              <p:tags r:id="rId24"/>
            </p:custDataLst>
          </p:nvPr>
        </p:nvGrpSpPr>
        <p:grpSpPr>
          <a:xfrm>
            <a:off x="3553571" y="2788082"/>
            <a:ext cx="1742943" cy="1742943"/>
            <a:chOff x="5745233" y="4107786"/>
            <a:chExt cx="1897871" cy="1897871"/>
          </a:xfrm>
          <a:solidFill>
            <a:srgbClr val="595959"/>
          </a:solidFill>
        </p:grpSpPr>
        <p:sp>
          <p:nvSpPr>
            <p:cNvPr id="1048633" name="泪滴形 15"/>
            <p:cNvSpPr/>
            <p:nvPr>
              <p:custDataLst>
                <p:tags r:id="rId25"/>
              </p:custDataLst>
            </p:nvPr>
          </p:nvSpPr>
          <p:spPr>
            <a:xfrm rot="13500000" flipH="1" flipV="1">
              <a:off x="5745233" y="4107786"/>
              <a:ext cx="1897871" cy="189787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2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097164" name="图片 41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5985417" y="4753623"/>
              <a:ext cx="588300" cy="588300"/>
            </a:xfrm>
            <a:prstGeom prst="rect">
              <a:avLst/>
            </a:prstGeom>
            <a:grpFill/>
          </p:spPr>
        </p:pic>
      </p:grpSp>
      <p:sp>
        <p:nvSpPr>
          <p:cNvPr id="1048634" name="矩形 50"/>
          <p:cNvSpPr/>
          <p:nvPr/>
        </p:nvSpPr>
        <p:spPr>
          <a:xfrm>
            <a:off x="5425402" y="4656743"/>
            <a:ext cx="902970" cy="297180"/>
          </a:xfrm>
          <a:prstGeom prst="rect">
            <a:avLst/>
          </a:prstGeom>
        </p:spPr>
        <p:txBody>
          <a:bodyPr wrap="none" lIns="63298" tIns="31650" rIns="63298" bIns="31650">
            <a:spAutoFit/>
          </a:bodyPr>
          <a:lstStyle/>
          <a:p>
            <a:r>
              <a:rPr lang="zh-CN" altLang="en-US" sz="1525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</a:t>
            </a:r>
            <a:endParaRPr lang="zh-CN" altLang="en-US" sz="1525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35" name="矩形 47"/>
          <p:cNvSpPr>
            <a:spLocks noChangeArrowheads="1"/>
          </p:cNvSpPr>
          <p:nvPr/>
        </p:nvSpPr>
        <p:spPr bwMode="auto">
          <a:xfrm>
            <a:off x="5435270" y="4898902"/>
            <a:ext cx="1007468" cy="558165"/>
          </a:xfrm>
          <a:prstGeom prst="rect">
            <a:avLst/>
          </a:prstGeom>
          <a:noFill/>
          <a:ln>
            <a:noFill/>
          </a:ln>
        </p:spPr>
        <p:txBody>
          <a:bodyPr wrap="square" lIns="63298" tIns="31650" rIns="63298" bIns="316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83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</a:t>
            </a:r>
            <a:endParaRPr lang="zh-CN" altLang="en-US" sz="83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36" name="矩形 54"/>
          <p:cNvSpPr/>
          <p:nvPr/>
        </p:nvSpPr>
        <p:spPr>
          <a:xfrm>
            <a:off x="5403861" y="2195879"/>
            <a:ext cx="902970" cy="297180"/>
          </a:xfrm>
          <a:prstGeom prst="rect">
            <a:avLst/>
          </a:prstGeom>
        </p:spPr>
        <p:txBody>
          <a:bodyPr wrap="none" lIns="63298" tIns="31650" rIns="63298" bIns="31650">
            <a:spAutoFit/>
          </a:bodyPr>
          <a:lstStyle/>
          <a:p>
            <a:r>
              <a:rPr lang="zh-CN" altLang="en-US" sz="1525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</a:t>
            </a:r>
            <a:endParaRPr lang="zh-CN" altLang="en-US" sz="1525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37" name="矩形 47"/>
          <p:cNvSpPr>
            <a:spLocks noChangeArrowheads="1"/>
          </p:cNvSpPr>
          <p:nvPr/>
        </p:nvSpPr>
        <p:spPr bwMode="auto">
          <a:xfrm>
            <a:off x="5413729" y="2438037"/>
            <a:ext cx="1007468" cy="558165"/>
          </a:xfrm>
          <a:prstGeom prst="rect">
            <a:avLst/>
          </a:prstGeom>
          <a:noFill/>
          <a:ln>
            <a:noFill/>
          </a:ln>
        </p:spPr>
        <p:txBody>
          <a:bodyPr wrap="square" lIns="63298" tIns="31650" rIns="63298" bIns="316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83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</a:t>
            </a:r>
            <a:endParaRPr lang="zh-CN" altLang="en-US" sz="83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38" name="矩形 56"/>
          <p:cNvSpPr/>
          <p:nvPr/>
        </p:nvSpPr>
        <p:spPr>
          <a:xfrm>
            <a:off x="4347780" y="3253238"/>
            <a:ext cx="902970" cy="297180"/>
          </a:xfrm>
          <a:prstGeom prst="rect">
            <a:avLst/>
          </a:prstGeom>
        </p:spPr>
        <p:txBody>
          <a:bodyPr wrap="none" lIns="63298" tIns="31650" rIns="63298" bIns="31650">
            <a:spAutoFit/>
          </a:bodyPr>
          <a:lstStyle/>
          <a:p>
            <a:r>
              <a:rPr lang="zh-CN" altLang="en-US" sz="1525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</a:t>
            </a:r>
            <a:endParaRPr lang="zh-CN" altLang="en-US" sz="1525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39" name="矩形 47"/>
          <p:cNvSpPr>
            <a:spLocks noChangeArrowheads="1"/>
          </p:cNvSpPr>
          <p:nvPr/>
        </p:nvSpPr>
        <p:spPr bwMode="auto">
          <a:xfrm>
            <a:off x="4357648" y="3495396"/>
            <a:ext cx="1007468" cy="558165"/>
          </a:xfrm>
          <a:prstGeom prst="rect">
            <a:avLst/>
          </a:prstGeom>
          <a:noFill/>
          <a:ln>
            <a:noFill/>
          </a:ln>
        </p:spPr>
        <p:txBody>
          <a:bodyPr wrap="square" lIns="63298" tIns="31650" rIns="63298" bIns="316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83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</a:t>
            </a:r>
            <a:endParaRPr lang="zh-CN" altLang="en-US" sz="83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640" name="矩形 58"/>
          <p:cNvSpPr/>
          <p:nvPr/>
        </p:nvSpPr>
        <p:spPr>
          <a:xfrm>
            <a:off x="6506790" y="3269784"/>
            <a:ext cx="902970" cy="297180"/>
          </a:xfrm>
          <a:prstGeom prst="rect">
            <a:avLst/>
          </a:prstGeom>
        </p:spPr>
        <p:txBody>
          <a:bodyPr wrap="none" lIns="63298" tIns="31650" rIns="63298" bIns="31650">
            <a:spAutoFit/>
          </a:bodyPr>
          <a:lstStyle/>
          <a:p>
            <a:r>
              <a:rPr lang="zh-CN" altLang="en-US" sz="1525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</a:t>
            </a:r>
            <a:endParaRPr lang="zh-CN" altLang="en-US" sz="1525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41" name="矩形 47"/>
          <p:cNvSpPr>
            <a:spLocks noChangeArrowheads="1"/>
          </p:cNvSpPr>
          <p:nvPr/>
        </p:nvSpPr>
        <p:spPr bwMode="auto">
          <a:xfrm>
            <a:off x="6516657" y="3511942"/>
            <a:ext cx="1007468" cy="558165"/>
          </a:xfrm>
          <a:prstGeom prst="rect">
            <a:avLst/>
          </a:prstGeom>
          <a:noFill/>
          <a:ln>
            <a:noFill/>
          </a:ln>
        </p:spPr>
        <p:txBody>
          <a:bodyPr wrap="square" lIns="63298" tIns="31650" rIns="63298" bIns="316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83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</a:t>
            </a:r>
            <a:endParaRPr lang="zh-CN" altLang="en-US" sz="83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097165" name="图片 6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5602156" y="4022174"/>
            <a:ext cx="562515" cy="562515"/>
          </a:xfrm>
          <a:prstGeom prst="rect">
            <a:avLst/>
          </a:prstGeom>
        </p:spPr>
      </p:pic>
      <p:grpSp>
        <p:nvGrpSpPr>
          <p:cNvPr id="53" name="组合 95"/>
          <p:cNvGrpSpPr/>
          <p:nvPr>
            <p:custDataLst>
              <p:tags r:id="rId30"/>
            </p:custDataLst>
          </p:nvPr>
        </p:nvGrpSpPr>
        <p:grpSpPr>
          <a:xfrm>
            <a:off x="3624778" y="1482889"/>
            <a:ext cx="4514032" cy="4343352"/>
            <a:chOff x="11119880" y="1136532"/>
            <a:chExt cx="917932" cy="950798"/>
          </a:xfrm>
        </p:grpSpPr>
        <p:cxnSp>
          <p:nvCxnSpPr>
            <p:cNvPr id="3145735" name="直接连接符 86"/>
            <p:cNvCxnSpPr/>
            <p:nvPr>
              <p:custDataLst>
                <p:tags r:id="rId31"/>
              </p:custDataLst>
            </p:nvPr>
          </p:nvCxnSpPr>
          <p:spPr>
            <a:xfrm>
              <a:off x="11119880" y="1143876"/>
              <a:ext cx="917932" cy="943454"/>
            </a:xfrm>
            <a:prstGeom prst="line">
              <a:avLst/>
            </a:prstGeom>
            <a:ln w="28575">
              <a:solidFill>
                <a:schemeClr val="accent1">
                  <a:alpha val="99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6" name="直接连接符 88"/>
            <p:cNvCxnSpPr/>
            <p:nvPr>
              <p:custDataLst>
                <p:tags r:id="rId32"/>
              </p:custDataLst>
            </p:nvPr>
          </p:nvCxnSpPr>
          <p:spPr>
            <a:xfrm flipH="1">
              <a:off x="11131227" y="1136532"/>
              <a:ext cx="899132" cy="950798"/>
            </a:xfrm>
            <a:prstGeom prst="line">
              <a:avLst/>
            </a:prstGeom>
            <a:ln w="28575">
              <a:solidFill>
                <a:schemeClr val="accent1">
                  <a:alpha val="99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50"/>
                                        <p:tgtEl>
                                          <p:spTgt spid="104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50"/>
                                        <p:tgtEl>
                                          <p:spTgt spid="104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300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50"/>
                                        <p:tgtEl>
                                          <p:spTgt spid="104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50"/>
                                        <p:tgtEl>
                                          <p:spTgt spid="10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104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104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0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104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104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50"/>
                                        <p:tgtEl>
                                          <p:spTgt spid="104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250"/>
                                        <p:tgtEl>
                                          <p:spTgt spid="104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5" dur="500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1" dur="500"/>
                                        <p:tgtEl>
                                          <p:spTgt spid="104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50"/>
                                        <p:tgtEl>
                                          <p:spTgt spid="104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6" grpId="0"/>
      <p:bldP spid="1048617" grpId="0"/>
      <p:bldP spid="1048618" grpId="0"/>
      <p:bldP spid="1048619" grpId="0"/>
      <p:bldP spid="1048620" grpId="0"/>
      <p:bldP spid="1048621" grpId="0"/>
      <p:bldP spid="1048622" grpId="0"/>
      <p:bldP spid="1048623" grpId="0"/>
      <p:bldP spid="1048624" grpId="0"/>
      <p:bldP spid="1048625" grpId="0"/>
      <p:bldP spid="1048626" grpId="0"/>
      <p:bldP spid="1048627" grpId="0"/>
      <p:bldP spid="1048634" grpId="0"/>
      <p:bldP spid="1048635" grpId="0"/>
      <p:bldP spid="1048636" grpId="0"/>
      <p:bldP spid="1048637" grpId="0"/>
      <p:bldP spid="1048638" grpId="0"/>
      <p:bldP spid="1048639" grpId="0"/>
      <p:bldP spid="1048640" grpId="0"/>
      <p:bldP spid="10486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14"/>
          <p:cNvGrpSpPr/>
          <p:nvPr/>
        </p:nvGrpSpPr>
        <p:grpSpPr>
          <a:xfrm>
            <a:off x="393647" y="1907809"/>
            <a:ext cx="4408696" cy="2402108"/>
            <a:chOff x="568336" y="1954060"/>
            <a:chExt cx="7911785" cy="4199352"/>
          </a:xfrm>
        </p:grpSpPr>
        <p:graphicFrame>
          <p:nvGraphicFramePr>
            <p:cNvPr id="4194304" name="图表 8"/>
            <p:cNvGraphicFramePr/>
            <p:nvPr/>
          </p:nvGraphicFramePr>
          <p:xfrm>
            <a:off x="929403" y="2204580"/>
            <a:ext cx="7337775" cy="387054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1048642" name="矩形 13"/>
            <p:cNvSpPr/>
            <p:nvPr/>
          </p:nvSpPr>
          <p:spPr>
            <a:xfrm>
              <a:off x="568336" y="1954060"/>
              <a:ext cx="7911785" cy="4199352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/>
            </a:p>
          </p:txBody>
        </p:sp>
      </p:grpSp>
      <p:grpSp>
        <p:nvGrpSpPr>
          <p:cNvPr id="56" name="组合 16"/>
          <p:cNvGrpSpPr/>
          <p:nvPr/>
        </p:nvGrpSpPr>
        <p:grpSpPr>
          <a:xfrm>
            <a:off x="6832605" y="4058433"/>
            <a:ext cx="4408696" cy="2402108"/>
            <a:chOff x="8805070" y="5148197"/>
            <a:chExt cx="8343062" cy="4504150"/>
          </a:xfrm>
        </p:grpSpPr>
        <p:graphicFrame>
          <p:nvGraphicFramePr>
            <p:cNvPr id="4194305" name="图表 11"/>
            <p:cNvGraphicFramePr/>
            <p:nvPr/>
          </p:nvGraphicFramePr>
          <p:xfrm>
            <a:off x="9042336" y="5298509"/>
            <a:ext cx="7955482" cy="4199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048643" name="矩形 15"/>
            <p:cNvSpPr/>
            <p:nvPr/>
          </p:nvSpPr>
          <p:spPr>
            <a:xfrm>
              <a:off x="8805070" y="5148197"/>
              <a:ext cx="8343062" cy="4504150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/>
            </a:p>
          </p:txBody>
        </p:sp>
      </p:grpSp>
      <p:grpSp>
        <p:nvGrpSpPr>
          <p:cNvPr id="57" name="组合 21"/>
          <p:cNvGrpSpPr/>
          <p:nvPr/>
        </p:nvGrpSpPr>
        <p:grpSpPr>
          <a:xfrm>
            <a:off x="7586949" y="3637398"/>
            <a:ext cx="3072562" cy="479069"/>
            <a:chOff x="11273425" y="5331881"/>
            <a:chExt cx="4684734" cy="666084"/>
          </a:xfrm>
        </p:grpSpPr>
        <p:sp>
          <p:nvSpPr>
            <p:cNvPr id="1048644" name="矩形 19"/>
            <p:cNvSpPr/>
            <p:nvPr/>
          </p:nvSpPr>
          <p:spPr>
            <a:xfrm>
              <a:off x="11273425" y="5331881"/>
              <a:ext cx="4684734" cy="666084"/>
            </a:xfrm>
            <a:prstGeom prst="rect">
              <a:avLst/>
            </a:prstGeom>
            <a:solidFill>
              <a:srgbClr val="0B418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 dirty="0">
                <a:latin typeface="HYXuanSong 75J" panose="00020600040101010101" charset="-122"/>
                <a:ea typeface="HYXuanSong 75J" panose="00020600040101010101" charset="-122"/>
              </a:endParaRPr>
            </a:p>
          </p:txBody>
        </p:sp>
        <p:sp>
          <p:nvSpPr>
            <p:cNvPr id="1048645" name="文本框 20"/>
            <p:cNvSpPr txBox="1"/>
            <p:nvPr/>
          </p:nvSpPr>
          <p:spPr>
            <a:xfrm>
              <a:off x="11492630" y="5409040"/>
              <a:ext cx="4246323" cy="543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940" b="1" dirty="0">
                  <a:solidFill>
                    <a:schemeClr val="bg2"/>
                  </a:solidFill>
                  <a:latin typeface="HYXuanSong 75J" panose="00020600040101010101" charset="-122"/>
                  <a:ea typeface="HYXuanSong 75J" panose="00020600040101010101" charset="-122"/>
                </a:rPr>
                <a:t>单击此处添加图表标题</a:t>
              </a:r>
              <a:endParaRPr lang="zh-CN" altLang="en-US" sz="1940" b="1" dirty="0">
                <a:solidFill>
                  <a:schemeClr val="bg2"/>
                </a:solidFill>
                <a:latin typeface="HYXuanSong 75J" panose="00020600040101010101" charset="-122"/>
                <a:ea typeface="HYXuanSong 75J" panose="00020600040101010101" charset="-122"/>
              </a:endParaRPr>
            </a:p>
          </p:txBody>
        </p:sp>
      </p:grpSp>
      <p:grpSp>
        <p:nvGrpSpPr>
          <p:cNvPr id="58" name="组合 22"/>
          <p:cNvGrpSpPr/>
          <p:nvPr/>
        </p:nvGrpSpPr>
        <p:grpSpPr>
          <a:xfrm>
            <a:off x="1061713" y="1472745"/>
            <a:ext cx="3072562" cy="487094"/>
            <a:chOff x="11273425" y="5331881"/>
            <a:chExt cx="4684734" cy="666084"/>
          </a:xfrm>
        </p:grpSpPr>
        <p:sp>
          <p:nvSpPr>
            <p:cNvPr id="1048646" name="矩形 23"/>
            <p:cNvSpPr/>
            <p:nvPr/>
          </p:nvSpPr>
          <p:spPr>
            <a:xfrm>
              <a:off x="11273425" y="5331881"/>
              <a:ext cx="4684734" cy="666084"/>
            </a:xfrm>
            <a:prstGeom prst="rect">
              <a:avLst/>
            </a:prstGeom>
            <a:solidFill>
              <a:srgbClr val="0B418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 dirty="0"/>
            </a:p>
          </p:txBody>
        </p:sp>
        <p:sp>
          <p:nvSpPr>
            <p:cNvPr id="1048647" name="文本框 24"/>
            <p:cNvSpPr txBox="1"/>
            <p:nvPr/>
          </p:nvSpPr>
          <p:spPr>
            <a:xfrm>
              <a:off x="11492630" y="5409039"/>
              <a:ext cx="4246323" cy="532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940" b="1" dirty="0">
                  <a:solidFill>
                    <a:schemeClr val="bg2"/>
                  </a:solidFill>
                  <a:latin typeface="HYXuanSong 75J" panose="00020600040101010101" charset="-122"/>
                  <a:ea typeface="HYXuanSong 75J" panose="00020600040101010101" charset="-122"/>
                </a:rPr>
                <a:t>单击此处添加图表标题</a:t>
              </a:r>
              <a:endParaRPr lang="zh-CN" altLang="en-US" sz="1940" b="1" dirty="0">
                <a:solidFill>
                  <a:schemeClr val="bg2"/>
                </a:solidFill>
                <a:latin typeface="HYXuanSong 75J" panose="00020600040101010101" charset="-122"/>
                <a:ea typeface="HYXuanSong 75J" panose="00020600040101010101" charset="-122"/>
              </a:endParaRPr>
            </a:p>
          </p:txBody>
        </p:sp>
      </p:grpSp>
      <p:cxnSp>
        <p:nvCxnSpPr>
          <p:cNvPr id="3145737" name="直接连接符 26"/>
          <p:cNvCxnSpPr/>
          <p:nvPr/>
        </p:nvCxnSpPr>
        <p:spPr>
          <a:xfrm>
            <a:off x="5349001" y="1160409"/>
            <a:ext cx="0" cy="3024000"/>
          </a:xfrm>
          <a:prstGeom prst="line">
            <a:avLst/>
          </a:prstGeom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8" name="文本框 28"/>
          <p:cNvSpPr txBox="1"/>
          <p:nvPr/>
        </p:nvSpPr>
        <p:spPr>
          <a:xfrm>
            <a:off x="6476684" y="1486810"/>
            <a:ext cx="4685187" cy="106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ct val="0"/>
              </a:spcBef>
            </a:pPr>
            <a:r>
              <a:rPr lang="zh-CN" altLang="en-US" sz="1385" b="1" dirty="0">
                <a:solidFill>
                  <a:prstClr val="black">
                    <a:lumMod val="65000"/>
                    <a:lumOff val="35000"/>
                  </a:prst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en-US" altLang="zh-CN" sz="1385" b="1" dirty="0">
              <a:solidFill>
                <a:prstClr val="black">
                  <a:lumMod val="65000"/>
                  <a:lumOff val="3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0"/>
              </a:spcBef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245" dirty="0">
              <a:solidFill>
                <a:prstClr val="black">
                  <a:lumMod val="65000"/>
                  <a:lumOff val="3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59" name="Group 4"/>
          <p:cNvGrpSpPr/>
          <p:nvPr/>
        </p:nvGrpSpPr>
        <p:grpSpPr bwMode="auto">
          <a:xfrm>
            <a:off x="5296589" y="1865364"/>
            <a:ext cx="116498" cy="116498"/>
            <a:chOff x="2928" y="2208"/>
            <a:chExt cx="262" cy="262"/>
          </a:xfrm>
        </p:grpSpPr>
        <p:sp>
          <p:nvSpPr>
            <p:cNvPr id="1048649" name="Oval 5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tint val="28627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3D3F4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1048650" name="Oval 6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solidFill>
              <a:srgbClr val="071F65"/>
            </a:solidFill>
            <a:ln>
              <a:solidFill>
                <a:srgbClr val="071F65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Group 4"/>
          <p:cNvGrpSpPr/>
          <p:nvPr/>
        </p:nvGrpSpPr>
        <p:grpSpPr bwMode="auto">
          <a:xfrm>
            <a:off x="5298131" y="3063527"/>
            <a:ext cx="116498" cy="116498"/>
            <a:chOff x="2928" y="2208"/>
            <a:chExt cx="262" cy="262"/>
          </a:xfrm>
        </p:grpSpPr>
        <p:sp>
          <p:nvSpPr>
            <p:cNvPr id="1048651" name="Oval 5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tint val="28627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3D3F4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1048652" name="Oval 6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solidFill>
              <a:srgbClr val="071F65"/>
            </a:solidFill>
            <a:ln>
              <a:solidFill>
                <a:srgbClr val="071F65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048653" name="文本框 36"/>
          <p:cNvSpPr txBox="1"/>
          <p:nvPr/>
        </p:nvSpPr>
        <p:spPr>
          <a:xfrm>
            <a:off x="6476684" y="2670667"/>
            <a:ext cx="4685187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245" b="1" dirty="0">
                <a:solidFill>
                  <a:prstClr val="black">
                    <a:lumMod val="65000"/>
                    <a:lumOff val="35000"/>
                  </a:prst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en-US" altLang="zh-CN" sz="1245" b="1" dirty="0">
              <a:solidFill>
                <a:prstClr val="black">
                  <a:lumMod val="65000"/>
                  <a:lumOff val="3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145738" name="直接连接符 38"/>
          <p:cNvCxnSpPr/>
          <p:nvPr/>
        </p:nvCxnSpPr>
        <p:spPr>
          <a:xfrm flipH="1">
            <a:off x="6312352" y="4169745"/>
            <a:ext cx="9117" cy="2481576"/>
          </a:xfrm>
          <a:prstGeom prst="line">
            <a:avLst/>
          </a:prstGeom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4"/>
          <p:cNvGrpSpPr/>
          <p:nvPr/>
        </p:nvGrpSpPr>
        <p:grpSpPr bwMode="auto">
          <a:xfrm>
            <a:off x="6254548" y="4926296"/>
            <a:ext cx="116498" cy="116498"/>
            <a:chOff x="2928" y="2208"/>
            <a:chExt cx="262" cy="262"/>
          </a:xfrm>
        </p:grpSpPr>
        <p:sp>
          <p:nvSpPr>
            <p:cNvPr id="1048654" name="Oval 5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tint val="28627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3D3F4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1048655" name="Oval 6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solidFill>
              <a:srgbClr val="071F65"/>
            </a:solidFill>
            <a:ln>
              <a:solidFill>
                <a:srgbClr val="071F65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Group 4"/>
          <p:cNvGrpSpPr/>
          <p:nvPr/>
        </p:nvGrpSpPr>
        <p:grpSpPr bwMode="auto">
          <a:xfrm>
            <a:off x="6254548" y="6010279"/>
            <a:ext cx="116498" cy="116498"/>
            <a:chOff x="2928" y="2208"/>
            <a:chExt cx="262" cy="262"/>
          </a:xfrm>
        </p:grpSpPr>
        <p:sp>
          <p:nvSpPr>
            <p:cNvPr id="1048656" name="Oval 5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tint val="28627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3D3F4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1048657" name="Oval 6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solidFill>
              <a:srgbClr val="071F65"/>
            </a:solidFill>
            <a:ln>
              <a:solidFill>
                <a:srgbClr val="071F65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145739" name="直接连接符 49"/>
          <p:cNvCxnSpPr/>
          <p:nvPr/>
        </p:nvCxnSpPr>
        <p:spPr>
          <a:xfrm>
            <a:off x="4802343" y="4178416"/>
            <a:ext cx="2030262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8" name="文本框 54"/>
          <p:cNvSpPr txBox="1"/>
          <p:nvPr/>
        </p:nvSpPr>
        <p:spPr>
          <a:xfrm>
            <a:off x="582549" y="4547636"/>
            <a:ext cx="4478861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245" b="1" dirty="0">
                <a:solidFill>
                  <a:prstClr val="black">
                    <a:lumMod val="65000"/>
                    <a:lumOff val="35000"/>
                  </a:prst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en-US" altLang="zh-CN" sz="1245" b="1" dirty="0">
              <a:solidFill>
                <a:prstClr val="black">
                  <a:lumMod val="65000"/>
                  <a:lumOff val="3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59" name="文本框 55"/>
          <p:cNvSpPr txBox="1"/>
          <p:nvPr/>
        </p:nvSpPr>
        <p:spPr>
          <a:xfrm>
            <a:off x="594844" y="5595716"/>
            <a:ext cx="4469523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245" b="1" dirty="0">
                <a:solidFill>
                  <a:prstClr val="black">
                    <a:lumMod val="65000"/>
                    <a:lumOff val="35000"/>
                  </a:prst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en-US" altLang="zh-CN" sz="1245" b="1" dirty="0">
              <a:solidFill>
                <a:prstClr val="black">
                  <a:lumMod val="65000"/>
                  <a:lumOff val="3500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  <p:pic>
        <p:nvPicPr>
          <p:cNvPr id="2097157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10177" b="10177"/>
          <a:stretch>
            <a:fillRect/>
          </a:stretch>
        </p:blipFill>
        <p:spPr>
          <a:xfrm>
            <a:off x="4901832" y="143637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  <p:pic>
        <p:nvPicPr>
          <p:cNvPr id="3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t="10177" b="10177"/>
          <a:stretch>
            <a:fillRect/>
          </a:stretch>
        </p:blipFill>
        <p:spPr>
          <a:xfrm>
            <a:off x="4901832" y="267081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  <p:pic>
        <p:nvPicPr>
          <p:cNvPr id="4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t="10177" b="10177"/>
          <a:stretch>
            <a:fillRect/>
          </a:stretch>
        </p:blipFill>
        <p:spPr>
          <a:xfrm>
            <a:off x="5874017" y="454787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  <p:pic>
        <p:nvPicPr>
          <p:cNvPr id="5" name="图片 102" descr="C:/Users/hugq/Desktop/微信图片_20240302080713.png微信图片_2024030208071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/>
          <a:srcRect t="10177" b="10177"/>
          <a:stretch>
            <a:fillRect/>
          </a:stretch>
        </p:blipFill>
        <p:spPr>
          <a:xfrm>
            <a:off x="5874017" y="5670550"/>
            <a:ext cx="876300" cy="900430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4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4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8" grpId="0"/>
      <p:bldP spid="1048653" grpId="0"/>
      <p:bldP spid="1048658" grpId="0"/>
      <p:bldP spid="10486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任意多边形 3"/>
          <p:cNvSpPr/>
          <p:nvPr/>
        </p:nvSpPr>
        <p:spPr>
          <a:xfrm rot="16872204">
            <a:off x="1040574" y="2888774"/>
            <a:ext cx="2789587" cy="1467789"/>
          </a:xfrm>
          <a:custGeom>
            <a:avLst/>
            <a:gdLst>
              <a:gd name="connsiteX0" fmla="*/ 0 w 1010195"/>
              <a:gd name="connsiteY0" fmla="*/ 0 h 217714"/>
              <a:gd name="connsiteX1" fmla="*/ 8709 w 1010195"/>
              <a:gd name="connsiteY1" fmla="*/ 217714 h 217714"/>
              <a:gd name="connsiteX2" fmla="*/ 1010195 w 1010195"/>
              <a:gd name="connsiteY2" fmla="*/ 87086 h 217714"/>
              <a:gd name="connsiteX3" fmla="*/ 0 w 1010195"/>
              <a:gd name="connsiteY3" fmla="*/ 0 h 217714"/>
              <a:gd name="connsiteX0-1" fmla="*/ 0 w 1017338"/>
              <a:gd name="connsiteY0-2" fmla="*/ 0 h 217714"/>
              <a:gd name="connsiteX1-3" fmla="*/ 8709 w 1017338"/>
              <a:gd name="connsiteY1-4" fmla="*/ 217714 h 217714"/>
              <a:gd name="connsiteX2-5" fmla="*/ 1017338 w 1017338"/>
              <a:gd name="connsiteY2-6" fmla="*/ 87086 h 217714"/>
              <a:gd name="connsiteX3-7" fmla="*/ 0 w 1017338"/>
              <a:gd name="connsiteY3-8" fmla="*/ 0 h 217714"/>
              <a:gd name="connsiteX0-1-1" fmla="*/ 0 w 1017338"/>
              <a:gd name="connsiteY0-2-2" fmla="*/ 0 h 248457"/>
              <a:gd name="connsiteX1-3-3" fmla="*/ 98341 w 1017338"/>
              <a:gd name="connsiteY1-4-4" fmla="*/ 248457 h 248457"/>
              <a:gd name="connsiteX2-5-5" fmla="*/ 1017338 w 1017338"/>
              <a:gd name="connsiteY2-6-6" fmla="*/ 87086 h 248457"/>
              <a:gd name="connsiteX3-7-7" fmla="*/ 0 w 1017338"/>
              <a:gd name="connsiteY3-8-8" fmla="*/ 0 h 248457"/>
              <a:gd name="connsiteX0-9" fmla="*/ 0 w 1041847"/>
              <a:gd name="connsiteY0-10" fmla="*/ 0 h 264949"/>
              <a:gd name="connsiteX1-11" fmla="*/ 122850 w 1041847"/>
              <a:gd name="connsiteY1-12" fmla="*/ 264949 h 264949"/>
              <a:gd name="connsiteX2-13" fmla="*/ 1041847 w 1041847"/>
              <a:gd name="connsiteY2-14" fmla="*/ 103578 h 264949"/>
              <a:gd name="connsiteX3-15" fmla="*/ 0 w 1041847"/>
              <a:gd name="connsiteY3-16" fmla="*/ 0 h 264949"/>
              <a:gd name="connsiteX0-17" fmla="*/ 0 w 1041847"/>
              <a:gd name="connsiteY0-18" fmla="*/ 0 h 252106"/>
              <a:gd name="connsiteX1-19" fmla="*/ 188050 w 1041847"/>
              <a:gd name="connsiteY1-20" fmla="*/ 252106 h 252106"/>
              <a:gd name="connsiteX2-21" fmla="*/ 1041847 w 1041847"/>
              <a:gd name="connsiteY2-22" fmla="*/ 103578 h 252106"/>
              <a:gd name="connsiteX3-23" fmla="*/ 0 w 1041847"/>
              <a:gd name="connsiteY3-24" fmla="*/ 0 h 252106"/>
              <a:gd name="connsiteX0-25" fmla="*/ 0 w 1041847"/>
              <a:gd name="connsiteY0-26" fmla="*/ 0 h 269441"/>
              <a:gd name="connsiteX1-27" fmla="*/ 182425 w 1041847"/>
              <a:gd name="connsiteY1-28" fmla="*/ 269441 h 269441"/>
              <a:gd name="connsiteX2-29" fmla="*/ 1041847 w 1041847"/>
              <a:gd name="connsiteY2-30" fmla="*/ 103578 h 269441"/>
              <a:gd name="connsiteX3-31" fmla="*/ 0 w 1041847"/>
              <a:gd name="connsiteY3-32" fmla="*/ 0 h 26944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041847" h="269441">
                <a:moveTo>
                  <a:pt x="0" y="0"/>
                </a:moveTo>
                <a:lnTo>
                  <a:pt x="182425" y="269441"/>
                </a:lnTo>
                <a:lnTo>
                  <a:pt x="1041847" y="1035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9000"/>
                </a:schemeClr>
              </a:gs>
              <a:gs pos="22000">
                <a:schemeClr val="accent3">
                  <a:lumMod val="75000"/>
                </a:schemeClr>
              </a:gs>
              <a:gs pos="63000">
                <a:schemeClr val="bg2">
                  <a:lumMod val="2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61" name="任意多边形 5"/>
          <p:cNvSpPr/>
          <p:nvPr/>
        </p:nvSpPr>
        <p:spPr>
          <a:xfrm>
            <a:off x="9101921" y="4739894"/>
            <a:ext cx="1762818" cy="825844"/>
          </a:xfrm>
          <a:custGeom>
            <a:avLst/>
            <a:gdLst>
              <a:gd name="connsiteX0" fmla="*/ 0 w 1670050"/>
              <a:gd name="connsiteY0" fmla="*/ 666750 h 666750"/>
              <a:gd name="connsiteX1" fmla="*/ 139700 w 1670050"/>
              <a:gd name="connsiteY1" fmla="*/ 0 h 666750"/>
              <a:gd name="connsiteX2" fmla="*/ 1670050 w 1670050"/>
              <a:gd name="connsiteY2" fmla="*/ 12700 h 666750"/>
              <a:gd name="connsiteX3" fmla="*/ 0 w 1670050"/>
              <a:gd name="connsiteY3" fmla="*/ 666750 h 666750"/>
              <a:gd name="connsiteX0-1" fmla="*/ 0 w 1676400"/>
              <a:gd name="connsiteY0-2" fmla="*/ 666750 h 666750"/>
              <a:gd name="connsiteX1-3" fmla="*/ 139700 w 1676400"/>
              <a:gd name="connsiteY1-4" fmla="*/ 0 h 666750"/>
              <a:gd name="connsiteX2-5" fmla="*/ 1676400 w 1676400"/>
              <a:gd name="connsiteY2-6" fmla="*/ 38100 h 666750"/>
              <a:gd name="connsiteX3-7" fmla="*/ 0 w 1676400"/>
              <a:gd name="connsiteY3-8" fmla="*/ 666750 h 666750"/>
              <a:gd name="connsiteX0-9" fmla="*/ 0 w 1668780"/>
              <a:gd name="connsiteY0-10" fmla="*/ 666750 h 666750"/>
              <a:gd name="connsiteX1-11" fmla="*/ 139700 w 1668780"/>
              <a:gd name="connsiteY1-12" fmla="*/ 0 h 666750"/>
              <a:gd name="connsiteX2-13" fmla="*/ 1668780 w 1668780"/>
              <a:gd name="connsiteY2-14" fmla="*/ 22860 h 666750"/>
              <a:gd name="connsiteX3-15" fmla="*/ 0 w 1668780"/>
              <a:gd name="connsiteY3-16" fmla="*/ 666750 h 666750"/>
              <a:gd name="connsiteX0-1-1" fmla="*/ 0 w 1668780"/>
              <a:gd name="connsiteY0-2-2" fmla="*/ 666750 h 666750"/>
              <a:gd name="connsiteX1-3-3" fmla="*/ 139700 w 1668780"/>
              <a:gd name="connsiteY1-4-4" fmla="*/ 0 h 666750"/>
              <a:gd name="connsiteX2-5-5" fmla="*/ 1668780 w 1668780"/>
              <a:gd name="connsiteY2-6-6" fmla="*/ 83463 h 666750"/>
              <a:gd name="connsiteX3-7-7" fmla="*/ 0 w 1668780"/>
              <a:gd name="connsiteY3-8-8" fmla="*/ 666750 h 666750"/>
              <a:gd name="connsiteX0-9-9" fmla="*/ 0 w 1722808"/>
              <a:gd name="connsiteY0-10-10" fmla="*/ 681901 h 681901"/>
              <a:gd name="connsiteX1-11-11" fmla="*/ 193728 w 1722808"/>
              <a:gd name="connsiteY1-12-12" fmla="*/ 0 h 681901"/>
              <a:gd name="connsiteX2-13-13" fmla="*/ 1722808 w 1722808"/>
              <a:gd name="connsiteY2-14-14" fmla="*/ 83463 h 681901"/>
              <a:gd name="connsiteX3-15-15" fmla="*/ 0 w 1722808"/>
              <a:gd name="connsiteY3-16-16" fmla="*/ 681901 h 68190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722808" h="681901">
                <a:moveTo>
                  <a:pt x="0" y="681901"/>
                </a:moveTo>
                <a:lnTo>
                  <a:pt x="193728" y="0"/>
                </a:lnTo>
                <a:lnTo>
                  <a:pt x="1722808" y="83463"/>
                </a:lnTo>
                <a:lnTo>
                  <a:pt x="0" y="681901"/>
                </a:lnTo>
                <a:close/>
              </a:path>
            </a:pathLst>
          </a:custGeom>
          <a:gradFill>
            <a:gsLst>
              <a:gs pos="23000">
                <a:schemeClr val="bg2">
                  <a:lumMod val="25000"/>
                </a:schemeClr>
              </a:gs>
              <a:gs pos="62000">
                <a:schemeClr val="accent3">
                  <a:lumMod val="43000"/>
                </a:schemeClr>
              </a:gs>
              <a:gs pos="100000">
                <a:schemeClr val="accent3">
                  <a:lumMod val="7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62" name="任意多边形 4"/>
          <p:cNvSpPr/>
          <p:nvPr/>
        </p:nvSpPr>
        <p:spPr>
          <a:xfrm>
            <a:off x="1411354" y="2665244"/>
            <a:ext cx="9479512" cy="2182507"/>
          </a:xfrm>
          <a:custGeom>
            <a:avLst/>
            <a:gdLst>
              <a:gd name="connsiteX0" fmla="*/ 899160 w 6408420"/>
              <a:gd name="connsiteY0" fmla="*/ 0 h 2240280"/>
              <a:gd name="connsiteX1" fmla="*/ 6134100 w 6408420"/>
              <a:gd name="connsiteY1" fmla="*/ 15240 h 2240280"/>
              <a:gd name="connsiteX2" fmla="*/ 6408420 w 6408420"/>
              <a:gd name="connsiteY2" fmla="*/ 2240280 h 2240280"/>
              <a:gd name="connsiteX3" fmla="*/ 0 w 6408420"/>
              <a:gd name="connsiteY3" fmla="*/ 2240280 h 2240280"/>
              <a:gd name="connsiteX4" fmla="*/ 1013460 w 6408420"/>
              <a:gd name="connsiteY4" fmla="*/ 2095500 h 2240280"/>
              <a:gd name="connsiteX5" fmla="*/ 899160 w 6408420"/>
              <a:gd name="connsiteY5" fmla="*/ 0 h 2240280"/>
              <a:gd name="connsiteX0-1" fmla="*/ 892810 w 6402070"/>
              <a:gd name="connsiteY0-2" fmla="*/ 0 h 2240280"/>
              <a:gd name="connsiteX1-3" fmla="*/ 6127750 w 6402070"/>
              <a:gd name="connsiteY1-4" fmla="*/ 15240 h 2240280"/>
              <a:gd name="connsiteX2-5" fmla="*/ 6402070 w 6402070"/>
              <a:gd name="connsiteY2-6" fmla="*/ 2240280 h 2240280"/>
              <a:gd name="connsiteX3-7" fmla="*/ 0 w 6402070"/>
              <a:gd name="connsiteY3-8" fmla="*/ 2227580 h 2240280"/>
              <a:gd name="connsiteX4-9" fmla="*/ 1007110 w 6402070"/>
              <a:gd name="connsiteY4-10" fmla="*/ 2095500 h 2240280"/>
              <a:gd name="connsiteX5-11" fmla="*/ 892810 w 6402070"/>
              <a:gd name="connsiteY5-12" fmla="*/ 0 h 2240280"/>
              <a:gd name="connsiteX0-13" fmla="*/ 892810 w 6402070"/>
              <a:gd name="connsiteY0-14" fmla="*/ 0 h 2240280"/>
              <a:gd name="connsiteX1-15" fmla="*/ 6127750 w 6402070"/>
              <a:gd name="connsiteY1-16" fmla="*/ 15240 h 2240280"/>
              <a:gd name="connsiteX2-17" fmla="*/ 6402070 w 6402070"/>
              <a:gd name="connsiteY2-18" fmla="*/ 2240280 h 2240280"/>
              <a:gd name="connsiteX3-19" fmla="*/ 0 w 6402070"/>
              <a:gd name="connsiteY3-20" fmla="*/ 2227580 h 2240280"/>
              <a:gd name="connsiteX4-21" fmla="*/ 988060 w 6402070"/>
              <a:gd name="connsiteY4-22" fmla="*/ 2051050 h 2240280"/>
              <a:gd name="connsiteX5-23" fmla="*/ 892810 w 6402070"/>
              <a:gd name="connsiteY5-24" fmla="*/ 0 h 22402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402070" h="2240280">
                <a:moveTo>
                  <a:pt x="892810" y="0"/>
                </a:moveTo>
                <a:lnTo>
                  <a:pt x="6127750" y="15240"/>
                </a:lnTo>
                <a:lnTo>
                  <a:pt x="6402070" y="2240280"/>
                </a:lnTo>
                <a:lnTo>
                  <a:pt x="0" y="2227580"/>
                </a:lnTo>
                <a:lnTo>
                  <a:pt x="988060" y="2051050"/>
                </a:lnTo>
                <a:lnTo>
                  <a:pt x="89281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2159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6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Part </a:t>
            </a:r>
            <a:r>
              <a:rPr lang="en-US" altLang="zh-CN" sz="6645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2 </a:t>
            </a:r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主 标 题</a:t>
            </a:r>
            <a:endParaRPr lang="zh-CN" altLang="en-US" sz="6645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</a:endParaRPr>
          </a:p>
        </p:txBody>
      </p:sp>
      <p:sp>
        <p:nvSpPr>
          <p:cNvPr id="1048663" name="任意多边形 2"/>
          <p:cNvSpPr/>
          <p:nvPr/>
        </p:nvSpPr>
        <p:spPr>
          <a:xfrm>
            <a:off x="184" y="1776649"/>
            <a:ext cx="2893125" cy="2861146"/>
          </a:xfrm>
          <a:custGeom>
            <a:avLst/>
            <a:gdLst>
              <a:gd name="connsiteX0" fmla="*/ 0 w 2438400"/>
              <a:gd name="connsiteY0" fmla="*/ 0 h 2400300"/>
              <a:gd name="connsiteX1" fmla="*/ 2413000 w 2438400"/>
              <a:gd name="connsiteY1" fmla="*/ 139700 h 2400300"/>
              <a:gd name="connsiteX2" fmla="*/ 2438400 w 2438400"/>
              <a:gd name="connsiteY2" fmla="*/ 2400300 h 2400300"/>
              <a:gd name="connsiteX3" fmla="*/ 12700 w 2438400"/>
              <a:gd name="connsiteY3" fmla="*/ 2222500 h 2400300"/>
              <a:gd name="connsiteX4" fmla="*/ 0 w 2438400"/>
              <a:gd name="connsiteY4" fmla="*/ 0 h 2400300"/>
              <a:gd name="connsiteX0-1" fmla="*/ 9896 w 2448296"/>
              <a:gd name="connsiteY0-2" fmla="*/ 0 h 2400300"/>
              <a:gd name="connsiteX1-3" fmla="*/ 2422896 w 2448296"/>
              <a:gd name="connsiteY1-4" fmla="*/ 139700 h 2400300"/>
              <a:gd name="connsiteX2-5" fmla="*/ 2448296 w 2448296"/>
              <a:gd name="connsiteY2-6" fmla="*/ 2400300 h 2400300"/>
              <a:gd name="connsiteX3-7" fmla="*/ 659 w 2448296"/>
              <a:gd name="connsiteY3-8" fmla="*/ 2214986 h 2400300"/>
              <a:gd name="connsiteX4-9" fmla="*/ 9896 w 2448296"/>
              <a:gd name="connsiteY4-10" fmla="*/ 0 h 240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8296" h="2400300">
                <a:moveTo>
                  <a:pt x="9896" y="0"/>
                </a:moveTo>
                <a:lnTo>
                  <a:pt x="2422896" y="139700"/>
                </a:lnTo>
                <a:lnTo>
                  <a:pt x="2448296" y="2400300"/>
                </a:lnTo>
                <a:lnTo>
                  <a:pt x="659" y="2214986"/>
                </a:lnTo>
                <a:cubicBezTo>
                  <a:pt x="-3574" y="1478386"/>
                  <a:pt x="14129" y="749300"/>
                  <a:pt x="989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>
            <a:outerShdw blurRad="736600" dist="330200" dir="2400000" sx="95000" sy="95000" algn="l" rotWithShape="0">
              <a:schemeClr val="accent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64" name="任意多边形 6"/>
          <p:cNvSpPr/>
          <p:nvPr/>
        </p:nvSpPr>
        <p:spPr>
          <a:xfrm>
            <a:off x="9073112" y="2590534"/>
            <a:ext cx="3118706" cy="2975205"/>
          </a:xfrm>
          <a:custGeom>
            <a:avLst/>
            <a:gdLst>
              <a:gd name="connsiteX0" fmla="*/ 2997200 w 2997200"/>
              <a:gd name="connsiteY0" fmla="*/ 0 h 3028950"/>
              <a:gd name="connsiteX1" fmla="*/ 2997200 w 2997200"/>
              <a:gd name="connsiteY1" fmla="*/ 2540000 h 3028950"/>
              <a:gd name="connsiteX2" fmla="*/ 0 w 2997200"/>
              <a:gd name="connsiteY2" fmla="*/ 3028950 h 3028950"/>
              <a:gd name="connsiteX3" fmla="*/ 1676400 w 2997200"/>
              <a:gd name="connsiteY3" fmla="*/ 2362200 h 3028950"/>
              <a:gd name="connsiteX4" fmla="*/ 1536700 w 2997200"/>
              <a:gd name="connsiteY4" fmla="*/ 1460500 h 3028950"/>
              <a:gd name="connsiteX5" fmla="*/ 2997200 w 2997200"/>
              <a:gd name="connsiteY5" fmla="*/ 0 h 3028950"/>
              <a:gd name="connsiteX0-1" fmla="*/ 2997200 w 2997200"/>
              <a:gd name="connsiteY0-2" fmla="*/ 0 h 3028950"/>
              <a:gd name="connsiteX1-3" fmla="*/ 2997200 w 2997200"/>
              <a:gd name="connsiteY1-4" fmla="*/ 2540000 h 3028950"/>
              <a:gd name="connsiteX2-5" fmla="*/ 0 w 2997200"/>
              <a:gd name="connsiteY2-6" fmla="*/ 3028950 h 3028950"/>
              <a:gd name="connsiteX3-7" fmla="*/ 1644650 w 2997200"/>
              <a:gd name="connsiteY3-8" fmla="*/ 2362200 h 3028950"/>
              <a:gd name="connsiteX4-9" fmla="*/ 1536700 w 2997200"/>
              <a:gd name="connsiteY4-10" fmla="*/ 1460500 h 3028950"/>
              <a:gd name="connsiteX5-11" fmla="*/ 2997200 w 2997200"/>
              <a:gd name="connsiteY5-12" fmla="*/ 0 h 3028950"/>
              <a:gd name="connsiteX0-13" fmla="*/ 3009900 w 3009900"/>
              <a:gd name="connsiteY0-14" fmla="*/ 0 h 3028950"/>
              <a:gd name="connsiteX1-15" fmla="*/ 3009900 w 3009900"/>
              <a:gd name="connsiteY1-16" fmla="*/ 2540000 h 3028950"/>
              <a:gd name="connsiteX2-17" fmla="*/ 0 w 3009900"/>
              <a:gd name="connsiteY2-18" fmla="*/ 3028950 h 3028950"/>
              <a:gd name="connsiteX3-19" fmla="*/ 1657350 w 3009900"/>
              <a:gd name="connsiteY3-20" fmla="*/ 2362200 h 3028950"/>
              <a:gd name="connsiteX4-21" fmla="*/ 1549400 w 3009900"/>
              <a:gd name="connsiteY4-22" fmla="*/ 1460500 h 3028950"/>
              <a:gd name="connsiteX5-23" fmla="*/ 3009900 w 3009900"/>
              <a:gd name="connsiteY5-24" fmla="*/ 0 h 3028950"/>
              <a:gd name="connsiteX0-1-1" fmla="*/ 3009900 w 3009900"/>
              <a:gd name="connsiteY0-2-2" fmla="*/ 0 h 3028950"/>
              <a:gd name="connsiteX1-3-3" fmla="*/ 3009900 w 3009900"/>
              <a:gd name="connsiteY1-4-4" fmla="*/ 2540000 h 3028950"/>
              <a:gd name="connsiteX2-5-5" fmla="*/ 0 w 3009900"/>
              <a:gd name="connsiteY2-6-6" fmla="*/ 3028950 h 3028950"/>
              <a:gd name="connsiteX3-7-7" fmla="*/ 1657350 w 3009900"/>
              <a:gd name="connsiteY3-8-8" fmla="*/ 2362200 h 3028950"/>
              <a:gd name="connsiteX4-9-9" fmla="*/ 1469369 w 3009900"/>
              <a:gd name="connsiteY4-10-10" fmla="*/ 1382526 h 3028950"/>
              <a:gd name="connsiteX5-11-11" fmla="*/ 3009900 w 3009900"/>
              <a:gd name="connsiteY5-12-12" fmla="*/ 0 h 3028950"/>
              <a:gd name="connsiteX0-13-13" fmla="*/ 3009900 w 3009900"/>
              <a:gd name="connsiteY0-14-14" fmla="*/ 0 h 3028950"/>
              <a:gd name="connsiteX1-15-15" fmla="*/ 3009900 w 3009900"/>
              <a:gd name="connsiteY1-16-16" fmla="*/ 2540000 h 3028950"/>
              <a:gd name="connsiteX2-17-17" fmla="*/ 0 w 3009900"/>
              <a:gd name="connsiteY2-18-18" fmla="*/ 3028950 h 3028950"/>
              <a:gd name="connsiteX3-19-19" fmla="*/ 1621780 w 3009900"/>
              <a:gd name="connsiteY3-20-20" fmla="*/ 2274478 h 3028950"/>
              <a:gd name="connsiteX4-21-21" fmla="*/ 1469369 w 3009900"/>
              <a:gd name="connsiteY4-22-22" fmla="*/ 1382526 h 3028950"/>
              <a:gd name="connsiteX5-23-23" fmla="*/ 3009900 w 3009900"/>
              <a:gd name="connsiteY5-24-24" fmla="*/ 0 h 3028950"/>
              <a:gd name="connsiteX0-25" fmla="*/ 3009900 w 3009900"/>
              <a:gd name="connsiteY0-26" fmla="*/ 0 h 3028950"/>
              <a:gd name="connsiteX1-27" fmla="*/ 3009900 w 3009900"/>
              <a:gd name="connsiteY1-28" fmla="*/ 2540000 h 3028950"/>
              <a:gd name="connsiteX2-29" fmla="*/ 0 w 3009900"/>
              <a:gd name="connsiteY2-30" fmla="*/ 3028950 h 3028950"/>
              <a:gd name="connsiteX3-31" fmla="*/ 1621780 w 3009900"/>
              <a:gd name="connsiteY3-32" fmla="*/ 2209096 h 3028950"/>
              <a:gd name="connsiteX4-33" fmla="*/ 1469369 w 3009900"/>
              <a:gd name="connsiteY4-34" fmla="*/ 1382526 h 3028950"/>
              <a:gd name="connsiteX5-35" fmla="*/ 3009900 w 3009900"/>
              <a:gd name="connsiteY5-36" fmla="*/ 0 h 3028950"/>
              <a:gd name="connsiteX0-37" fmla="*/ 3009900 w 3009900"/>
              <a:gd name="connsiteY0-38" fmla="*/ 0 h 3028950"/>
              <a:gd name="connsiteX1-39" fmla="*/ 3009900 w 3009900"/>
              <a:gd name="connsiteY1-40" fmla="*/ 2540000 h 3028950"/>
              <a:gd name="connsiteX2-41" fmla="*/ 0 w 3009900"/>
              <a:gd name="connsiteY2-42" fmla="*/ 3028950 h 3028950"/>
              <a:gd name="connsiteX3-43" fmla="*/ 1621780 w 3009900"/>
              <a:gd name="connsiteY3-44" fmla="*/ 2209096 h 3028950"/>
              <a:gd name="connsiteX4-45" fmla="*/ 1576077 w 3009900"/>
              <a:gd name="connsiteY4-46" fmla="*/ 1354505 h 3028950"/>
              <a:gd name="connsiteX5-47" fmla="*/ 3009900 w 3009900"/>
              <a:gd name="connsiteY5-48" fmla="*/ 0 h 3028950"/>
              <a:gd name="connsiteX0-49" fmla="*/ 3009900 w 3009900"/>
              <a:gd name="connsiteY0-50" fmla="*/ 0 h 3028950"/>
              <a:gd name="connsiteX1-51" fmla="*/ 3009900 w 3009900"/>
              <a:gd name="connsiteY1-52" fmla="*/ 2540000 h 3028950"/>
              <a:gd name="connsiteX2-53" fmla="*/ 0 w 3009900"/>
              <a:gd name="connsiteY2-54" fmla="*/ 3028950 h 3028950"/>
              <a:gd name="connsiteX3-55" fmla="*/ 1755165 w 3009900"/>
              <a:gd name="connsiteY3-56" fmla="*/ 2405243 h 3028950"/>
              <a:gd name="connsiteX4-57" fmla="*/ 1576077 w 3009900"/>
              <a:gd name="connsiteY4-58" fmla="*/ 1354505 h 3028950"/>
              <a:gd name="connsiteX5-59" fmla="*/ 3009900 w 3009900"/>
              <a:gd name="connsiteY5-60" fmla="*/ 0 h 3028950"/>
              <a:gd name="connsiteX0-61" fmla="*/ 3009900 w 3009900"/>
              <a:gd name="connsiteY0-62" fmla="*/ 0 h 3028950"/>
              <a:gd name="connsiteX1-63" fmla="*/ 3009900 w 3009900"/>
              <a:gd name="connsiteY1-64" fmla="*/ 2540000 h 3028950"/>
              <a:gd name="connsiteX2-65" fmla="*/ 0 w 3009900"/>
              <a:gd name="connsiteY2-66" fmla="*/ 3028950 h 3028950"/>
              <a:gd name="connsiteX3-67" fmla="*/ 1719596 w 3009900"/>
              <a:gd name="connsiteY3-68" fmla="*/ 2302500 h 3028950"/>
              <a:gd name="connsiteX4-69" fmla="*/ 1576077 w 3009900"/>
              <a:gd name="connsiteY4-70" fmla="*/ 1354505 h 3028950"/>
              <a:gd name="connsiteX5-71" fmla="*/ 3009900 w 3009900"/>
              <a:gd name="connsiteY5-72" fmla="*/ 0 h 3028950"/>
              <a:gd name="connsiteX0-73" fmla="*/ 3009900 w 3009900"/>
              <a:gd name="connsiteY0-74" fmla="*/ 0 h 3028950"/>
              <a:gd name="connsiteX1-75" fmla="*/ 3009900 w 3009900"/>
              <a:gd name="connsiteY1-76" fmla="*/ 2540000 h 3028950"/>
              <a:gd name="connsiteX2-77" fmla="*/ 0 w 3009900"/>
              <a:gd name="connsiteY2-78" fmla="*/ 3028950 h 3028950"/>
              <a:gd name="connsiteX3-79" fmla="*/ 1719596 w 3009900"/>
              <a:gd name="connsiteY3-80" fmla="*/ 2302500 h 3028950"/>
              <a:gd name="connsiteX4-81" fmla="*/ 1549400 w 3009900"/>
              <a:gd name="connsiteY4-82" fmla="*/ 1382525 h 3028950"/>
              <a:gd name="connsiteX5-83" fmla="*/ 3009900 w 3009900"/>
              <a:gd name="connsiteY5-84" fmla="*/ 0 h 3028950"/>
              <a:gd name="connsiteX0-85" fmla="*/ 3009900 w 3009900"/>
              <a:gd name="connsiteY0-86" fmla="*/ 0 h 3028950"/>
              <a:gd name="connsiteX1-87" fmla="*/ 3009900 w 3009900"/>
              <a:gd name="connsiteY1-88" fmla="*/ 2540000 h 3028950"/>
              <a:gd name="connsiteX2-89" fmla="*/ 0 w 3009900"/>
              <a:gd name="connsiteY2-90" fmla="*/ 3028950 h 3028950"/>
              <a:gd name="connsiteX3-91" fmla="*/ 1675135 w 3009900"/>
              <a:gd name="connsiteY3-92" fmla="*/ 2302500 h 3028950"/>
              <a:gd name="connsiteX4-93" fmla="*/ 1549400 w 3009900"/>
              <a:gd name="connsiteY4-94" fmla="*/ 1382525 h 3028950"/>
              <a:gd name="connsiteX5-95" fmla="*/ 3009900 w 3009900"/>
              <a:gd name="connsiteY5-96" fmla="*/ 0 h 3028950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009900" h="3028950">
                <a:moveTo>
                  <a:pt x="3009900" y="0"/>
                </a:moveTo>
                <a:lnTo>
                  <a:pt x="3009900" y="2540000"/>
                </a:lnTo>
                <a:lnTo>
                  <a:pt x="0" y="3028950"/>
                </a:lnTo>
                <a:lnTo>
                  <a:pt x="1675135" y="2302500"/>
                </a:lnTo>
                <a:lnTo>
                  <a:pt x="1549400" y="1382525"/>
                </a:lnTo>
                <a:lnTo>
                  <a:pt x="300990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50000"/>
                </a:schemeClr>
              </a:gs>
              <a:gs pos="92000">
                <a:schemeClr val="accent1">
                  <a:lumMod val="7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64" name="组合 20"/>
          <p:cNvGrpSpPr/>
          <p:nvPr/>
        </p:nvGrpSpPr>
        <p:grpSpPr>
          <a:xfrm>
            <a:off x="323676" y="2096424"/>
            <a:ext cx="2244276" cy="2221584"/>
            <a:chOff x="452027" y="2814679"/>
            <a:chExt cx="3227942" cy="3208955"/>
          </a:xfrm>
          <a:solidFill>
            <a:schemeClr val="bg2">
              <a:lumMod val="75000"/>
            </a:schemeClr>
          </a:solidFill>
        </p:grpSpPr>
        <p:sp>
          <p:nvSpPr>
            <p:cNvPr id="1048665" name="矩形 18"/>
            <p:cNvSpPr/>
            <p:nvPr/>
          </p:nvSpPr>
          <p:spPr>
            <a:xfrm>
              <a:off x="452027" y="2814679"/>
              <a:ext cx="3227942" cy="32089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/>
            </a:p>
          </p:txBody>
        </p:sp>
        <p:pic>
          <p:nvPicPr>
            <p:cNvPr id="2097172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1648" y="2842901"/>
              <a:ext cx="3068701" cy="3152510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65" name="组合 28"/>
          <p:cNvGrpSpPr/>
          <p:nvPr/>
        </p:nvGrpSpPr>
        <p:grpSpPr>
          <a:xfrm>
            <a:off x="8159431" y="3137094"/>
            <a:ext cx="1770380" cy="1397191"/>
            <a:chOff x="9140243" y="2607999"/>
            <a:chExt cx="1270622" cy="1440477"/>
          </a:xfrm>
        </p:grpSpPr>
        <p:grpSp>
          <p:nvGrpSpPr>
            <p:cNvPr id="66" name="组合 29"/>
            <p:cNvGrpSpPr/>
            <p:nvPr/>
          </p:nvGrpSpPr>
          <p:grpSpPr>
            <a:xfrm>
              <a:off x="9140243" y="2607999"/>
              <a:ext cx="1270622" cy="1071145"/>
              <a:chOff x="9140243" y="2649839"/>
              <a:chExt cx="1270622" cy="1071145"/>
            </a:xfrm>
          </p:grpSpPr>
          <p:sp>
            <p:nvSpPr>
              <p:cNvPr id="1048666" name="矩形 31"/>
              <p:cNvSpPr/>
              <p:nvPr/>
            </p:nvSpPr>
            <p:spPr>
              <a:xfrm>
                <a:off x="9140243" y="2649839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31623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1-1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667" name="矩形 32"/>
              <p:cNvSpPr/>
              <p:nvPr/>
            </p:nvSpPr>
            <p:spPr>
              <a:xfrm>
                <a:off x="9140243" y="3037021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1-2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668" name="矩形 33"/>
              <p:cNvSpPr/>
              <p:nvPr/>
            </p:nvSpPr>
            <p:spPr>
              <a:xfrm>
                <a:off x="9140243" y="3429000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1-3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1048669" name="矩形 30"/>
            <p:cNvSpPr/>
            <p:nvPr/>
          </p:nvSpPr>
          <p:spPr>
            <a:xfrm>
              <a:off x="9140243" y="3756492"/>
              <a:ext cx="1270622" cy="291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kumimoji="1" lang="en-US" altLang="zh-CN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1-4 </a:t>
              </a:r>
              <a:r>
                <a:rPr kumimoji="1"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此处输入你的正文</a:t>
              </a:r>
              <a:endParaRPr lang="zh-CN" altLang="en-US" sz="124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2097174" name="图片 16"/>
          <p:cNvPicPr>
            <a:picLocks noChangeAspect="1"/>
          </p:cNvPicPr>
          <p:nvPr/>
        </p:nvPicPr>
        <p:blipFill rotWithShape="1">
          <a:blip r:embed="rId2"/>
          <a:srcRect l="15806" t="13440" r="18511" b="11972"/>
          <a:stretch>
            <a:fillRect/>
          </a:stretch>
        </p:blipFill>
        <p:spPr>
          <a:xfrm>
            <a:off x="251950" y="2096308"/>
            <a:ext cx="2385019" cy="21547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4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0" grpId="0" animBg="1"/>
      <p:bldP spid="1048661" grpId="0" animBg="1"/>
      <p:bldP spid="1048662" grpId="0" animBg="1"/>
      <p:bldP spid="10486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0" name="直接连接符 35"/>
          <p:cNvCxnSpPr/>
          <p:nvPr>
            <p:custDataLst>
              <p:tags r:id="rId1"/>
            </p:custDataLst>
          </p:nvPr>
        </p:nvCxnSpPr>
        <p:spPr>
          <a:xfrm flipV="1">
            <a:off x="2474993" y="3603209"/>
            <a:ext cx="2537529" cy="176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直接连接符 40"/>
          <p:cNvCxnSpPr/>
          <p:nvPr>
            <p:custDataLst>
              <p:tags r:id="rId2"/>
            </p:custDataLst>
          </p:nvPr>
        </p:nvCxnSpPr>
        <p:spPr>
          <a:xfrm flipV="1">
            <a:off x="6809957" y="3620899"/>
            <a:ext cx="3075929" cy="1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直接连接符 42"/>
          <p:cNvCxnSpPr/>
          <p:nvPr>
            <p:custDataLst>
              <p:tags r:id="rId3"/>
            </p:custDataLst>
          </p:nvPr>
        </p:nvCxnSpPr>
        <p:spPr>
          <a:xfrm>
            <a:off x="5946183" y="908182"/>
            <a:ext cx="1" cy="213853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3" name="直接连接符 44"/>
          <p:cNvCxnSpPr/>
          <p:nvPr>
            <p:custDataLst>
              <p:tags r:id="rId4"/>
            </p:custDataLst>
          </p:nvPr>
        </p:nvCxnSpPr>
        <p:spPr>
          <a:xfrm>
            <a:off x="5953894" y="4248226"/>
            <a:ext cx="1" cy="194661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0" name="矩形 55"/>
          <p:cNvSpPr/>
          <p:nvPr/>
        </p:nvSpPr>
        <p:spPr>
          <a:xfrm>
            <a:off x="8507186" y="1409936"/>
            <a:ext cx="3539699" cy="1645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671" name="文本框 56"/>
          <p:cNvSpPr txBox="1"/>
          <p:nvPr>
            <p:custDataLst>
              <p:tags r:id="rId5"/>
            </p:custDataLst>
          </p:nvPr>
        </p:nvSpPr>
        <p:spPr>
          <a:xfrm>
            <a:off x="8645787" y="2048350"/>
            <a:ext cx="3141184" cy="1059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此处输入你的正文</a:t>
            </a:r>
            <a:endParaRPr lang="en-US" altLang="zh-CN" sz="1940" kern="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文字是您理想的提炼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24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72" name="文本框 57"/>
          <p:cNvSpPr txBox="1"/>
          <p:nvPr>
            <p:custDataLst>
              <p:tags r:id="rId6"/>
            </p:custDataLst>
          </p:nvPr>
        </p:nvSpPr>
        <p:spPr>
          <a:xfrm>
            <a:off x="8738578" y="4501740"/>
            <a:ext cx="3000160" cy="866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此处输入你的正文</a:t>
            </a:r>
            <a:endParaRPr lang="en-US" altLang="zh-CN" sz="1940" kern="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文字是您理想的提炼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73" name="文本框 58"/>
          <p:cNvSpPr txBox="1"/>
          <p:nvPr>
            <p:custDataLst>
              <p:tags r:id="rId7"/>
            </p:custDataLst>
          </p:nvPr>
        </p:nvSpPr>
        <p:spPr>
          <a:xfrm>
            <a:off x="-44769" y="2054443"/>
            <a:ext cx="3318202" cy="866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此处输入你的正文</a:t>
            </a:r>
            <a:endParaRPr lang="en-US" altLang="zh-CN" sz="1940" kern="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 algn="r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文字是您理想的提炼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74" name="文本框 59"/>
          <p:cNvSpPr txBox="1"/>
          <p:nvPr>
            <p:custDataLst>
              <p:tags r:id="rId8"/>
            </p:custDataLst>
          </p:nvPr>
        </p:nvSpPr>
        <p:spPr>
          <a:xfrm>
            <a:off x="113848" y="4501740"/>
            <a:ext cx="3130729" cy="1059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此处输入你的正文</a:t>
            </a:r>
            <a:endParaRPr lang="en-US" altLang="zh-CN" sz="1940" kern="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 algn="r">
              <a:lnSpc>
                <a:spcPct val="130000"/>
              </a:lnSpc>
            </a:pPr>
            <a:r>
              <a:rPr lang="zh-CN" altLang="en-US" sz="194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文字是您理想的提炼</a:t>
            </a:r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/>
            <a:endParaRPr lang="zh-CN" altLang="en-US" sz="124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8" name="组合 7"/>
          <p:cNvGrpSpPr/>
          <p:nvPr>
            <p:custDataLst>
              <p:tags r:id="rId9"/>
            </p:custDataLst>
          </p:nvPr>
        </p:nvGrpSpPr>
        <p:grpSpPr>
          <a:xfrm>
            <a:off x="3572630" y="1383310"/>
            <a:ext cx="2097381" cy="2097381"/>
            <a:chOff x="5160201" y="1998115"/>
            <a:chExt cx="3024742" cy="3024742"/>
          </a:xfrm>
        </p:grpSpPr>
        <p:grpSp>
          <p:nvGrpSpPr>
            <p:cNvPr id="69" name="Group 11"/>
            <p:cNvGrpSpPr/>
            <p:nvPr/>
          </p:nvGrpSpPr>
          <p:grpSpPr bwMode="auto">
            <a:xfrm>
              <a:off x="5160201" y="1998115"/>
              <a:ext cx="3024742" cy="3024742"/>
              <a:chOff x="0" y="0"/>
              <a:chExt cx="1232" cy="1232"/>
            </a:xfrm>
          </p:grpSpPr>
          <p:sp>
            <p:nvSpPr>
              <p:cNvPr id="1048675" name="Freeform 4"/>
              <p:cNvSpPr>
                <a:spLocks noEditPoints="1"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88" y="288"/>
                <a:ext cx="656" cy="656"/>
              </a:xfrm>
              <a:custGeom>
                <a:avLst/>
                <a:gdLst>
                  <a:gd name="T0" fmla="*/ 2 w 656"/>
                  <a:gd name="T1" fmla="*/ 362 h 656"/>
                  <a:gd name="T2" fmla="*/ 26 w 656"/>
                  <a:gd name="T3" fmla="*/ 456 h 656"/>
                  <a:gd name="T4" fmla="*/ 74 w 656"/>
                  <a:gd name="T5" fmla="*/ 536 h 656"/>
                  <a:gd name="T6" fmla="*/ 144 w 656"/>
                  <a:gd name="T7" fmla="*/ 600 h 656"/>
                  <a:gd name="T8" fmla="*/ 230 w 656"/>
                  <a:gd name="T9" fmla="*/ 642 h 656"/>
                  <a:gd name="T10" fmla="*/ 328 w 656"/>
                  <a:gd name="T11" fmla="*/ 656 h 656"/>
                  <a:gd name="T12" fmla="*/ 426 w 656"/>
                  <a:gd name="T13" fmla="*/ 642 h 656"/>
                  <a:gd name="T14" fmla="*/ 512 w 656"/>
                  <a:gd name="T15" fmla="*/ 600 h 656"/>
                  <a:gd name="T16" fmla="*/ 582 w 656"/>
                  <a:gd name="T17" fmla="*/ 536 h 656"/>
                  <a:gd name="T18" fmla="*/ 630 w 656"/>
                  <a:gd name="T19" fmla="*/ 456 h 656"/>
                  <a:gd name="T20" fmla="*/ 654 w 656"/>
                  <a:gd name="T21" fmla="*/ 362 h 656"/>
                  <a:gd name="T22" fmla="*/ 650 w 656"/>
                  <a:gd name="T23" fmla="*/ 262 h 656"/>
                  <a:gd name="T24" fmla="*/ 616 w 656"/>
                  <a:gd name="T25" fmla="*/ 172 h 656"/>
                  <a:gd name="T26" fmla="*/ 560 w 656"/>
                  <a:gd name="T27" fmla="*/ 96 h 656"/>
                  <a:gd name="T28" fmla="*/ 484 w 656"/>
                  <a:gd name="T29" fmla="*/ 40 h 656"/>
                  <a:gd name="T30" fmla="*/ 394 w 656"/>
                  <a:gd name="T31" fmla="*/ 6 h 656"/>
                  <a:gd name="T32" fmla="*/ 294 w 656"/>
                  <a:gd name="T33" fmla="*/ 2 h 656"/>
                  <a:gd name="T34" fmla="*/ 200 w 656"/>
                  <a:gd name="T35" fmla="*/ 26 h 656"/>
                  <a:gd name="T36" fmla="*/ 120 w 656"/>
                  <a:gd name="T37" fmla="*/ 74 h 656"/>
                  <a:gd name="T38" fmla="*/ 56 w 656"/>
                  <a:gd name="T39" fmla="*/ 144 h 656"/>
                  <a:gd name="T40" fmla="*/ 14 w 656"/>
                  <a:gd name="T41" fmla="*/ 230 h 656"/>
                  <a:gd name="T42" fmla="*/ 0 w 656"/>
                  <a:gd name="T43" fmla="*/ 328 h 656"/>
                  <a:gd name="T44" fmla="*/ 82 w 656"/>
                  <a:gd name="T45" fmla="*/ 302 h 656"/>
                  <a:gd name="T46" fmla="*/ 100 w 656"/>
                  <a:gd name="T47" fmla="*/ 232 h 656"/>
                  <a:gd name="T48" fmla="*/ 136 w 656"/>
                  <a:gd name="T49" fmla="*/ 170 h 656"/>
                  <a:gd name="T50" fmla="*/ 190 w 656"/>
                  <a:gd name="T51" fmla="*/ 122 h 656"/>
                  <a:gd name="T52" fmla="*/ 254 w 656"/>
                  <a:gd name="T53" fmla="*/ 92 h 656"/>
                  <a:gd name="T54" fmla="*/ 328 w 656"/>
                  <a:gd name="T55" fmla="*/ 80 h 656"/>
                  <a:gd name="T56" fmla="*/ 402 w 656"/>
                  <a:gd name="T57" fmla="*/ 92 h 656"/>
                  <a:gd name="T58" fmla="*/ 466 w 656"/>
                  <a:gd name="T59" fmla="*/ 122 h 656"/>
                  <a:gd name="T60" fmla="*/ 520 w 656"/>
                  <a:gd name="T61" fmla="*/ 170 h 656"/>
                  <a:gd name="T62" fmla="*/ 556 w 656"/>
                  <a:gd name="T63" fmla="*/ 232 h 656"/>
                  <a:gd name="T64" fmla="*/ 574 w 656"/>
                  <a:gd name="T65" fmla="*/ 302 h 656"/>
                  <a:gd name="T66" fmla="*/ 570 w 656"/>
                  <a:gd name="T67" fmla="*/ 378 h 656"/>
                  <a:gd name="T68" fmla="*/ 546 w 656"/>
                  <a:gd name="T69" fmla="*/ 446 h 656"/>
                  <a:gd name="T70" fmla="*/ 504 w 656"/>
                  <a:gd name="T71" fmla="*/ 504 h 656"/>
                  <a:gd name="T72" fmla="*/ 446 w 656"/>
                  <a:gd name="T73" fmla="*/ 546 h 656"/>
                  <a:gd name="T74" fmla="*/ 378 w 656"/>
                  <a:gd name="T75" fmla="*/ 570 h 656"/>
                  <a:gd name="T76" fmla="*/ 302 w 656"/>
                  <a:gd name="T77" fmla="*/ 574 h 656"/>
                  <a:gd name="T78" fmla="*/ 232 w 656"/>
                  <a:gd name="T79" fmla="*/ 556 h 656"/>
                  <a:gd name="T80" fmla="*/ 170 w 656"/>
                  <a:gd name="T81" fmla="*/ 520 h 656"/>
                  <a:gd name="T82" fmla="*/ 122 w 656"/>
                  <a:gd name="T83" fmla="*/ 466 h 656"/>
                  <a:gd name="T84" fmla="*/ 92 w 656"/>
                  <a:gd name="T85" fmla="*/ 402 h 656"/>
                  <a:gd name="T86" fmla="*/ 80 w 656"/>
                  <a:gd name="T87" fmla="*/ 328 h 65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56"/>
                  <a:gd name="T133" fmla="*/ 0 h 656"/>
                  <a:gd name="T134" fmla="*/ 656 w 656"/>
                  <a:gd name="T135" fmla="*/ 656 h 65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56" h="656">
                    <a:moveTo>
                      <a:pt x="0" y="328"/>
                    </a:moveTo>
                    <a:lnTo>
                      <a:pt x="0" y="328"/>
                    </a:lnTo>
                    <a:lnTo>
                      <a:pt x="2" y="362"/>
                    </a:lnTo>
                    <a:lnTo>
                      <a:pt x="6" y="394"/>
                    </a:lnTo>
                    <a:lnTo>
                      <a:pt x="14" y="426"/>
                    </a:lnTo>
                    <a:lnTo>
                      <a:pt x="26" y="456"/>
                    </a:lnTo>
                    <a:lnTo>
                      <a:pt x="40" y="484"/>
                    </a:lnTo>
                    <a:lnTo>
                      <a:pt x="56" y="512"/>
                    </a:lnTo>
                    <a:lnTo>
                      <a:pt x="74" y="536"/>
                    </a:lnTo>
                    <a:lnTo>
                      <a:pt x="96" y="560"/>
                    </a:lnTo>
                    <a:lnTo>
                      <a:pt x="120" y="582"/>
                    </a:lnTo>
                    <a:lnTo>
                      <a:pt x="144" y="600"/>
                    </a:lnTo>
                    <a:lnTo>
                      <a:pt x="172" y="616"/>
                    </a:lnTo>
                    <a:lnTo>
                      <a:pt x="200" y="630"/>
                    </a:lnTo>
                    <a:lnTo>
                      <a:pt x="230" y="642"/>
                    </a:lnTo>
                    <a:lnTo>
                      <a:pt x="262" y="650"/>
                    </a:lnTo>
                    <a:lnTo>
                      <a:pt x="294" y="654"/>
                    </a:lnTo>
                    <a:lnTo>
                      <a:pt x="328" y="656"/>
                    </a:lnTo>
                    <a:lnTo>
                      <a:pt x="362" y="654"/>
                    </a:lnTo>
                    <a:lnTo>
                      <a:pt x="394" y="650"/>
                    </a:lnTo>
                    <a:lnTo>
                      <a:pt x="426" y="642"/>
                    </a:lnTo>
                    <a:lnTo>
                      <a:pt x="456" y="630"/>
                    </a:lnTo>
                    <a:lnTo>
                      <a:pt x="484" y="616"/>
                    </a:lnTo>
                    <a:lnTo>
                      <a:pt x="512" y="600"/>
                    </a:lnTo>
                    <a:lnTo>
                      <a:pt x="536" y="582"/>
                    </a:lnTo>
                    <a:lnTo>
                      <a:pt x="560" y="560"/>
                    </a:lnTo>
                    <a:lnTo>
                      <a:pt x="582" y="536"/>
                    </a:lnTo>
                    <a:lnTo>
                      <a:pt x="600" y="512"/>
                    </a:lnTo>
                    <a:lnTo>
                      <a:pt x="616" y="484"/>
                    </a:lnTo>
                    <a:lnTo>
                      <a:pt x="630" y="456"/>
                    </a:lnTo>
                    <a:lnTo>
                      <a:pt x="642" y="426"/>
                    </a:lnTo>
                    <a:lnTo>
                      <a:pt x="650" y="394"/>
                    </a:lnTo>
                    <a:lnTo>
                      <a:pt x="654" y="362"/>
                    </a:lnTo>
                    <a:lnTo>
                      <a:pt x="656" y="328"/>
                    </a:lnTo>
                    <a:lnTo>
                      <a:pt x="654" y="294"/>
                    </a:lnTo>
                    <a:lnTo>
                      <a:pt x="650" y="262"/>
                    </a:lnTo>
                    <a:lnTo>
                      <a:pt x="642" y="230"/>
                    </a:lnTo>
                    <a:lnTo>
                      <a:pt x="630" y="200"/>
                    </a:lnTo>
                    <a:lnTo>
                      <a:pt x="616" y="172"/>
                    </a:lnTo>
                    <a:lnTo>
                      <a:pt x="600" y="144"/>
                    </a:lnTo>
                    <a:lnTo>
                      <a:pt x="582" y="120"/>
                    </a:lnTo>
                    <a:lnTo>
                      <a:pt x="560" y="96"/>
                    </a:lnTo>
                    <a:lnTo>
                      <a:pt x="536" y="74"/>
                    </a:lnTo>
                    <a:lnTo>
                      <a:pt x="512" y="56"/>
                    </a:lnTo>
                    <a:lnTo>
                      <a:pt x="484" y="40"/>
                    </a:lnTo>
                    <a:lnTo>
                      <a:pt x="456" y="26"/>
                    </a:lnTo>
                    <a:lnTo>
                      <a:pt x="426" y="14"/>
                    </a:lnTo>
                    <a:lnTo>
                      <a:pt x="394" y="6"/>
                    </a:lnTo>
                    <a:lnTo>
                      <a:pt x="362" y="2"/>
                    </a:lnTo>
                    <a:lnTo>
                      <a:pt x="328" y="0"/>
                    </a:lnTo>
                    <a:lnTo>
                      <a:pt x="294" y="2"/>
                    </a:lnTo>
                    <a:lnTo>
                      <a:pt x="262" y="6"/>
                    </a:lnTo>
                    <a:lnTo>
                      <a:pt x="230" y="14"/>
                    </a:lnTo>
                    <a:lnTo>
                      <a:pt x="200" y="26"/>
                    </a:lnTo>
                    <a:lnTo>
                      <a:pt x="172" y="40"/>
                    </a:lnTo>
                    <a:lnTo>
                      <a:pt x="144" y="56"/>
                    </a:lnTo>
                    <a:lnTo>
                      <a:pt x="120" y="74"/>
                    </a:lnTo>
                    <a:lnTo>
                      <a:pt x="96" y="96"/>
                    </a:lnTo>
                    <a:lnTo>
                      <a:pt x="74" y="120"/>
                    </a:lnTo>
                    <a:lnTo>
                      <a:pt x="56" y="144"/>
                    </a:lnTo>
                    <a:lnTo>
                      <a:pt x="40" y="172"/>
                    </a:lnTo>
                    <a:lnTo>
                      <a:pt x="26" y="200"/>
                    </a:lnTo>
                    <a:lnTo>
                      <a:pt x="14" y="230"/>
                    </a:lnTo>
                    <a:lnTo>
                      <a:pt x="6" y="262"/>
                    </a:lnTo>
                    <a:lnTo>
                      <a:pt x="2" y="294"/>
                    </a:lnTo>
                    <a:lnTo>
                      <a:pt x="0" y="328"/>
                    </a:lnTo>
                    <a:close/>
                    <a:moveTo>
                      <a:pt x="80" y="328"/>
                    </a:moveTo>
                    <a:lnTo>
                      <a:pt x="80" y="328"/>
                    </a:lnTo>
                    <a:lnTo>
                      <a:pt x="82" y="302"/>
                    </a:lnTo>
                    <a:lnTo>
                      <a:pt x="86" y="278"/>
                    </a:lnTo>
                    <a:lnTo>
                      <a:pt x="92" y="254"/>
                    </a:lnTo>
                    <a:lnTo>
                      <a:pt x="100" y="232"/>
                    </a:lnTo>
                    <a:lnTo>
                      <a:pt x="110" y="210"/>
                    </a:lnTo>
                    <a:lnTo>
                      <a:pt x="122" y="190"/>
                    </a:lnTo>
                    <a:lnTo>
                      <a:pt x="136" y="170"/>
                    </a:lnTo>
                    <a:lnTo>
                      <a:pt x="152" y="152"/>
                    </a:lnTo>
                    <a:lnTo>
                      <a:pt x="170" y="136"/>
                    </a:lnTo>
                    <a:lnTo>
                      <a:pt x="190" y="122"/>
                    </a:lnTo>
                    <a:lnTo>
                      <a:pt x="210" y="110"/>
                    </a:lnTo>
                    <a:lnTo>
                      <a:pt x="232" y="100"/>
                    </a:lnTo>
                    <a:lnTo>
                      <a:pt x="254" y="92"/>
                    </a:lnTo>
                    <a:lnTo>
                      <a:pt x="278" y="86"/>
                    </a:lnTo>
                    <a:lnTo>
                      <a:pt x="302" y="82"/>
                    </a:lnTo>
                    <a:lnTo>
                      <a:pt x="328" y="80"/>
                    </a:lnTo>
                    <a:lnTo>
                      <a:pt x="354" y="82"/>
                    </a:lnTo>
                    <a:lnTo>
                      <a:pt x="378" y="86"/>
                    </a:lnTo>
                    <a:lnTo>
                      <a:pt x="402" y="92"/>
                    </a:lnTo>
                    <a:lnTo>
                      <a:pt x="424" y="100"/>
                    </a:lnTo>
                    <a:lnTo>
                      <a:pt x="446" y="110"/>
                    </a:lnTo>
                    <a:lnTo>
                      <a:pt x="466" y="122"/>
                    </a:lnTo>
                    <a:lnTo>
                      <a:pt x="486" y="136"/>
                    </a:lnTo>
                    <a:lnTo>
                      <a:pt x="504" y="152"/>
                    </a:lnTo>
                    <a:lnTo>
                      <a:pt x="520" y="170"/>
                    </a:lnTo>
                    <a:lnTo>
                      <a:pt x="534" y="190"/>
                    </a:lnTo>
                    <a:lnTo>
                      <a:pt x="546" y="210"/>
                    </a:lnTo>
                    <a:lnTo>
                      <a:pt x="556" y="232"/>
                    </a:lnTo>
                    <a:lnTo>
                      <a:pt x="564" y="254"/>
                    </a:lnTo>
                    <a:lnTo>
                      <a:pt x="570" y="278"/>
                    </a:lnTo>
                    <a:lnTo>
                      <a:pt x="574" y="302"/>
                    </a:lnTo>
                    <a:lnTo>
                      <a:pt x="576" y="328"/>
                    </a:lnTo>
                    <a:lnTo>
                      <a:pt x="574" y="354"/>
                    </a:lnTo>
                    <a:lnTo>
                      <a:pt x="570" y="378"/>
                    </a:lnTo>
                    <a:lnTo>
                      <a:pt x="564" y="402"/>
                    </a:lnTo>
                    <a:lnTo>
                      <a:pt x="556" y="424"/>
                    </a:lnTo>
                    <a:lnTo>
                      <a:pt x="546" y="446"/>
                    </a:lnTo>
                    <a:lnTo>
                      <a:pt x="534" y="466"/>
                    </a:lnTo>
                    <a:lnTo>
                      <a:pt x="520" y="486"/>
                    </a:lnTo>
                    <a:lnTo>
                      <a:pt x="504" y="504"/>
                    </a:lnTo>
                    <a:lnTo>
                      <a:pt x="486" y="520"/>
                    </a:lnTo>
                    <a:lnTo>
                      <a:pt x="466" y="534"/>
                    </a:lnTo>
                    <a:lnTo>
                      <a:pt x="446" y="546"/>
                    </a:lnTo>
                    <a:lnTo>
                      <a:pt x="424" y="556"/>
                    </a:lnTo>
                    <a:lnTo>
                      <a:pt x="402" y="564"/>
                    </a:lnTo>
                    <a:lnTo>
                      <a:pt x="378" y="570"/>
                    </a:lnTo>
                    <a:lnTo>
                      <a:pt x="354" y="574"/>
                    </a:lnTo>
                    <a:lnTo>
                      <a:pt x="328" y="576"/>
                    </a:lnTo>
                    <a:lnTo>
                      <a:pt x="302" y="574"/>
                    </a:lnTo>
                    <a:lnTo>
                      <a:pt x="278" y="570"/>
                    </a:lnTo>
                    <a:lnTo>
                      <a:pt x="254" y="564"/>
                    </a:lnTo>
                    <a:lnTo>
                      <a:pt x="232" y="556"/>
                    </a:lnTo>
                    <a:lnTo>
                      <a:pt x="210" y="546"/>
                    </a:lnTo>
                    <a:lnTo>
                      <a:pt x="190" y="534"/>
                    </a:lnTo>
                    <a:lnTo>
                      <a:pt x="170" y="520"/>
                    </a:lnTo>
                    <a:lnTo>
                      <a:pt x="152" y="504"/>
                    </a:lnTo>
                    <a:lnTo>
                      <a:pt x="136" y="486"/>
                    </a:lnTo>
                    <a:lnTo>
                      <a:pt x="122" y="466"/>
                    </a:lnTo>
                    <a:lnTo>
                      <a:pt x="110" y="446"/>
                    </a:lnTo>
                    <a:lnTo>
                      <a:pt x="100" y="424"/>
                    </a:lnTo>
                    <a:lnTo>
                      <a:pt x="92" y="402"/>
                    </a:lnTo>
                    <a:lnTo>
                      <a:pt x="86" y="378"/>
                    </a:lnTo>
                    <a:lnTo>
                      <a:pt x="82" y="354"/>
                    </a:lnTo>
                    <a:lnTo>
                      <a:pt x="80" y="328"/>
                    </a:lnTo>
                    <a:close/>
                  </a:path>
                </a:pathLst>
              </a:custGeom>
              <a:solidFill>
                <a:srgbClr val="404040">
                  <a:alpha val="31000"/>
                </a:srgbClr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316230"/>
                <a:endParaRPr lang="zh-CN" altLang="zh-CN" sz="1245">
                  <a:solidFill>
                    <a:srgbClr val="000000"/>
                  </a:solidFill>
                  <a:latin typeface="HYXuanSong 75J" panose="00020600040101010101" charset="-122"/>
                  <a:ea typeface="HYXuanSong 75J" panose="00020600040101010101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048676" name="Freeform 5"/>
              <p:cNvSpPr>
                <a:spLocks noEditPoints="1"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44" y="144"/>
                <a:ext cx="944" cy="944"/>
              </a:xfrm>
              <a:custGeom>
                <a:avLst/>
                <a:gdLst>
                  <a:gd name="T0" fmla="*/ 0 w 944"/>
                  <a:gd name="T1" fmla="*/ 496 h 944"/>
                  <a:gd name="T2" fmla="*/ 10 w 944"/>
                  <a:gd name="T3" fmla="*/ 568 h 944"/>
                  <a:gd name="T4" fmla="*/ 58 w 944"/>
                  <a:gd name="T5" fmla="*/ 696 h 944"/>
                  <a:gd name="T6" fmla="*/ 138 w 944"/>
                  <a:gd name="T7" fmla="*/ 806 h 944"/>
                  <a:gd name="T8" fmla="*/ 248 w 944"/>
                  <a:gd name="T9" fmla="*/ 886 h 944"/>
                  <a:gd name="T10" fmla="*/ 376 w 944"/>
                  <a:gd name="T11" fmla="*/ 934 h 944"/>
                  <a:gd name="T12" fmla="*/ 448 w 944"/>
                  <a:gd name="T13" fmla="*/ 944 h 944"/>
                  <a:gd name="T14" fmla="*/ 520 w 944"/>
                  <a:gd name="T15" fmla="*/ 942 h 944"/>
                  <a:gd name="T16" fmla="*/ 612 w 944"/>
                  <a:gd name="T17" fmla="*/ 922 h 944"/>
                  <a:gd name="T18" fmla="*/ 736 w 944"/>
                  <a:gd name="T19" fmla="*/ 864 h 944"/>
                  <a:gd name="T20" fmla="*/ 836 w 944"/>
                  <a:gd name="T21" fmla="*/ 772 h 944"/>
                  <a:gd name="T22" fmla="*/ 906 w 944"/>
                  <a:gd name="T23" fmla="*/ 656 h 944"/>
                  <a:gd name="T24" fmla="*/ 938 w 944"/>
                  <a:gd name="T25" fmla="*/ 544 h 944"/>
                  <a:gd name="T26" fmla="*/ 944 w 944"/>
                  <a:gd name="T27" fmla="*/ 472 h 944"/>
                  <a:gd name="T28" fmla="*/ 938 w 944"/>
                  <a:gd name="T29" fmla="*/ 400 h 944"/>
                  <a:gd name="T30" fmla="*/ 906 w 944"/>
                  <a:gd name="T31" fmla="*/ 288 h 944"/>
                  <a:gd name="T32" fmla="*/ 836 w 944"/>
                  <a:gd name="T33" fmla="*/ 172 h 944"/>
                  <a:gd name="T34" fmla="*/ 736 w 944"/>
                  <a:gd name="T35" fmla="*/ 80 h 944"/>
                  <a:gd name="T36" fmla="*/ 612 w 944"/>
                  <a:gd name="T37" fmla="*/ 22 h 944"/>
                  <a:gd name="T38" fmla="*/ 520 w 944"/>
                  <a:gd name="T39" fmla="*/ 2 h 944"/>
                  <a:gd name="T40" fmla="*/ 448 w 944"/>
                  <a:gd name="T41" fmla="*/ 0 h 944"/>
                  <a:gd name="T42" fmla="*/ 376 w 944"/>
                  <a:gd name="T43" fmla="*/ 10 h 944"/>
                  <a:gd name="T44" fmla="*/ 248 w 944"/>
                  <a:gd name="T45" fmla="*/ 58 h 944"/>
                  <a:gd name="T46" fmla="*/ 138 w 944"/>
                  <a:gd name="T47" fmla="*/ 138 h 944"/>
                  <a:gd name="T48" fmla="*/ 58 w 944"/>
                  <a:gd name="T49" fmla="*/ 248 h 944"/>
                  <a:gd name="T50" fmla="*/ 10 w 944"/>
                  <a:gd name="T51" fmla="*/ 376 h 944"/>
                  <a:gd name="T52" fmla="*/ 0 w 944"/>
                  <a:gd name="T53" fmla="*/ 448 h 944"/>
                  <a:gd name="T54" fmla="*/ 80 w 944"/>
                  <a:gd name="T55" fmla="*/ 472 h 944"/>
                  <a:gd name="T56" fmla="*/ 98 w 944"/>
                  <a:gd name="T57" fmla="*/ 356 h 944"/>
                  <a:gd name="T58" fmla="*/ 148 w 944"/>
                  <a:gd name="T59" fmla="*/ 252 h 944"/>
                  <a:gd name="T60" fmla="*/ 222 w 944"/>
                  <a:gd name="T61" fmla="*/ 170 h 944"/>
                  <a:gd name="T62" fmla="*/ 320 w 944"/>
                  <a:gd name="T63" fmla="*/ 110 h 944"/>
                  <a:gd name="T64" fmla="*/ 432 w 944"/>
                  <a:gd name="T65" fmla="*/ 82 h 944"/>
                  <a:gd name="T66" fmla="*/ 550 w 944"/>
                  <a:gd name="T67" fmla="*/ 88 h 944"/>
                  <a:gd name="T68" fmla="*/ 658 w 944"/>
                  <a:gd name="T69" fmla="*/ 128 h 944"/>
                  <a:gd name="T70" fmla="*/ 750 w 944"/>
                  <a:gd name="T71" fmla="*/ 194 h 944"/>
                  <a:gd name="T72" fmla="*/ 816 w 944"/>
                  <a:gd name="T73" fmla="*/ 286 h 944"/>
                  <a:gd name="T74" fmla="*/ 856 w 944"/>
                  <a:gd name="T75" fmla="*/ 394 h 944"/>
                  <a:gd name="T76" fmla="*/ 862 w 944"/>
                  <a:gd name="T77" fmla="*/ 512 h 944"/>
                  <a:gd name="T78" fmla="*/ 834 w 944"/>
                  <a:gd name="T79" fmla="*/ 624 h 944"/>
                  <a:gd name="T80" fmla="*/ 774 w 944"/>
                  <a:gd name="T81" fmla="*/ 722 h 944"/>
                  <a:gd name="T82" fmla="*/ 692 w 944"/>
                  <a:gd name="T83" fmla="*/ 796 h 944"/>
                  <a:gd name="T84" fmla="*/ 588 w 944"/>
                  <a:gd name="T85" fmla="*/ 846 h 944"/>
                  <a:gd name="T86" fmla="*/ 472 w 944"/>
                  <a:gd name="T87" fmla="*/ 864 h 944"/>
                  <a:gd name="T88" fmla="*/ 356 w 944"/>
                  <a:gd name="T89" fmla="*/ 846 h 944"/>
                  <a:gd name="T90" fmla="*/ 252 w 944"/>
                  <a:gd name="T91" fmla="*/ 796 h 944"/>
                  <a:gd name="T92" fmla="*/ 170 w 944"/>
                  <a:gd name="T93" fmla="*/ 722 h 944"/>
                  <a:gd name="T94" fmla="*/ 110 w 944"/>
                  <a:gd name="T95" fmla="*/ 624 h 944"/>
                  <a:gd name="T96" fmla="*/ 82 w 944"/>
                  <a:gd name="T97" fmla="*/ 512 h 94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44"/>
                  <a:gd name="T148" fmla="*/ 0 h 944"/>
                  <a:gd name="T149" fmla="*/ 944 w 944"/>
                  <a:gd name="T150" fmla="*/ 944 h 94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44" h="944">
                    <a:moveTo>
                      <a:pt x="0" y="472"/>
                    </a:moveTo>
                    <a:lnTo>
                      <a:pt x="0" y="472"/>
                    </a:lnTo>
                    <a:lnTo>
                      <a:pt x="0" y="496"/>
                    </a:lnTo>
                    <a:lnTo>
                      <a:pt x="2" y="520"/>
                    </a:lnTo>
                    <a:lnTo>
                      <a:pt x="6" y="544"/>
                    </a:lnTo>
                    <a:lnTo>
                      <a:pt x="10" y="568"/>
                    </a:lnTo>
                    <a:lnTo>
                      <a:pt x="22" y="612"/>
                    </a:lnTo>
                    <a:lnTo>
                      <a:pt x="38" y="656"/>
                    </a:lnTo>
                    <a:lnTo>
                      <a:pt x="58" y="696"/>
                    </a:lnTo>
                    <a:lnTo>
                      <a:pt x="80" y="736"/>
                    </a:lnTo>
                    <a:lnTo>
                      <a:pt x="108" y="772"/>
                    </a:lnTo>
                    <a:lnTo>
                      <a:pt x="138" y="806"/>
                    </a:lnTo>
                    <a:lnTo>
                      <a:pt x="172" y="836"/>
                    </a:lnTo>
                    <a:lnTo>
                      <a:pt x="208" y="864"/>
                    </a:lnTo>
                    <a:lnTo>
                      <a:pt x="248" y="886"/>
                    </a:lnTo>
                    <a:lnTo>
                      <a:pt x="288" y="906"/>
                    </a:lnTo>
                    <a:lnTo>
                      <a:pt x="332" y="922"/>
                    </a:lnTo>
                    <a:lnTo>
                      <a:pt x="376" y="934"/>
                    </a:lnTo>
                    <a:lnTo>
                      <a:pt x="400" y="938"/>
                    </a:lnTo>
                    <a:lnTo>
                      <a:pt x="424" y="942"/>
                    </a:lnTo>
                    <a:lnTo>
                      <a:pt x="448" y="944"/>
                    </a:lnTo>
                    <a:lnTo>
                      <a:pt x="472" y="944"/>
                    </a:lnTo>
                    <a:lnTo>
                      <a:pt x="496" y="944"/>
                    </a:lnTo>
                    <a:lnTo>
                      <a:pt x="520" y="942"/>
                    </a:lnTo>
                    <a:lnTo>
                      <a:pt x="544" y="938"/>
                    </a:lnTo>
                    <a:lnTo>
                      <a:pt x="568" y="934"/>
                    </a:lnTo>
                    <a:lnTo>
                      <a:pt x="612" y="922"/>
                    </a:lnTo>
                    <a:lnTo>
                      <a:pt x="656" y="906"/>
                    </a:lnTo>
                    <a:lnTo>
                      <a:pt x="696" y="886"/>
                    </a:lnTo>
                    <a:lnTo>
                      <a:pt x="736" y="864"/>
                    </a:lnTo>
                    <a:lnTo>
                      <a:pt x="772" y="836"/>
                    </a:lnTo>
                    <a:lnTo>
                      <a:pt x="806" y="806"/>
                    </a:lnTo>
                    <a:lnTo>
                      <a:pt x="836" y="772"/>
                    </a:lnTo>
                    <a:lnTo>
                      <a:pt x="864" y="736"/>
                    </a:lnTo>
                    <a:lnTo>
                      <a:pt x="886" y="696"/>
                    </a:lnTo>
                    <a:lnTo>
                      <a:pt x="906" y="656"/>
                    </a:lnTo>
                    <a:lnTo>
                      <a:pt x="922" y="612"/>
                    </a:lnTo>
                    <a:lnTo>
                      <a:pt x="934" y="568"/>
                    </a:lnTo>
                    <a:lnTo>
                      <a:pt x="938" y="544"/>
                    </a:lnTo>
                    <a:lnTo>
                      <a:pt x="942" y="520"/>
                    </a:lnTo>
                    <a:lnTo>
                      <a:pt x="944" y="496"/>
                    </a:lnTo>
                    <a:lnTo>
                      <a:pt x="944" y="472"/>
                    </a:lnTo>
                    <a:lnTo>
                      <a:pt x="944" y="448"/>
                    </a:lnTo>
                    <a:lnTo>
                      <a:pt x="942" y="424"/>
                    </a:lnTo>
                    <a:lnTo>
                      <a:pt x="938" y="400"/>
                    </a:lnTo>
                    <a:lnTo>
                      <a:pt x="934" y="376"/>
                    </a:lnTo>
                    <a:lnTo>
                      <a:pt x="922" y="332"/>
                    </a:lnTo>
                    <a:lnTo>
                      <a:pt x="906" y="288"/>
                    </a:lnTo>
                    <a:lnTo>
                      <a:pt x="886" y="248"/>
                    </a:lnTo>
                    <a:lnTo>
                      <a:pt x="864" y="208"/>
                    </a:lnTo>
                    <a:lnTo>
                      <a:pt x="836" y="172"/>
                    </a:lnTo>
                    <a:lnTo>
                      <a:pt x="806" y="138"/>
                    </a:lnTo>
                    <a:lnTo>
                      <a:pt x="772" y="108"/>
                    </a:lnTo>
                    <a:lnTo>
                      <a:pt x="736" y="80"/>
                    </a:lnTo>
                    <a:lnTo>
                      <a:pt x="696" y="58"/>
                    </a:lnTo>
                    <a:lnTo>
                      <a:pt x="656" y="38"/>
                    </a:lnTo>
                    <a:lnTo>
                      <a:pt x="612" y="22"/>
                    </a:lnTo>
                    <a:lnTo>
                      <a:pt x="568" y="10"/>
                    </a:lnTo>
                    <a:lnTo>
                      <a:pt x="544" y="6"/>
                    </a:lnTo>
                    <a:lnTo>
                      <a:pt x="520" y="2"/>
                    </a:lnTo>
                    <a:lnTo>
                      <a:pt x="496" y="0"/>
                    </a:lnTo>
                    <a:lnTo>
                      <a:pt x="472" y="0"/>
                    </a:lnTo>
                    <a:lnTo>
                      <a:pt x="448" y="0"/>
                    </a:lnTo>
                    <a:lnTo>
                      <a:pt x="424" y="2"/>
                    </a:lnTo>
                    <a:lnTo>
                      <a:pt x="400" y="6"/>
                    </a:lnTo>
                    <a:lnTo>
                      <a:pt x="376" y="10"/>
                    </a:lnTo>
                    <a:lnTo>
                      <a:pt x="332" y="22"/>
                    </a:lnTo>
                    <a:lnTo>
                      <a:pt x="288" y="38"/>
                    </a:lnTo>
                    <a:lnTo>
                      <a:pt x="248" y="58"/>
                    </a:lnTo>
                    <a:lnTo>
                      <a:pt x="208" y="80"/>
                    </a:lnTo>
                    <a:lnTo>
                      <a:pt x="172" y="108"/>
                    </a:lnTo>
                    <a:lnTo>
                      <a:pt x="138" y="138"/>
                    </a:lnTo>
                    <a:lnTo>
                      <a:pt x="108" y="172"/>
                    </a:lnTo>
                    <a:lnTo>
                      <a:pt x="80" y="208"/>
                    </a:lnTo>
                    <a:lnTo>
                      <a:pt x="58" y="248"/>
                    </a:lnTo>
                    <a:lnTo>
                      <a:pt x="38" y="288"/>
                    </a:lnTo>
                    <a:lnTo>
                      <a:pt x="22" y="332"/>
                    </a:lnTo>
                    <a:lnTo>
                      <a:pt x="10" y="376"/>
                    </a:lnTo>
                    <a:lnTo>
                      <a:pt x="6" y="400"/>
                    </a:lnTo>
                    <a:lnTo>
                      <a:pt x="2" y="424"/>
                    </a:lnTo>
                    <a:lnTo>
                      <a:pt x="0" y="448"/>
                    </a:lnTo>
                    <a:lnTo>
                      <a:pt x="0" y="472"/>
                    </a:lnTo>
                    <a:close/>
                    <a:moveTo>
                      <a:pt x="80" y="472"/>
                    </a:moveTo>
                    <a:lnTo>
                      <a:pt x="80" y="472"/>
                    </a:lnTo>
                    <a:lnTo>
                      <a:pt x="82" y="432"/>
                    </a:lnTo>
                    <a:lnTo>
                      <a:pt x="88" y="394"/>
                    </a:lnTo>
                    <a:lnTo>
                      <a:pt x="98" y="356"/>
                    </a:lnTo>
                    <a:lnTo>
                      <a:pt x="110" y="320"/>
                    </a:lnTo>
                    <a:lnTo>
                      <a:pt x="128" y="286"/>
                    </a:lnTo>
                    <a:lnTo>
                      <a:pt x="148" y="252"/>
                    </a:lnTo>
                    <a:lnTo>
                      <a:pt x="170" y="222"/>
                    </a:lnTo>
                    <a:lnTo>
                      <a:pt x="194" y="194"/>
                    </a:lnTo>
                    <a:lnTo>
                      <a:pt x="222" y="170"/>
                    </a:lnTo>
                    <a:lnTo>
                      <a:pt x="252" y="148"/>
                    </a:lnTo>
                    <a:lnTo>
                      <a:pt x="286" y="128"/>
                    </a:lnTo>
                    <a:lnTo>
                      <a:pt x="320" y="110"/>
                    </a:lnTo>
                    <a:lnTo>
                      <a:pt x="356" y="98"/>
                    </a:lnTo>
                    <a:lnTo>
                      <a:pt x="394" y="88"/>
                    </a:lnTo>
                    <a:lnTo>
                      <a:pt x="432" y="82"/>
                    </a:lnTo>
                    <a:lnTo>
                      <a:pt x="472" y="80"/>
                    </a:lnTo>
                    <a:lnTo>
                      <a:pt x="512" y="82"/>
                    </a:lnTo>
                    <a:lnTo>
                      <a:pt x="550" y="88"/>
                    </a:lnTo>
                    <a:lnTo>
                      <a:pt x="588" y="98"/>
                    </a:lnTo>
                    <a:lnTo>
                      <a:pt x="624" y="110"/>
                    </a:lnTo>
                    <a:lnTo>
                      <a:pt x="658" y="128"/>
                    </a:lnTo>
                    <a:lnTo>
                      <a:pt x="692" y="148"/>
                    </a:lnTo>
                    <a:lnTo>
                      <a:pt x="722" y="170"/>
                    </a:lnTo>
                    <a:lnTo>
                      <a:pt x="750" y="194"/>
                    </a:lnTo>
                    <a:lnTo>
                      <a:pt x="774" y="222"/>
                    </a:lnTo>
                    <a:lnTo>
                      <a:pt x="796" y="252"/>
                    </a:lnTo>
                    <a:lnTo>
                      <a:pt x="816" y="286"/>
                    </a:lnTo>
                    <a:lnTo>
                      <a:pt x="834" y="320"/>
                    </a:lnTo>
                    <a:lnTo>
                      <a:pt x="846" y="356"/>
                    </a:lnTo>
                    <a:lnTo>
                      <a:pt x="856" y="394"/>
                    </a:lnTo>
                    <a:lnTo>
                      <a:pt x="862" y="432"/>
                    </a:lnTo>
                    <a:lnTo>
                      <a:pt x="864" y="472"/>
                    </a:lnTo>
                    <a:lnTo>
                      <a:pt x="862" y="512"/>
                    </a:lnTo>
                    <a:lnTo>
                      <a:pt x="856" y="550"/>
                    </a:lnTo>
                    <a:lnTo>
                      <a:pt x="846" y="588"/>
                    </a:lnTo>
                    <a:lnTo>
                      <a:pt x="834" y="624"/>
                    </a:lnTo>
                    <a:lnTo>
                      <a:pt x="816" y="658"/>
                    </a:lnTo>
                    <a:lnTo>
                      <a:pt x="796" y="692"/>
                    </a:lnTo>
                    <a:lnTo>
                      <a:pt x="774" y="722"/>
                    </a:lnTo>
                    <a:lnTo>
                      <a:pt x="750" y="750"/>
                    </a:lnTo>
                    <a:lnTo>
                      <a:pt x="722" y="774"/>
                    </a:lnTo>
                    <a:lnTo>
                      <a:pt x="692" y="796"/>
                    </a:lnTo>
                    <a:lnTo>
                      <a:pt x="658" y="816"/>
                    </a:lnTo>
                    <a:lnTo>
                      <a:pt x="624" y="834"/>
                    </a:lnTo>
                    <a:lnTo>
                      <a:pt x="588" y="846"/>
                    </a:lnTo>
                    <a:lnTo>
                      <a:pt x="550" y="856"/>
                    </a:lnTo>
                    <a:lnTo>
                      <a:pt x="512" y="862"/>
                    </a:lnTo>
                    <a:lnTo>
                      <a:pt x="472" y="864"/>
                    </a:lnTo>
                    <a:lnTo>
                      <a:pt x="432" y="862"/>
                    </a:lnTo>
                    <a:lnTo>
                      <a:pt x="394" y="856"/>
                    </a:lnTo>
                    <a:lnTo>
                      <a:pt x="356" y="846"/>
                    </a:lnTo>
                    <a:lnTo>
                      <a:pt x="320" y="834"/>
                    </a:lnTo>
                    <a:lnTo>
                      <a:pt x="286" y="816"/>
                    </a:lnTo>
                    <a:lnTo>
                      <a:pt x="252" y="796"/>
                    </a:lnTo>
                    <a:lnTo>
                      <a:pt x="222" y="774"/>
                    </a:lnTo>
                    <a:lnTo>
                      <a:pt x="194" y="750"/>
                    </a:lnTo>
                    <a:lnTo>
                      <a:pt x="170" y="722"/>
                    </a:lnTo>
                    <a:lnTo>
                      <a:pt x="148" y="692"/>
                    </a:lnTo>
                    <a:lnTo>
                      <a:pt x="128" y="658"/>
                    </a:lnTo>
                    <a:lnTo>
                      <a:pt x="110" y="624"/>
                    </a:lnTo>
                    <a:lnTo>
                      <a:pt x="98" y="588"/>
                    </a:lnTo>
                    <a:lnTo>
                      <a:pt x="88" y="550"/>
                    </a:lnTo>
                    <a:lnTo>
                      <a:pt x="82" y="512"/>
                    </a:lnTo>
                    <a:lnTo>
                      <a:pt x="80" y="472"/>
                    </a:lnTo>
                    <a:close/>
                  </a:path>
                </a:pathLst>
              </a:custGeom>
              <a:solidFill>
                <a:srgbClr val="404040">
                  <a:alpha val="20000"/>
                </a:srgbClr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316230"/>
                <a:endParaRPr lang="zh-CN" altLang="zh-CN" sz="1245">
                  <a:solidFill>
                    <a:srgbClr val="000000"/>
                  </a:solidFill>
                  <a:latin typeface="HYXuanSong 75J" panose="00020600040101010101" charset="-122"/>
                  <a:ea typeface="HYXuanSong 75J" panose="00020600040101010101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048677" name="Freeform 6"/>
              <p:cNvSpPr>
                <a:spLocks noEditPoints="1"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0" y="0"/>
                <a:ext cx="1232" cy="1232"/>
              </a:xfrm>
              <a:custGeom>
                <a:avLst/>
                <a:gdLst>
                  <a:gd name="T0" fmla="*/ 8 w 1232"/>
                  <a:gd name="T1" fmla="*/ 710 h 1232"/>
                  <a:gd name="T2" fmla="*/ 48 w 1232"/>
                  <a:gd name="T3" fmla="*/ 856 h 1232"/>
                  <a:gd name="T4" fmla="*/ 122 w 1232"/>
                  <a:gd name="T5" fmla="*/ 984 h 1232"/>
                  <a:gd name="T6" fmla="*/ 224 w 1232"/>
                  <a:gd name="T7" fmla="*/ 1092 h 1232"/>
                  <a:gd name="T8" fmla="*/ 350 w 1232"/>
                  <a:gd name="T9" fmla="*/ 1172 h 1232"/>
                  <a:gd name="T10" fmla="*/ 492 w 1232"/>
                  <a:gd name="T11" fmla="*/ 1220 h 1232"/>
                  <a:gd name="T12" fmla="*/ 648 w 1232"/>
                  <a:gd name="T13" fmla="*/ 1232 h 1232"/>
                  <a:gd name="T14" fmla="*/ 798 w 1232"/>
                  <a:gd name="T15" fmla="*/ 1204 h 1232"/>
                  <a:gd name="T16" fmla="*/ 936 w 1232"/>
                  <a:gd name="T17" fmla="*/ 1142 h 1232"/>
                  <a:gd name="T18" fmla="*/ 1052 w 1232"/>
                  <a:gd name="T19" fmla="*/ 1052 h 1232"/>
                  <a:gd name="T20" fmla="*/ 1142 w 1232"/>
                  <a:gd name="T21" fmla="*/ 936 h 1232"/>
                  <a:gd name="T22" fmla="*/ 1204 w 1232"/>
                  <a:gd name="T23" fmla="*/ 798 h 1232"/>
                  <a:gd name="T24" fmla="*/ 1232 w 1232"/>
                  <a:gd name="T25" fmla="*/ 648 h 1232"/>
                  <a:gd name="T26" fmla="*/ 1220 w 1232"/>
                  <a:gd name="T27" fmla="*/ 492 h 1232"/>
                  <a:gd name="T28" fmla="*/ 1172 w 1232"/>
                  <a:gd name="T29" fmla="*/ 350 h 1232"/>
                  <a:gd name="T30" fmla="*/ 1092 w 1232"/>
                  <a:gd name="T31" fmla="*/ 224 h 1232"/>
                  <a:gd name="T32" fmla="*/ 984 w 1232"/>
                  <a:gd name="T33" fmla="*/ 122 h 1232"/>
                  <a:gd name="T34" fmla="*/ 856 w 1232"/>
                  <a:gd name="T35" fmla="*/ 48 h 1232"/>
                  <a:gd name="T36" fmla="*/ 710 w 1232"/>
                  <a:gd name="T37" fmla="*/ 8 h 1232"/>
                  <a:gd name="T38" fmla="*/ 554 w 1232"/>
                  <a:gd name="T39" fmla="*/ 4 h 1232"/>
                  <a:gd name="T40" fmla="*/ 404 w 1232"/>
                  <a:gd name="T41" fmla="*/ 38 h 1232"/>
                  <a:gd name="T42" fmla="*/ 272 w 1232"/>
                  <a:gd name="T43" fmla="*/ 106 h 1232"/>
                  <a:gd name="T44" fmla="*/ 160 w 1232"/>
                  <a:gd name="T45" fmla="*/ 202 h 1232"/>
                  <a:gd name="T46" fmla="*/ 74 w 1232"/>
                  <a:gd name="T47" fmla="*/ 322 h 1232"/>
                  <a:gd name="T48" fmla="*/ 20 w 1232"/>
                  <a:gd name="T49" fmla="*/ 462 h 1232"/>
                  <a:gd name="T50" fmla="*/ 0 w 1232"/>
                  <a:gd name="T51" fmla="*/ 616 h 1232"/>
                  <a:gd name="T52" fmla="*/ 86 w 1232"/>
                  <a:gd name="T53" fmla="*/ 534 h 1232"/>
                  <a:gd name="T54" fmla="*/ 122 w 1232"/>
                  <a:gd name="T55" fmla="*/ 408 h 1232"/>
                  <a:gd name="T56" fmla="*/ 186 w 1232"/>
                  <a:gd name="T57" fmla="*/ 296 h 1232"/>
                  <a:gd name="T58" fmla="*/ 276 w 1232"/>
                  <a:gd name="T59" fmla="*/ 202 h 1232"/>
                  <a:gd name="T60" fmla="*/ 384 w 1232"/>
                  <a:gd name="T61" fmla="*/ 132 h 1232"/>
                  <a:gd name="T62" fmla="*/ 508 w 1232"/>
                  <a:gd name="T63" fmla="*/ 90 h 1232"/>
                  <a:gd name="T64" fmla="*/ 644 w 1232"/>
                  <a:gd name="T65" fmla="*/ 80 h 1232"/>
                  <a:gd name="T66" fmla="*/ 776 w 1232"/>
                  <a:gd name="T67" fmla="*/ 104 h 1232"/>
                  <a:gd name="T68" fmla="*/ 894 w 1232"/>
                  <a:gd name="T69" fmla="*/ 158 h 1232"/>
                  <a:gd name="T70" fmla="*/ 994 w 1232"/>
                  <a:gd name="T71" fmla="*/ 238 h 1232"/>
                  <a:gd name="T72" fmla="*/ 1074 w 1232"/>
                  <a:gd name="T73" fmla="*/ 338 h 1232"/>
                  <a:gd name="T74" fmla="*/ 1128 w 1232"/>
                  <a:gd name="T75" fmla="*/ 456 h 1232"/>
                  <a:gd name="T76" fmla="*/ 1152 w 1232"/>
                  <a:gd name="T77" fmla="*/ 588 h 1232"/>
                  <a:gd name="T78" fmla="*/ 1142 w 1232"/>
                  <a:gd name="T79" fmla="*/ 724 h 1232"/>
                  <a:gd name="T80" fmla="*/ 1100 w 1232"/>
                  <a:gd name="T81" fmla="*/ 848 h 1232"/>
                  <a:gd name="T82" fmla="*/ 1030 w 1232"/>
                  <a:gd name="T83" fmla="*/ 956 h 1232"/>
                  <a:gd name="T84" fmla="*/ 936 w 1232"/>
                  <a:gd name="T85" fmla="*/ 1046 h 1232"/>
                  <a:gd name="T86" fmla="*/ 824 w 1232"/>
                  <a:gd name="T87" fmla="*/ 1110 h 1232"/>
                  <a:gd name="T88" fmla="*/ 698 w 1232"/>
                  <a:gd name="T89" fmla="*/ 1146 h 1232"/>
                  <a:gd name="T90" fmla="*/ 562 w 1232"/>
                  <a:gd name="T91" fmla="*/ 1150 h 1232"/>
                  <a:gd name="T92" fmla="*/ 432 w 1232"/>
                  <a:gd name="T93" fmla="*/ 1120 h 1232"/>
                  <a:gd name="T94" fmla="*/ 316 w 1232"/>
                  <a:gd name="T95" fmla="*/ 1060 h 1232"/>
                  <a:gd name="T96" fmla="*/ 220 w 1232"/>
                  <a:gd name="T97" fmla="*/ 976 h 1232"/>
                  <a:gd name="T98" fmla="*/ 144 w 1232"/>
                  <a:gd name="T99" fmla="*/ 872 h 1232"/>
                  <a:gd name="T100" fmla="*/ 96 w 1232"/>
                  <a:gd name="T101" fmla="*/ 750 h 1232"/>
                  <a:gd name="T102" fmla="*/ 80 w 1232"/>
                  <a:gd name="T103" fmla="*/ 616 h 123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232"/>
                  <a:gd name="T157" fmla="*/ 0 h 1232"/>
                  <a:gd name="T158" fmla="*/ 1232 w 1232"/>
                  <a:gd name="T159" fmla="*/ 1232 h 123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232" h="1232">
                    <a:moveTo>
                      <a:pt x="0" y="616"/>
                    </a:moveTo>
                    <a:lnTo>
                      <a:pt x="0" y="616"/>
                    </a:lnTo>
                    <a:lnTo>
                      <a:pt x="0" y="648"/>
                    </a:lnTo>
                    <a:lnTo>
                      <a:pt x="4" y="678"/>
                    </a:lnTo>
                    <a:lnTo>
                      <a:pt x="8" y="710"/>
                    </a:lnTo>
                    <a:lnTo>
                      <a:pt x="12" y="740"/>
                    </a:lnTo>
                    <a:lnTo>
                      <a:pt x="20" y="770"/>
                    </a:lnTo>
                    <a:lnTo>
                      <a:pt x="28" y="798"/>
                    </a:lnTo>
                    <a:lnTo>
                      <a:pt x="38" y="828"/>
                    </a:lnTo>
                    <a:lnTo>
                      <a:pt x="48" y="856"/>
                    </a:lnTo>
                    <a:lnTo>
                      <a:pt x="60" y="882"/>
                    </a:lnTo>
                    <a:lnTo>
                      <a:pt x="74" y="910"/>
                    </a:lnTo>
                    <a:lnTo>
                      <a:pt x="90" y="936"/>
                    </a:lnTo>
                    <a:lnTo>
                      <a:pt x="106" y="960"/>
                    </a:lnTo>
                    <a:lnTo>
                      <a:pt x="122" y="984"/>
                    </a:lnTo>
                    <a:lnTo>
                      <a:pt x="140" y="1008"/>
                    </a:lnTo>
                    <a:lnTo>
                      <a:pt x="160" y="1030"/>
                    </a:lnTo>
                    <a:lnTo>
                      <a:pt x="180" y="1052"/>
                    </a:lnTo>
                    <a:lnTo>
                      <a:pt x="202" y="1072"/>
                    </a:lnTo>
                    <a:lnTo>
                      <a:pt x="224" y="1092"/>
                    </a:lnTo>
                    <a:lnTo>
                      <a:pt x="248" y="1110"/>
                    </a:lnTo>
                    <a:lnTo>
                      <a:pt x="272" y="1126"/>
                    </a:lnTo>
                    <a:lnTo>
                      <a:pt x="296" y="1142"/>
                    </a:lnTo>
                    <a:lnTo>
                      <a:pt x="322" y="1158"/>
                    </a:lnTo>
                    <a:lnTo>
                      <a:pt x="350" y="1172"/>
                    </a:lnTo>
                    <a:lnTo>
                      <a:pt x="376" y="1184"/>
                    </a:lnTo>
                    <a:lnTo>
                      <a:pt x="404" y="1194"/>
                    </a:lnTo>
                    <a:lnTo>
                      <a:pt x="434" y="1204"/>
                    </a:lnTo>
                    <a:lnTo>
                      <a:pt x="462" y="1212"/>
                    </a:lnTo>
                    <a:lnTo>
                      <a:pt x="492" y="1220"/>
                    </a:lnTo>
                    <a:lnTo>
                      <a:pt x="522" y="1224"/>
                    </a:lnTo>
                    <a:lnTo>
                      <a:pt x="554" y="1228"/>
                    </a:lnTo>
                    <a:lnTo>
                      <a:pt x="584" y="1232"/>
                    </a:lnTo>
                    <a:lnTo>
                      <a:pt x="616" y="1232"/>
                    </a:lnTo>
                    <a:lnTo>
                      <a:pt x="648" y="1232"/>
                    </a:lnTo>
                    <a:lnTo>
                      <a:pt x="678" y="1228"/>
                    </a:lnTo>
                    <a:lnTo>
                      <a:pt x="710" y="1224"/>
                    </a:lnTo>
                    <a:lnTo>
                      <a:pt x="740" y="1220"/>
                    </a:lnTo>
                    <a:lnTo>
                      <a:pt x="770" y="1212"/>
                    </a:lnTo>
                    <a:lnTo>
                      <a:pt x="798" y="1204"/>
                    </a:lnTo>
                    <a:lnTo>
                      <a:pt x="828" y="1194"/>
                    </a:lnTo>
                    <a:lnTo>
                      <a:pt x="856" y="1184"/>
                    </a:lnTo>
                    <a:lnTo>
                      <a:pt x="882" y="1172"/>
                    </a:lnTo>
                    <a:lnTo>
                      <a:pt x="910" y="1158"/>
                    </a:lnTo>
                    <a:lnTo>
                      <a:pt x="936" y="1142"/>
                    </a:lnTo>
                    <a:lnTo>
                      <a:pt x="960" y="1126"/>
                    </a:lnTo>
                    <a:lnTo>
                      <a:pt x="984" y="1110"/>
                    </a:lnTo>
                    <a:lnTo>
                      <a:pt x="1008" y="1092"/>
                    </a:lnTo>
                    <a:lnTo>
                      <a:pt x="1030" y="1072"/>
                    </a:lnTo>
                    <a:lnTo>
                      <a:pt x="1052" y="1052"/>
                    </a:lnTo>
                    <a:lnTo>
                      <a:pt x="1072" y="1030"/>
                    </a:lnTo>
                    <a:lnTo>
                      <a:pt x="1092" y="1008"/>
                    </a:lnTo>
                    <a:lnTo>
                      <a:pt x="1110" y="984"/>
                    </a:lnTo>
                    <a:lnTo>
                      <a:pt x="1126" y="960"/>
                    </a:lnTo>
                    <a:lnTo>
                      <a:pt x="1142" y="936"/>
                    </a:lnTo>
                    <a:lnTo>
                      <a:pt x="1158" y="910"/>
                    </a:lnTo>
                    <a:lnTo>
                      <a:pt x="1172" y="882"/>
                    </a:lnTo>
                    <a:lnTo>
                      <a:pt x="1184" y="856"/>
                    </a:lnTo>
                    <a:lnTo>
                      <a:pt x="1194" y="828"/>
                    </a:lnTo>
                    <a:lnTo>
                      <a:pt x="1204" y="798"/>
                    </a:lnTo>
                    <a:lnTo>
                      <a:pt x="1212" y="770"/>
                    </a:lnTo>
                    <a:lnTo>
                      <a:pt x="1220" y="740"/>
                    </a:lnTo>
                    <a:lnTo>
                      <a:pt x="1224" y="710"/>
                    </a:lnTo>
                    <a:lnTo>
                      <a:pt x="1228" y="678"/>
                    </a:lnTo>
                    <a:lnTo>
                      <a:pt x="1232" y="648"/>
                    </a:lnTo>
                    <a:lnTo>
                      <a:pt x="1232" y="616"/>
                    </a:lnTo>
                    <a:lnTo>
                      <a:pt x="1232" y="584"/>
                    </a:lnTo>
                    <a:lnTo>
                      <a:pt x="1228" y="554"/>
                    </a:lnTo>
                    <a:lnTo>
                      <a:pt x="1224" y="522"/>
                    </a:lnTo>
                    <a:lnTo>
                      <a:pt x="1220" y="492"/>
                    </a:lnTo>
                    <a:lnTo>
                      <a:pt x="1212" y="462"/>
                    </a:lnTo>
                    <a:lnTo>
                      <a:pt x="1204" y="434"/>
                    </a:lnTo>
                    <a:lnTo>
                      <a:pt x="1194" y="404"/>
                    </a:lnTo>
                    <a:lnTo>
                      <a:pt x="1184" y="376"/>
                    </a:lnTo>
                    <a:lnTo>
                      <a:pt x="1172" y="350"/>
                    </a:lnTo>
                    <a:lnTo>
                      <a:pt x="1158" y="322"/>
                    </a:lnTo>
                    <a:lnTo>
                      <a:pt x="1142" y="296"/>
                    </a:lnTo>
                    <a:lnTo>
                      <a:pt x="1126" y="272"/>
                    </a:lnTo>
                    <a:lnTo>
                      <a:pt x="1110" y="248"/>
                    </a:lnTo>
                    <a:lnTo>
                      <a:pt x="1092" y="224"/>
                    </a:lnTo>
                    <a:lnTo>
                      <a:pt x="1072" y="202"/>
                    </a:lnTo>
                    <a:lnTo>
                      <a:pt x="1052" y="180"/>
                    </a:lnTo>
                    <a:lnTo>
                      <a:pt x="1030" y="160"/>
                    </a:lnTo>
                    <a:lnTo>
                      <a:pt x="1008" y="140"/>
                    </a:lnTo>
                    <a:lnTo>
                      <a:pt x="984" y="122"/>
                    </a:lnTo>
                    <a:lnTo>
                      <a:pt x="960" y="106"/>
                    </a:lnTo>
                    <a:lnTo>
                      <a:pt x="936" y="90"/>
                    </a:lnTo>
                    <a:lnTo>
                      <a:pt x="910" y="74"/>
                    </a:lnTo>
                    <a:lnTo>
                      <a:pt x="882" y="60"/>
                    </a:lnTo>
                    <a:lnTo>
                      <a:pt x="856" y="48"/>
                    </a:lnTo>
                    <a:lnTo>
                      <a:pt x="828" y="38"/>
                    </a:lnTo>
                    <a:lnTo>
                      <a:pt x="798" y="28"/>
                    </a:lnTo>
                    <a:lnTo>
                      <a:pt x="770" y="20"/>
                    </a:lnTo>
                    <a:lnTo>
                      <a:pt x="740" y="12"/>
                    </a:lnTo>
                    <a:lnTo>
                      <a:pt x="710" y="8"/>
                    </a:lnTo>
                    <a:lnTo>
                      <a:pt x="678" y="4"/>
                    </a:lnTo>
                    <a:lnTo>
                      <a:pt x="648" y="0"/>
                    </a:lnTo>
                    <a:lnTo>
                      <a:pt x="616" y="0"/>
                    </a:lnTo>
                    <a:lnTo>
                      <a:pt x="584" y="0"/>
                    </a:lnTo>
                    <a:lnTo>
                      <a:pt x="554" y="4"/>
                    </a:lnTo>
                    <a:lnTo>
                      <a:pt x="522" y="8"/>
                    </a:lnTo>
                    <a:lnTo>
                      <a:pt x="492" y="12"/>
                    </a:lnTo>
                    <a:lnTo>
                      <a:pt x="462" y="20"/>
                    </a:lnTo>
                    <a:lnTo>
                      <a:pt x="434" y="28"/>
                    </a:lnTo>
                    <a:lnTo>
                      <a:pt x="404" y="38"/>
                    </a:lnTo>
                    <a:lnTo>
                      <a:pt x="376" y="48"/>
                    </a:lnTo>
                    <a:lnTo>
                      <a:pt x="350" y="60"/>
                    </a:lnTo>
                    <a:lnTo>
                      <a:pt x="322" y="74"/>
                    </a:lnTo>
                    <a:lnTo>
                      <a:pt x="296" y="90"/>
                    </a:lnTo>
                    <a:lnTo>
                      <a:pt x="272" y="106"/>
                    </a:lnTo>
                    <a:lnTo>
                      <a:pt x="248" y="122"/>
                    </a:lnTo>
                    <a:lnTo>
                      <a:pt x="224" y="140"/>
                    </a:lnTo>
                    <a:lnTo>
                      <a:pt x="202" y="160"/>
                    </a:lnTo>
                    <a:lnTo>
                      <a:pt x="180" y="180"/>
                    </a:lnTo>
                    <a:lnTo>
                      <a:pt x="160" y="202"/>
                    </a:lnTo>
                    <a:lnTo>
                      <a:pt x="140" y="224"/>
                    </a:lnTo>
                    <a:lnTo>
                      <a:pt x="122" y="248"/>
                    </a:lnTo>
                    <a:lnTo>
                      <a:pt x="106" y="272"/>
                    </a:lnTo>
                    <a:lnTo>
                      <a:pt x="90" y="296"/>
                    </a:lnTo>
                    <a:lnTo>
                      <a:pt x="74" y="322"/>
                    </a:lnTo>
                    <a:lnTo>
                      <a:pt x="60" y="350"/>
                    </a:lnTo>
                    <a:lnTo>
                      <a:pt x="48" y="376"/>
                    </a:lnTo>
                    <a:lnTo>
                      <a:pt x="38" y="404"/>
                    </a:lnTo>
                    <a:lnTo>
                      <a:pt x="28" y="434"/>
                    </a:lnTo>
                    <a:lnTo>
                      <a:pt x="20" y="462"/>
                    </a:lnTo>
                    <a:lnTo>
                      <a:pt x="12" y="492"/>
                    </a:lnTo>
                    <a:lnTo>
                      <a:pt x="8" y="522"/>
                    </a:lnTo>
                    <a:lnTo>
                      <a:pt x="4" y="554"/>
                    </a:lnTo>
                    <a:lnTo>
                      <a:pt x="0" y="584"/>
                    </a:lnTo>
                    <a:lnTo>
                      <a:pt x="0" y="616"/>
                    </a:lnTo>
                    <a:close/>
                    <a:moveTo>
                      <a:pt x="80" y="616"/>
                    </a:moveTo>
                    <a:lnTo>
                      <a:pt x="80" y="616"/>
                    </a:lnTo>
                    <a:lnTo>
                      <a:pt x="80" y="588"/>
                    </a:lnTo>
                    <a:lnTo>
                      <a:pt x="82" y="562"/>
                    </a:lnTo>
                    <a:lnTo>
                      <a:pt x="86" y="534"/>
                    </a:lnTo>
                    <a:lnTo>
                      <a:pt x="90" y="508"/>
                    </a:lnTo>
                    <a:lnTo>
                      <a:pt x="96" y="482"/>
                    </a:lnTo>
                    <a:lnTo>
                      <a:pt x="104" y="456"/>
                    </a:lnTo>
                    <a:lnTo>
                      <a:pt x="112" y="432"/>
                    </a:lnTo>
                    <a:lnTo>
                      <a:pt x="122" y="408"/>
                    </a:lnTo>
                    <a:lnTo>
                      <a:pt x="132" y="384"/>
                    </a:lnTo>
                    <a:lnTo>
                      <a:pt x="144" y="360"/>
                    </a:lnTo>
                    <a:lnTo>
                      <a:pt x="158" y="338"/>
                    </a:lnTo>
                    <a:lnTo>
                      <a:pt x="172" y="316"/>
                    </a:lnTo>
                    <a:lnTo>
                      <a:pt x="186" y="296"/>
                    </a:lnTo>
                    <a:lnTo>
                      <a:pt x="202" y="276"/>
                    </a:lnTo>
                    <a:lnTo>
                      <a:pt x="220" y="256"/>
                    </a:lnTo>
                    <a:lnTo>
                      <a:pt x="238" y="238"/>
                    </a:lnTo>
                    <a:lnTo>
                      <a:pt x="256" y="220"/>
                    </a:lnTo>
                    <a:lnTo>
                      <a:pt x="276" y="202"/>
                    </a:lnTo>
                    <a:lnTo>
                      <a:pt x="296" y="186"/>
                    </a:lnTo>
                    <a:lnTo>
                      <a:pt x="316" y="172"/>
                    </a:lnTo>
                    <a:lnTo>
                      <a:pt x="338" y="158"/>
                    </a:lnTo>
                    <a:lnTo>
                      <a:pt x="360" y="144"/>
                    </a:lnTo>
                    <a:lnTo>
                      <a:pt x="384" y="132"/>
                    </a:lnTo>
                    <a:lnTo>
                      <a:pt x="408" y="122"/>
                    </a:lnTo>
                    <a:lnTo>
                      <a:pt x="432" y="112"/>
                    </a:lnTo>
                    <a:lnTo>
                      <a:pt x="456" y="104"/>
                    </a:lnTo>
                    <a:lnTo>
                      <a:pt x="482" y="96"/>
                    </a:lnTo>
                    <a:lnTo>
                      <a:pt x="508" y="90"/>
                    </a:lnTo>
                    <a:lnTo>
                      <a:pt x="534" y="86"/>
                    </a:lnTo>
                    <a:lnTo>
                      <a:pt x="562" y="82"/>
                    </a:lnTo>
                    <a:lnTo>
                      <a:pt x="588" y="80"/>
                    </a:lnTo>
                    <a:lnTo>
                      <a:pt x="616" y="80"/>
                    </a:lnTo>
                    <a:lnTo>
                      <a:pt x="644" y="80"/>
                    </a:lnTo>
                    <a:lnTo>
                      <a:pt x="670" y="82"/>
                    </a:lnTo>
                    <a:lnTo>
                      <a:pt x="698" y="86"/>
                    </a:lnTo>
                    <a:lnTo>
                      <a:pt x="724" y="90"/>
                    </a:lnTo>
                    <a:lnTo>
                      <a:pt x="750" y="96"/>
                    </a:lnTo>
                    <a:lnTo>
                      <a:pt x="776" y="104"/>
                    </a:lnTo>
                    <a:lnTo>
                      <a:pt x="800" y="112"/>
                    </a:lnTo>
                    <a:lnTo>
                      <a:pt x="824" y="122"/>
                    </a:lnTo>
                    <a:lnTo>
                      <a:pt x="848" y="132"/>
                    </a:lnTo>
                    <a:lnTo>
                      <a:pt x="872" y="144"/>
                    </a:lnTo>
                    <a:lnTo>
                      <a:pt x="894" y="158"/>
                    </a:lnTo>
                    <a:lnTo>
                      <a:pt x="916" y="172"/>
                    </a:lnTo>
                    <a:lnTo>
                      <a:pt x="936" y="186"/>
                    </a:lnTo>
                    <a:lnTo>
                      <a:pt x="956" y="202"/>
                    </a:lnTo>
                    <a:lnTo>
                      <a:pt x="976" y="220"/>
                    </a:lnTo>
                    <a:lnTo>
                      <a:pt x="994" y="238"/>
                    </a:lnTo>
                    <a:lnTo>
                      <a:pt x="1012" y="256"/>
                    </a:lnTo>
                    <a:lnTo>
                      <a:pt x="1030" y="276"/>
                    </a:lnTo>
                    <a:lnTo>
                      <a:pt x="1046" y="296"/>
                    </a:lnTo>
                    <a:lnTo>
                      <a:pt x="1060" y="316"/>
                    </a:lnTo>
                    <a:lnTo>
                      <a:pt x="1074" y="338"/>
                    </a:lnTo>
                    <a:lnTo>
                      <a:pt x="1088" y="360"/>
                    </a:lnTo>
                    <a:lnTo>
                      <a:pt x="1100" y="384"/>
                    </a:lnTo>
                    <a:lnTo>
                      <a:pt x="1110" y="408"/>
                    </a:lnTo>
                    <a:lnTo>
                      <a:pt x="1120" y="432"/>
                    </a:lnTo>
                    <a:lnTo>
                      <a:pt x="1128" y="456"/>
                    </a:lnTo>
                    <a:lnTo>
                      <a:pt x="1136" y="482"/>
                    </a:lnTo>
                    <a:lnTo>
                      <a:pt x="1142" y="508"/>
                    </a:lnTo>
                    <a:lnTo>
                      <a:pt x="1146" y="534"/>
                    </a:lnTo>
                    <a:lnTo>
                      <a:pt x="1150" y="562"/>
                    </a:lnTo>
                    <a:lnTo>
                      <a:pt x="1152" y="588"/>
                    </a:lnTo>
                    <a:lnTo>
                      <a:pt x="1152" y="616"/>
                    </a:lnTo>
                    <a:lnTo>
                      <a:pt x="1152" y="644"/>
                    </a:lnTo>
                    <a:lnTo>
                      <a:pt x="1150" y="670"/>
                    </a:lnTo>
                    <a:lnTo>
                      <a:pt x="1146" y="698"/>
                    </a:lnTo>
                    <a:lnTo>
                      <a:pt x="1142" y="724"/>
                    </a:lnTo>
                    <a:lnTo>
                      <a:pt x="1136" y="750"/>
                    </a:lnTo>
                    <a:lnTo>
                      <a:pt x="1128" y="776"/>
                    </a:lnTo>
                    <a:lnTo>
                      <a:pt x="1120" y="800"/>
                    </a:lnTo>
                    <a:lnTo>
                      <a:pt x="1110" y="824"/>
                    </a:lnTo>
                    <a:lnTo>
                      <a:pt x="1100" y="848"/>
                    </a:lnTo>
                    <a:lnTo>
                      <a:pt x="1088" y="872"/>
                    </a:lnTo>
                    <a:lnTo>
                      <a:pt x="1074" y="894"/>
                    </a:lnTo>
                    <a:lnTo>
                      <a:pt x="1060" y="916"/>
                    </a:lnTo>
                    <a:lnTo>
                      <a:pt x="1046" y="936"/>
                    </a:lnTo>
                    <a:lnTo>
                      <a:pt x="1030" y="956"/>
                    </a:lnTo>
                    <a:lnTo>
                      <a:pt x="1012" y="976"/>
                    </a:lnTo>
                    <a:lnTo>
                      <a:pt x="994" y="994"/>
                    </a:lnTo>
                    <a:lnTo>
                      <a:pt x="976" y="1012"/>
                    </a:lnTo>
                    <a:lnTo>
                      <a:pt x="956" y="1030"/>
                    </a:lnTo>
                    <a:lnTo>
                      <a:pt x="936" y="1046"/>
                    </a:lnTo>
                    <a:lnTo>
                      <a:pt x="916" y="1060"/>
                    </a:lnTo>
                    <a:lnTo>
                      <a:pt x="894" y="1074"/>
                    </a:lnTo>
                    <a:lnTo>
                      <a:pt x="872" y="1088"/>
                    </a:lnTo>
                    <a:lnTo>
                      <a:pt x="848" y="1100"/>
                    </a:lnTo>
                    <a:lnTo>
                      <a:pt x="824" y="1110"/>
                    </a:lnTo>
                    <a:lnTo>
                      <a:pt x="800" y="1120"/>
                    </a:lnTo>
                    <a:lnTo>
                      <a:pt x="776" y="1128"/>
                    </a:lnTo>
                    <a:lnTo>
                      <a:pt x="750" y="1136"/>
                    </a:lnTo>
                    <a:lnTo>
                      <a:pt x="724" y="1142"/>
                    </a:lnTo>
                    <a:lnTo>
                      <a:pt x="698" y="1146"/>
                    </a:lnTo>
                    <a:lnTo>
                      <a:pt x="670" y="1150"/>
                    </a:lnTo>
                    <a:lnTo>
                      <a:pt x="644" y="1152"/>
                    </a:lnTo>
                    <a:lnTo>
                      <a:pt x="616" y="1152"/>
                    </a:lnTo>
                    <a:lnTo>
                      <a:pt x="588" y="1152"/>
                    </a:lnTo>
                    <a:lnTo>
                      <a:pt x="562" y="1150"/>
                    </a:lnTo>
                    <a:lnTo>
                      <a:pt x="534" y="1146"/>
                    </a:lnTo>
                    <a:lnTo>
                      <a:pt x="508" y="1142"/>
                    </a:lnTo>
                    <a:lnTo>
                      <a:pt x="482" y="1136"/>
                    </a:lnTo>
                    <a:lnTo>
                      <a:pt x="456" y="1128"/>
                    </a:lnTo>
                    <a:lnTo>
                      <a:pt x="432" y="1120"/>
                    </a:lnTo>
                    <a:lnTo>
                      <a:pt x="408" y="1110"/>
                    </a:lnTo>
                    <a:lnTo>
                      <a:pt x="384" y="1100"/>
                    </a:lnTo>
                    <a:lnTo>
                      <a:pt x="360" y="1088"/>
                    </a:lnTo>
                    <a:lnTo>
                      <a:pt x="338" y="1074"/>
                    </a:lnTo>
                    <a:lnTo>
                      <a:pt x="316" y="1060"/>
                    </a:lnTo>
                    <a:lnTo>
                      <a:pt x="296" y="1046"/>
                    </a:lnTo>
                    <a:lnTo>
                      <a:pt x="276" y="1030"/>
                    </a:lnTo>
                    <a:lnTo>
                      <a:pt x="256" y="1012"/>
                    </a:lnTo>
                    <a:lnTo>
                      <a:pt x="238" y="994"/>
                    </a:lnTo>
                    <a:lnTo>
                      <a:pt x="220" y="976"/>
                    </a:lnTo>
                    <a:lnTo>
                      <a:pt x="202" y="956"/>
                    </a:lnTo>
                    <a:lnTo>
                      <a:pt x="186" y="936"/>
                    </a:lnTo>
                    <a:lnTo>
                      <a:pt x="172" y="916"/>
                    </a:lnTo>
                    <a:lnTo>
                      <a:pt x="158" y="894"/>
                    </a:lnTo>
                    <a:lnTo>
                      <a:pt x="144" y="872"/>
                    </a:lnTo>
                    <a:lnTo>
                      <a:pt x="132" y="848"/>
                    </a:lnTo>
                    <a:lnTo>
                      <a:pt x="122" y="824"/>
                    </a:lnTo>
                    <a:lnTo>
                      <a:pt x="112" y="800"/>
                    </a:lnTo>
                    <a:lnTo>
                      <a:pt x="104" y="776"/>
                    </a:lnTo>
                    <a:lnTo>
                      <a:pt x="96" y="750"/>
                    </a:lnTo>
                    <a:lnTo>
                      <a:pt x="90" y="724"/>
                    </a:lnTo>
                    <a:lnTo>
                      <a:pt x="86" y="698"/>
                    </a:lnTo>
                    <a:lnTo>
                      <a:pt x="82" y="670"/>
                    </a:lnTo>
                    <a:lnTo>
                      <a:pt x="80" y="644"/>
                    </a:lnTo>
                    <a:lnTo>
                      <a:pt x="80" y="616"/>
                    </a:lnTo>
                    <a:close/>
                  </a:path>
                </a:pathLst>
              </a:custGeom>
              <a:solidFill>
                <a:srgbClr val="404040">
                  <a:alpha val="9000"/>
                </a:srgbClr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316230"/>
                <a:endParaRPr lang="zh-CN" altLang="zh-CN" sz="1245" dirty="0">
                  <a:solidFill>
                    <a:srgbClr val="000000"/>
                  </a:solidFill>
                  <a:latin typeface="HYXuanSong 75J" panose="00020600040101010101" charset="-122"/>
                  <a:ea typeface="HYXuanSong 75J" panose="00020600040101010101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048678" name="矩形 2"/>
            <p:cNvSpPr/>
            <p:nvPr>
              <p:custDataLst>
                <p:tags r:id="rId13"/>
              </p:custDataLst>
            </p:nvPr>
          </p:nvSpPr>
          <p:spPr>
            <a:xfrm>
              <a:off x="5660024" y="3187319"/>
              <a:ext cx="2095274" cy="6831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90" b="1" dirty="0">
                  <a:solidFill>
                    <a:srgbClr val="4472C4">
                      <a:lumMod val="75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第一方面</a:t>
              </a:r>
              <a:endParaRPr lang="zh-CN" altLang="en-US" sz="2490" b="1" dirty="0">
                <a:solidFill>
                  <a:srgbClr val="4472C4">
                    <a:lumMod val="75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0" name="组合 18"/>
          <p:cNvGrpSpPr/>
          <p:nvPr>
            <p:custDataLst>
              <p:tags r:id="rId14"/>
            </p:custDataLst>
          </p:nvPr>
        </p:nvGrpSpPr>
        <p:grpSpPr>
          <a:xfrm>
            <a:off x="3563352" y="3862188"/>
            <a:ext cx="2097381" cy="2097381"/>
            <a:chOff x="5146800" y="5578716"/>
            <a:chExt cx="3024742" cy="3024742"/>
          </a:xfrm>
        </p:grpSpPr>
        <p:sp>
          <p:nvSpPr>
            <p:cNvPr id="1048679" name="矩形 4"/>
            <p:cNvSpPr/>
            <p:nvPr>
              <p:custDataLst>
                <p:tags r:id="rId15"/>
              </p:custDataLst>
            </p:nvPr>
          </p:nvSpPr>
          <p:spPr>
            <a:xfrm>
              <a:off x="5638979" y="6747972"/>
              <a:ext cx="2135429" cy="683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90" b="1" dirty="0">
                  <a:solidFill>
                    <a:srgbClr val="4472C4">
                      <a:lumMod val="75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第三方面</a:t>
              </a:r>
              <a:endParaRPr lang="zh-CN" altLang="en-US" sz="2490" b="1" dirty="0">
                <a:solidFill>
                  <a:srgbClr val="4472C4">
                    <a:lumMod val="75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680" name="Freeform 4"/>
            <p:cNvSpPr>
              <a:spLocks noEditPoints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53883" y="6285799"/>
              <a:ext cx="1610576" cy="161057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chemeClr val="accent1">
                <a:lumMod val="75000"/>
                <a:alpha val="28999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  <p:sp>
          <p:nvSpPr>
            <p:cNvPr id="1048681" name="Freeform 5"/>
            <p:cNvSpPr>
              <a:spLocks noEditPoints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500341" y="5932257"/>
              <a:ext cx="2317659" cy="2317659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chemeClr val="accent1">
                <a:lumMod val="75000"/>
                <a:alpha val="20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  <p:sp>
          <p:nvSpPr>
            <p:cNvPr id="1048682" name="Freeform 6"/>
            <p:cNvSpPr>
              <a:spLocks noEditPoints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46800" y="5578716"/>
              <a:ext cx="3024742" cy="302474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chemeClr val="accent1">
                <a:lumMod val="75000"/>
                <a:alpha val="9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71" name="组合 16"/>
          <p:cNvGrpSpPr/>
          <p:nvPr>
            <p:custDataLst>
              <p:tags r:id="rId19"/>
            </p:custDataLst>
          </p:nvPr>
        </p:nvGrpSpPr>
        <p:grpSpPr>
          <a:xfrm>
            <a:off x="6274818" y="1380342"/>
            <a:ext cx="2097381" cy="2097381"/>
            <a:chOff x="9063362" y="1993827"/>
            <a:chExt cx="3024742" cy="3024742"/>
          </a:xfrm>
        </p:grpSpPr>
        <p:sp>
          <p:nvSpPr>
            <p:cNvPr id="1048683" name="矩形 81"/>
            <p:cNvSpPr/>
            <p:nvPr>
              <p:custDataLst>
                <p:tags r:id="rId20"/>
              </p:custDataLst>
            </p:nvPr>
          </p:nvSpPr>
          <p:spPr>
            <a:xfrm>
              <a:off x="9416903" y="3141603"/>
              <a:ext cx="2297031" cy="683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90" b="1" dirty="0">
                  <a:solidFill>
                    <a:srgbClr val="4472C4">
                      <a:lumMod val="75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第二方面</a:t>
              </a:r>
              <a:endParaRPr lang="zh-CN" altLang="en-US" sz="2490" b="1" dirty="0">
                <a:solidFill>
                  <a:srgbClr val="4472C4">
                    <a:lumMod val="75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684" name="Freeform 4"/>
            <p:cNvSpPr>
              <a:spLocks noEditPoints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770445" y="2700910"/>
              <a:ext cx="1610577" cy="1610577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chemeClr val="accent1">
                <a:lumMod val="75000"/>
                <a:alpha val="28999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  <p:sp>
          <p:nvSpPr>
            <p:cNvPr id="1048685" name="Freeform 5"/>
            <p:cNvSpPr>
              <a:spLocks noEditPoints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9416903" y="2347368"/>
              <a:ext cx="2317659" cy="2317659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chemeClr val="accent1">
                <a:lumMod val="75000"/>
                <a:alpha val="20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  <p:sp>
          <p:nvSpPr>
            <p:cNvPr id="1048686" name="Freeform 6"/>
            <p:cNvSpPr>
              <a:spLocks noEditPoints="1"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063362" y="1993827"/>
              <a:ext cx="3024742" cy="302474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chemeClr val="accent1">
                <a:lumMod val="75000"/>
                <a:alpha val="9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72" name="组合 17"/>
          <p:cNvGrpSpPr/>
          <p:nvPr>
            <p:custDataLst>
              <p:tags r:id="rId24"/>
            </p:custDataLst>
          </p:nvPr>
        </p:nvGrpSpPr>
        <p:grpSpPr>
          <a:xfrm>
            <a:off x="6297545" y="3902680"/>
            <a:ext cx="2097381" cy="2097381"/>
            <a:chOff x="9096190" y="5637205"/>
            <a:chExt cx="3024742" cy="3024742"/>
          </a:xfrm>
        </p:grpSpPr>
        <p:sp>
          <p:nvSpPr>
            <p:cNvPr id="1048687" name="矩形 99"/>
            <p:cNvSpPr/>
            <p:nvPr>
              <p:custDataLst>
                <p:tags r:id="rId25"/>
              </p:custDataLst>
            </p:nvPr>
          </p:nvSpPr>
          <p:spPr>
            <a:xfrm>
              <a:off x="9560987" y="6825553"/>
              <a:ext cx="2122050" cy="683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90" b="1" dirty="0">
                  <a:solidFill>
                    <a:srgbClr val="4472C4">
                      <a:lumMod val="75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第四方面</a:t>
              </a:r>
              <a:endParaRPr lang="zh-CN" altLang="en-US" sz="2490" b="1" dirty="0">
                <a:solidFill>
                  <a:srgbClr val="4472C4">
                    <a:lumMod val="75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688" name="Freeform 4"/>
            <p:cNvSpPr>
              <a:spLocks noEditPoints="1"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803273" y="6344288"/>
              <a:ext cx="1610577" cy="1610577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  <a:alpha val="28999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  <p:sp>
          <p:nvSpPr>
            <p:cNvPr id="1048689" name="Freeform 5"/>
            <p:cNvSpPr>
              <a:spLocks noEditPoints="1"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449731" y="5990746"/>
              <a:ext cx="2317659" cy="2317659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  <a:alpha val="20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  <p:sp>
          <p:nvSpPr>
            <p:cNvPr id="1048690" name="Freeform 6"/>
            <p:cNvSpPr>
              <a:spLocks noEditPoints="1"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096190" y="5637205"/>
              <a:ext cx="3024742" cy="302474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  <a:alpha val="9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latin typeface="HYXuanSong 75J" panose="00020600040101010101" charset="-122"/>
                <a:ea typeface="HYXuanSong 75J" panose="00020600040101010101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2097176" name="图片 33" descr="C:/Users/hugq/Desktop/图片2.png图片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rcRect l="4730" r="4730"/>
          <a:stretch>
            <a:fillRect/>
          </a:stretch>
        </p:blipFill>
        <p:spPr>
          <a:xfrm>
            <a:off x="5074878" y="2549531"/>
            <a:ext cx="2092677" cy="2147525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10000"/>
              </a:scheme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1" grpId="0"/>
      <p:bldP spid="1048672" grpId="0"/>
      <p:bldP spid="1048673" grpId="0"/>
      <p:bldP spid="10486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4" name="肘形连接符 22"/>
          <p:cNvCxnSpPr/>
          <p:nvPr>
            <p:custDataLst>
              <p:tags r:id="rId1"/>
            </p:custDataLst>
          </p:nvPr>
        </p:nvCxnSpPr>
        <p:spPr>
          <a:xfrm flipV="1">
            <a:off x="2789569" y="2051423"/>
            <a:ext cx="3202815" cy="945384"/>
          </a:xfrm>
          <a:prstGeom prst="bentConnector3">
            <a:avLst>
              <a:gd name="adj1" fmla="val 50000"/>
            </a:avLst>
          </a:prstGeom>
          <a:ln w="9525" cap="rnd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5" name="肘形连接符 26"/>
          <p:cNvCxnSpPr>
            <a:endCxn id="1048696" idx="2"/>
          </p:cNvCxnSpPr>
          <p:nvPr>
            <p:custDataLst>
              <p:tags r:id="rId2"/>
            </p:custDataLst>
          </p:nvPr>
        </p:nvCxnSpPr>
        <p:spPr>
          <a:xfrm flipV="1">
            <a:off x="2384896" y="2950621"/>
            <a:ext cx="5464407" cy="69749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45746" name="肘形连接符 23"/>
          <p:cNvCxnSpPr/>
          <p:nvPr>
            <p:custDataLst>
              <p:tags r:id="rId3"/>
            </p:custDataLst>
          </p:nvPr>
        </p:nvCxnSpPr>
        <p:spPr>
          <a:xfrm>
            <a:off x="2484147" y="3345235"/>
            <a:ext cx="2230064" cy="163582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7" name="肘形连接符 27"/>
          <p:cNvCxnSpPr/>
          <p:nvPr>
            <p:custDataLst>
              <p:tags r:id="rId4"/>
            </p:custDataLst>
          </p:nvPr>
        </p:nvCxnSpPr>
        <p:spPr>
          <a:xfrm>
            <a:off x="2857350" y="2688204"/>
            <a:ext cx="3587727" cy="126908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11"/>
          <p:cNvGrpSpPr/>
          <p:nvPr>
            <p:custDataLst>
              <p:tags r:id="rId5"/>
            </p:custDataLst>
          </p:nvPr>
        </p:nvGrpSpPr>
        <p:grpSpPr bwMode="auto">
          <a:xfrm>
            <a:off x="846898" y="1763041"/>
            <a:ext cx="2649893" cy="2649893"/>
            <a:chOff x="0" y="0"/>
            <a:chExt cx="1232" cy="1232"/>
          </a:xfrm>
        </p:grpSpPr>
        <p:sp>
          <p:nvSpPr>
            <p:cNvPr id="1048691" name="Freeform 3"/>
            <p:cNvSpPr>
              <a:spLocks noEditPoints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32" y="432"/>
              <a:ext cx="368" cy="368"/>
            </a:xfrm>
            <a:custGeom>
              <a:avLst/>
              <a:gdLst>
                <a:gd name="T0" fmla="*/ 0 w 368"/>
                <a:gd name="T1" fmla="*/ 184 h 368"/>
                <a:gd name="T2" fmla="*/ 4 w 368"/>
                <a:gd name="T3" fmla="*/ 222 h 368"/>
                <a:gd name="T4" fmla="*/ 14 w 368"/>
                <a:gd name="T5" fmla="*/ 256 h 368"/>
                <a:gd name="T6" fmla="*/ 32 w 368"/>
                <a:gd name="T7" fmla="*/ 286 h 368"/>
                <a:gd name="T8" fmla="*/ 54 w 368"/>
                <a:gd name="T9" fmla="*/ 314 h 368"/>
                <a:gd name="T10" fmla="*/ 82 w 368"/>
                <a:gd name="T11" fmla="*/ 336 h 368"/>
                <a:gd name="T12" fmla="*/ 112 w 368"/>
                <a:gd name="T13" fmla="*/ 354 h 368"/>
                <a:gd name="T14" fmla="*/ 146 w 368"/>
                <a:gd name="T15" fmla="*/ 364 h 368"/>
                <a:gd name="T16" fmla="*/ 184 w 368"/>
                <a:gd name="T17" fmla="*/ 368 h 368"/>
                <a:gd name="T18" fmla="*/ 222 w 368"/>
                <a:gd name="T19" fmla="*/ 364 h 368"/>
                <a:gd name="T20" fmla="*/ 256 w 368"/>
                <a:gd name="T21" fmla="*/ 354 h 368"/>
                <a:gd name="T22" fmla="*/ 286 w 368"/>
                <a:gd name="T23" fmla="*/ 336 h 368"/>
                <a:gd name="T24" fmla="*/ 314 w 368"/>
                <a:gd name="T25" fmla="*/ 314 h 368"/>
                <a:gd name="T26" fmla="*/ 336 w 368"/>
                <a:gd name="T27" fmla="*/ 286 h 368"/>
                <a:gd name="T28" fmla="*/ 354 w 368"/>
                <a:gd name="T29" fmla="*/ 256 h 368"/>
                <a:gd name="T30" fmla="*/ 364 w 368"/>
                <a:gd name="T31" fmla="*/ 222 h 368"/>
                <a:gd name="T32" fmla="*/ 368 w 368"/>
                <a:gd name="T33" fmla="*/ 184 h 368"/>
                <a:gd name="T34" fmla="*/ 364 w 368"/>
                <a:gd name="T35" fmla="*/ 146 h 368"/>
                <a:gd name="T36" fmla="*/ 354 w 368"/>
                <a:gd name="T37" fmla="*/ 112 h 368"/>
                <a:gd name="T38" fmla="*/ 336 w 368"/>
                <a:gd name="T39" fmla="*/ 82 h 368"/>
                <a:gd name="T40" fmla="*/ 314 w 368"/>
                <a:gd name="T41" fmla="*/ 54 h 368"/>
                <a:gd name="T42" fmla="*/ 286 w 368"/>
                <a:gd name="T43" fmla="*/ 32 h 368"/>
                <a:gd name="T44" fmla="*/ 256 w 368"/>
                <a:gd name="T45" fmla="*/ 14 h 368"/>
                <a:gd name="T46" fmla="*/ 222 w 368"/>
                <a:gd name="T47" fmla="*/ 4 h 368"/>
                <a:gd name="T48" fmla="*/ 184 w 368"/>
                <a:gd name="T49" fmla="*/ 0 h 368"/>
                <a:gd name="T50" fmla="*/ 146 w 368"/>
                <a:gd name="T51" fmla="*/ 4 h 368"/>
                <a:gd name="T52" fmla="*/ 112 w 368"/>
                <a:gd name="T53" fmla="*/ 14 h 368"/>
                <a:gd name="T54" fmla="*/ 82 w 368"/>
                <a:gd name="T55" fmla="*/ 32 h 368"/>
                <a:gd name="T56" fmla="*/ 54 w 368"/>
                <a:gd name="T57" fmla="*/ 54 h 368"/>
                <a:gd name="T58" fmla="*/ 32 w 368"/>
                <a:gd name="T59" fmla="*/ 82 h 368"/>
                <a:gd name="T60" fmla="*/ 14 w 368"/>
                <a:gd name="T61" fmla="*/ 112 h 368"/>
                <a:gd name="T62" fmla="*/ 4 w 368"/>
                <a:gd name="T63" fmla="*/ 146 h 368"/>
                <a:gd name="T64" fmla="*/ 0 w 368"/>
                <a:gd name="T65" fmla="*/ 184 h 368"/>
                <a:gd name="T66" fmla="*/ 80 w 368"/>
                <a:gd name="T67" fmla="*/ 184 h 368"/>
                <a:gd name="T68" fmla="*/ 88 w 368"/>
                <a:gd name="T69" fmla="*/ 144 h 368"/>
                <a:gd name="T70" fmla="*/ 110 w 368"/>
                <a:gd name="T71" fmla="*/ 110 h 368"/>
                <a:gd name="T72" fmla="*/ 144 w 368"/>
                <a:gd name="T73" fmla="*/ 88 h 368"/>
                <a:gd name="T74" fmla="*/ 184 w 368"/>
                <a:gd name="T75" fmla="*/ 80 h 368"/>
                <a:gd name="T76" fmla="*/ 224 w 368"/>
                <a:gd name="T77" fmla="*/ 88 h 368"/>
                <a:gd name="T78" fmla="*/ 258 w 368"/>
                <a:gd name="T79" fmla="*/ 110 h 368"/>
                <a:gd name="T80" fmla="*/ 280 w 368"/>
                <a:gd name="T81" fmla="*/ 144 h 368"/>
                <a:gd name="T82" fmla="*/ 288 w 368"/>
                <a:gd name="T83" fmla="*/ 184 h 368"/>
                <a:gd name="T84" fmla="*/ 280 w 368"/>
                <a:gd name="T85" fmla="*/ 224 h 368"/>
                <a:gd name="T86" fmla="*/ 258 w 368"/>
                <a:gd name="T87" fmla="*/ 258 h 368"/>
                <a:gd name="T88" fmla="*/ 224 w 368"/>
                <a:gd name="T89" fmla="*/ 280 h 368"/>
                <a:gd name="T90" fmla="*/ 184 w 368"/>
                <a:gd name="T91" fmla="*/ 288 h 368"/>
                <a:gd name="T92" fmla="*/ 144 w 368"/>
                <a:gd name="T93" fmla="*/ 280 h 368"/>
                <a:gd name="T94" fmla="*/ 110 w 368"/>
                <a:gd name="T95" fmla="*/ 258 h 368"/>
                <a:gd name="T96" fmla="*/ 88 w 368"/>
                <a:gd name="T97" fmla="*/ 224 h 368"/>
                <a:gd name="T98" fmla="*/ 80 w 368"/>
                <a:gd name="T99" fmla="*/ 184 h 36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8"/>
                <a:gd name="T151" fmla="*/ 0 h 368"/>
                <a:gd name="T152" fmla="*/ 368 w 368"/>
                <a:gd name="T153" fmla="*/ 368 h 36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8" h="368">
                  <a:moveTo>
                    <a:pt x="0" y="184"/>
                  </a:moveTo>
                  <a:lnTo>
                    <a:pt x="0" y="184"/>
                  </a:lnTo>
                  <a:lnTo>
                    <a:pt x="0" y="202"/>
                  </a:lnTo>
                  <a:lnTo>
                    <a:pt x="4" y="222"/>
                  </a:lnTo>
                  <a:lnTo>
                    <a:pt x="8" y="238"/>
                  </a:lnTo>
                  <a:lnTo>
                    <a:pt x="14" y="256"/>
                  </a:lnTo>
                  <a:lnTo>
                    <a:pt x="22" y="272"/>
                  </a:lnTo>
                  <a:lnTo>
                    <a:pt x="32" y="286"/>
                  </a:lnTo>
                  <a:lnTo>
                    <a:pt x="42" y="300"/>
                  </a:lnTo>
                  <a:lnTo>
                    <a:pt x="54" y="314"/>
                  </a:lnTo>
                  <a:lnTo>
                    <a:pt x="68" y="326"/>
                  </a:lnTo>
                  <a:lnTo>
                    <a:pt x="82" y="336"/>
                  </a:lnTo>
                  <a:lnTo>
                    <a:pt x="96" y="346"/>
                  </a:lnTo>
                  <a:lnTo>
                    <a:pt x="112" y="354"/>
                  </a:lnTo>
                  <a:lnTo>
                    <a:pt x="130" y="360"/>
                  </a:lnTo>
                  <a:lnTo>
                    <a:pt x="146" y="364"/>
                  </a:lnTo>
                  <a:lnTo>
                    <a:pt x="166" y="368"/>
                  </a:lnTo>
                  <a:lnTo>
                    <a:pt x="184" y="368"/>
                  </a:lnTo>
                  <a:lnTo>
                    <a:pt x="202" y="368"/>
                  </a:lnTo>
                  <a:lnTo>
                    <a:pt x="222" y="364"/>
                  </a:lnTo>
                  <a:lnTo>
                    <a:pt x="238" y="360"/>
                  </a:lnTo>
                  <a:lnTo>
                    <a:pt x="256" y="354"/>
                  </a:lnTo>
                  <a:lnTo>
                    <a:pt x="272" y="346"/>
                  </a:lnTo>
                  <a:lnTo>
                    <a:pt x="286" y="336"/>
                  </a:lnTo>
                  <a:lnTo>
                    <a:pt x="300" y="326"/>
                  </a:lnTo>
                  <a:lnTo>
                    <a:pt x="314" y="314"/>
                  </a:lnTo>
                  <a:lnTo>
                    <a:pt x="326" y="300"/>
                  </a:lnTo>
                  <a:lnTo>
                    <a:pt x="336" y="286"/>
                  </a:lnTo>
                  <a:lnTo>
                    <a:pt x="346" y="272"/>
                  </a:lnTo>
                  <a:lnTo>
                    <a:pt x="354" y="256"/>
                  </a:lnTo>
                  <a:lnTo>
                    <a:pt x="360" y="238"/>
                  </a:lnTo>
                  <a:lnTo>
                    <a:pt x="364" y="222"/>
                  </a:lnTo>
                  <a:lnTo>
                    <a:pt x="368" y="202"/>
                  </a:lnTo>
                  <a:lnTo>
                    <a:pt x="368" y="184"/>
                  </a:lnTo>
                  <a:lnTo>
                    <a:pt x="368" y="166"/>
                  </a:lnTo>
                  <a:lnTo>
                    <a:pt x="364" y="146"/>
                  </a:lnTo>
                  <a:lnTo>
                    <a:pt x="360" y="130"/>
                  </a:lnTo>
                  <a:lnTo>
                    <a:pt x="354" y="112"/>
                  </a:lnTo>
                  <a:lnTo>
                    <a:pt x="346" y="96"/>
                  </a:lnTo>
                  <a:lnTo>
                    <a:pt x="336" y="82"/>
                  </a:lnTo>
                  <a:lnTo>
                    <a:pt x="326" y="68"/>
                  </a:lnTo>
                  <a:lnTo>
                    <a:pt x="314" y="54"/>
                  </a:lnTo>
                  <a:lnTo>
                    <a:pt x="300" y="42"/>
                  </a:lnTo>
                  <a:lnTo>
                    <a:pt x="286" y="32"/>
                  </a:lnTo>
                  <a:lnTo>
                    <a:pt x="272" y="22"/>
                  </a:lnTo>
                  <a:lnTo>
                    <a:pt x="256" y="14"/>
                  </a:lnTo>
                  <a:lnTo>
                    <a:pt x="238" y="8"/>
                  </a:lnTo>
                  <a:lnTo>
                    <a:pt x="222" y="4"/>
                  </a:lnTo>
                  <a:lnTo>
                    <a:pt x="202" y="0"/>
                  </a:lnTo>
                  <a:lnTo>
                    <a:pt x="184" y="0"/>
                  </a:lnTo>
                  <a:lnTo>
                    <a:pt x="166" y="0"/>
                  </a:lnTo>
                  <a:lnTo>
                    <a:pt x="146" y="4"/>
                  </a:lnTo>
                  <a:lnTo>
                    <a:pt x="130" y="8"/>
                  </a:lnTo>
                  <a:lnTo>
                    <a:pt x="112" y="14"/>
                  </a:lnTo>
                  <a:lnTo>
                    <a:pt x="96" y="22"/>
                  </a:lnTo>
                  <a:lnTo>
                    <a:pt x="82" y="32"/>
                  </a:lnTo>
                  <a:lnTo>
                    <a:pt x="68" y="42"/>
                  </a:lnTo>
                  <a:lnTo>
                    <a:pt x="54" y="54"/>
                  </a:lnTo>
                  <a:lnTo>
                    <a:pt x="42" y="68"/>
                  </a:lnTo>
                  <a:lnTo>
                    <a:pt x="32" y="82"/>
                  </a:lnTo>
                  <a:lnTo>
                    <a:pt x="22" y="96"/>
                  </a:lnTo>
                  <a:lnTo>
                    <a:pt x="14" y="112"/>
                  </a:lnTo>
                  <a:lnTo>
                    <a:pt x="8" y="130"/>
                  </a:lnTo>
                  <a:lnTo>
                    <a:pt x="4" y="146"/>
                  </a:lnTo>
                  <a:lnTo>
                    <a:pt x="0" y="166"/>
                  </a:lnTo>
                  <a:lnTo>
                    <a:pt x="0" y="184"/>
                  </a:lnTo>
                  <a:close/>
                  <a:moveTo>
                    <a:pt x="80" y="184"/>
                  </a:moveTo>
                  <a:lnTo>
                    <a:pt x="80" y="184"/>
                  </a:lnTo>
                  <a:lnTo>
                    <a:pt x="82" y="164"/>
                  </a:lnTo>
                  <a:lnTo>
                    <a:pt x="88" y="144"/>
                  </a:lnTo>
                  <a:lnTo>
                    <a:pt x="98" y="126"/>
                  </a:lnTo>
                  <a:lnTo>
                    <a:pt x="110" y="110"/>
                  </a:lnTo>
                  <a:lnTo>
                    <a:pt x="126" y="98"/>
                  </a:lnTo>
                  <a:lnTo>
                    <a:pt x="144" y="88"/>
                  </a:lnTo>
                  <a:lnTo>
                    <a:pt x="164" y="82"/>
                  </a:lnTo>
                  <a:lnTo>
                    <a:pt x="184" y="80"/>
                  </a:lnTo>
                  <a:lnTo>
                    <a:pt x="204" y="82"/>
                  </a:lnTo>
                  <a:lnTo>
                    <a:pt x="224" y="88"/>
                  </a:lnTo>
                  <a:lnTo>
                    <a:pt x="242" y="98"/>
                  </a:lnTo>
                  <a:lnTo>
                    <a:pt x="258" y="110"/>
                  </a:lnTo>
                  <a:lnTo>
                    <a:pt x="270" y="126"/>
                  </a:lnTo>
                  <a:lnTo>
                    <a:pt x="280" y="144"/>
                  </a:lnTo>
                  <a:lnTo>
                    <a:pt x="286" y="164"/>
                  </a:lnTo>
                  <a:lnTo>
                    <a:pt x="288" y="184"/>
                  </a:lnTo>
                  <a:lnTo>
                    <a:pt x="286" y="204"/>
                  </a:lnTo>
                  <a:lnTo>
                    <a:pt x="280" y="224"/>
                  </a:lnTo>
                  <a:lnTo>
                    <a:pt x="270" y="242"/>
                  </a:lnTo>
                  <a:lnTo>
                    <a:pt x="258" y="258"/>
                  </a:lnTo>
                  <a:lnTo>
                    <a:pt x="242" y="270"/>
                  </a:lnTo>
                  <a:lnTo>
                    <a:pt x="224" y="280"/>
                  </a:lnTo>
                  <a:lnTo>
                    <a:pt x="204" y="286"/>
                  </a:lnTo>
                  <a:lnTo>
                    <a:pt x="184" y="288"/>
                  </a:lnTo>
                  <a:lnTo>
                    <a:pt x="164" y="286"/>
                  </a:lnTo>
                  <a:lnTo>
                    <a:pt x="144" y="280"/>
                  </a:lnTo>
                  <a:lnTo>
                    <a:pt x="126" y="270"/>
                  </a:lnTo>
                  <a:lnTo>
                    <a:pt x="110" y="258"/>
                  </a:lnTo>
                  <a:lnTo>
                    <a:pt x="98" y="242"/>
                  </a:lnTo>
                  <a:lnTo>
                    <a:pt x="88" y="224"/>
                  </a:lnTo>
                  <a:lnTo>
                    <a:pt x="82" y="204"/>
                  </a:lnTo>
                  <a:lnTo>
                    <a:pt x="80" y="184"/>
                  </a:lnTo>
                  <a:close/>
                </a:path>
              </a:pathLst>
            </a:custGeom>
            <a:solidFill>
              <a:srgbClr val="071F65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692" name="Freeform 4"/>
            <p:cNvSpPr>
              <a:spLocks noEditPoints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8" y="288"/>
              <a:ext cx="656" cy="65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rgbClr val="404040">
                <a:alpha val="28999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693" name="Freeform 5"/>
            <p:cNvSpPr>
              <a:spLocks noEditPoints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44" y="144"/>
              <a:ext cx="944" cy="944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rgbClr val="404040">
                <a:alpha val="20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694" name="Freeform 6"/>
            <p:cNvSpPr>
              <a:spLocks noEditPoints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232" cy="123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rgbClr val="404040">
                <a:alpha val="9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sp>
        <p:nvSpPr>
          <p:cNvPr id="1048695" name="椭圆 46"/>
          <p:cNvSpPr/>
          <p:nvPr>
            <p:custDataLst>
              <p:tags r:id="rId10"/>
            </p:custDataLst>
          </p:nvPr>
        </p:nvSpPr>
        <p:spPr>
          <a:xfrm>
            <a:off x="5938089" y="1838309"/>
            <a:ext cx="382766" cy="3827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940" b="1" dirty="0">
                <a:solidFill>
                  <a:srgbClr val="E7E6E6"/>
                </a:solidFill>
                <a:latin typeface="HYXuanSong 75J" panose="00020600040101010101" charset="-122"/>
                <a:ea typeface="HYXuanSong 75J" panose="00020600040101010101" charset="-122"/>
              </a:rPr>
              <a:t>1</a:t>
            </a:r>
            <a:endParaRPr lang="en-US" altLang="zh-CN" sz="1940" b="1" dirty="0">
              <a:solidFill>
                <a:srgbClr val="E7E6E6"/>
              </a:solidFill>
              <a:latin typeface="HYXuanSong 75J" panose="00020600040101010101" charset="-122"/>
              <a:ea typeface="HYXuanSong 75J" panose="00020600040101010101" charset="-122"/>
            </a:endParaRPr>
          </a:p>
        </p:txBody>
      </p:sp>
      <p:sp>
        <p:nvSpPr>
          <p:cNvPr id="1048696" name="椭圆 47"/>
          <p:cNvSpPr/>
          <p:nvPr>
            <p:custDataLst>
              <p:tags r:id="rId11"/>
            </p:custDataLst>
          </p:nvPr>
        </p:nvSpPr>
        <p:spPr>
          <a:xfrm>
            <a:off x="7849303" y="2768056"/>
            <a:ext cx="365132" cy="3651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940" b="1" dirty="0">
                <a:solidFill>
                  <a:srgbClr val="E7E6E6"/>
                </a:solidFill>
                <a:latin typeface="HYXuanSong 75J" panose="00020600040101010101" charset="-122"/>
                <a:ea typeface="HYXuanSong 75J" panose="00020600040101010101" charset="-122"/>
              </a:rPr>
              <a:t>2</a:t>
            </a:r>
            <a:endParaRPr lang="en-US" altLang="zh-CN" sz="1940" b="1" dirty="0">
              <a:solidFill>
                <a:srgbClr val="E7E6E6"/>
              </a:solidFill>
              <a:latin typeface="HYXuanSong 75J" panose="00020600040101010101" charset="-122"/>
              <a:ea typeface="HYXuanSong 75J" panose="00020600040101010101" charset="-122"/>
            </a:endParaRPr>
          </a:p>
        </p:txBody>
      </p:sp>
      <p:sp>
        <p:nvSpPr>
          <p:cNvPr id="1048697" name="椭圆 48"/>
          <p:cNvSpPr/>
          <p:nvPr>
            <p:custDataLst>
              <p:tags r:id="rId12"/>
            </p:custDataLst>
          </p:nvPr>
        </p:nvSpPr>
        <p:spPr>
          <a:xfrm>
            <a:off x="6381162" y="3731923"/>
            <a:ext cx="389415" cy="3894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940" b="1" dirty="0">
                <a:solidFill>
                  <a:srgbClr val="E7E6E6"/>
                </a:solidFill>
                <a:latin typeface="HYXuanSong 75J" panose="00020600040101010101" charset="-122"/>
                <a:ea typeface="HYXuanSong 75J" panose="00020600040101010101" charset="-122"/>
              </a:rPr>
              <a:t>3</a:t>
            </a:r>
            <a:endParaRPr lang="en-US" altLang="zh-CN" sz="1940" b="1" dirty="0">
              <a:solidFill>
                <a:srgbClr val="E7E6E6"/>
              </a:solidFill>
              <a:latin typeface="HYXuanSong 75J" panose="00020600040101010101" charset="-122"/>
              <a:ea typeface="HYXuanSong 75J" panose="00020600040101010101" charset="-122"/>
            </a:endParaRPr>
          </a:p>
        </p:txBody>
      </p:sp>
      <p:sp>
        <p:nvSpPr>
          <p:cNvPr id="1048698" name="椭圆 49"/>
          <p:cNvSpPr/>
          <p:nvPr>
            <p:custDataLst>
              <p:tags r:id="rId13"/>
            </p:custDataLst>
          </p:nvPr>
        </p:nvSpPr>
        <p:spPr>
          <a:xfrm>
            <a:off x="4714211" y="4765693"/>
            <a:ext cx="416827" cy="4337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940" b="1" dirty="0">
                <a:solidFill>
                  <a:srgbClr val="E7E6E6"/>
                </a:solidFill>
                <a:latin typeface="HYXuanSong 75J" panose="00020600040101010101" charset="-122"/>
                <a:ea typeface="HYXuanSong 75J" panose="00020600040101010101" charset="-122"/>
              </a:rPr>
              <a:t>4</a:t>
            </a:r>
            <a:endParaRPr lang="en-US" altLang="zh-CN" sz="1940" b="1" dirty="0">
              <a:solidFill>
                <a:srgbClr val="E7E6E6"/>
              </a:solidFill>
              <a:latin typeface="HYXuanSong 75J" panose="00020600040101010101" charset="-122"/>
              <a:ea typeface="HYXuanSong 75J" panose="00020600040101010101" charset="-122"/>
            </a:endParaRPr>
          </a:p>
        </p:txBody>
      </p:sp>
      <p:sp>
        <p:nvSpPr>
          <p:cNvPr id="1048699" name="文本框 51"/>
          <p:cNvSpPr txBox="1"/>
          <p:nvPr>
            <p:custDataLst>
              <p:tags r:id="rId14"/>
            </p:custDataLst>
          </p:nvPr>
        </p:nvSpPr>
        <p:spPr>
          <a:xfrm>
            <a:off x="6659376" y="1382859"/>
            <a:ext cx="5404349" cy="106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9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zh-CN" altLang="en-US" sz="249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1940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</a:t>
            </a:r>
            <a:endParaRPr lang="zh-CN" altLang="en-US" sz="194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00" name="文本框 52"/>
          <p:cNvSpPr txBox="1"/>
          <p:nvPr>
            <p:custDataLst>
              <p:tags r:id="rId15"/>
            </p:custDataLst>
          </p:nvPr>
        </p:nvSpPr>
        <p:spPr>
          <a:xfrm>
            <a:off x="8516295" y="2422930"/>
            <a:ext cx="5404349" cy="106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9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zh-CN" altLang="en-US" sz="249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1940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</a:t>
            </a:r>
            <a:endParaRPr lang="en-US" altLang="zh-CN" sz="194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1940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演示的良好效果，正文尽量简明</a:t>
            </a:r>
            <a:endParaRPr lang="en-US" altLang="zh-CN" sz="194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01" name="文本框 53"/>
          <p:cNvSpPr txBox="1"/>
          <p:nvPr>
            <p:custDataLst>
              <p:tags r:id="rId16"/>
            </p:custDataLst>
          </p:nvPr>
        </p:nvSpPr>
        <p:spPr>
          <a:xfrm>
            <a:off x="7219065" y="3581170"/>
            <a:ext cx="5168467" cy="106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9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zh-CN" altLang="en-US" sz="249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1940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</a:t>
            </a:r>
            <a:endParaRPr lang="en-US" altLang="zh-CN" sz="194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1940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效果，正文尽量简明扼要</a:t>
            </a:r>
            <a:endParaRPr lang="zh-CN" altLang="en-US" sz="194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02" name="文本框 54"/>
          <p:cNvSpPr txBox="1"/>
          <p:nvPr>
            <p:custDataLst>
              <p:tags r:id="rId17"/>
            </p:custDataLst>
          </p:nvPr>
        </p:nvSpPr>
        <p:spPr>
          <a:xfrm>
            <a:off x="5412680" y="4876610"/>
            <a:ext cx="5404349" cy="106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9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zh-CN" altLang="en-US" sz="249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1940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</a:t>
            </a:r>
            <a:endParaRPr lang="zh-CN" altLang="en-US" sz="1940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097177" name="图片 26" descr="C:/Users/hugq/Desktop/图片2.png图片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t="8222" b="8222"/>
          <a:stretch>
            <a:fillRect/>
          </a:stretch>
        </p:blipFill>
        <p:spPr>
          <a:xfrm>
            <a:off x="293982" y="1350561"/>
            <a:ext cx="4397156" cy="3415132"/>
          </a:xfrm>
          <a:prstGeom prst="rect">
            <a:avLst/>
          </a:prstGeom>
          <a:effectLst>
            <a:outerShdw blurRad="127000" dist="203200" dir="21540000" algn="ctr" rotWithShape="0">
              <a:srgbClr val="000000">
                <a:alpha val="3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4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45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4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4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4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5" grpId="0" animBg="1"/>
      <p:bldP spid="1048696" grpId="0" animBg="1"/>
      <p:bldP spid="1048697" grpId="0" animBg="1"/>
      <p:bldP spid="104869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任意多边形 3"/>
          <p:cNvSpPr/>
          <p:nvPr/>
        </p:nvSpPr>
        <p:spPr>
          <a:xfrm rot="16872204">
            <a:off x="1070959" y="2913731"/>
            <a:ext cx="2728817" cy="1479826"/>
          </a:xfrm>
          <a:custGeom>
            <a:avLst/>
            <a:gdLst>
              <a:gd name="connsiteX0" fmla="*/ 0 w 1010195"/>
              <a:gd name="connsiteY0" fmla="*/ 0 h 217714"/>
              <a:gd name="connsiteX1" fmla="*/ 8709 w 1010195"/>
              <a:gd name="connsiteY1" fmla="*/ 217714 h 217714"/>
              <a:gd name="connsiteX2" fmla="*/ 1010195 w 1010195"/>
              <a:gd name="connsiteY2" fmla="*/ 87086 h 217714"/>
              <a:gd name="connsiteX3" fmla="*/ 0 w 1010195"/>
              <a:gd name="connsiteY3" fmla="*/ 0 h 217714"/>
              <a:gd name="connsiteX0-1" fmla="*/ 0 w 1017338"/>
              <a:gd name="connsiteY0-2" fmla="*/ 0 h 217714"/>
              <a:gd name="connsiteX1-3" fmla="*/ 8709 w 1017338"/>
              <a:gd name="connsiteY1-4" fmla="*/ 217714 h 217714"/>
              <a:gd name="connsiteX2-5" fmla="*/ 1017338 w 1017338"/>
              <a:gd name="connsiteY2-6" fmla="*/ 87086 h 217714"/>
              <a:gd name="connsiteX3-7" fmla="*/ 0 w 1017338"/>
              <a:gd name="connsiteY3-8" fmla="*/ 0 h 217714"/>
              <a:gd name="connsiteX0-1-1" fmla="*/ 0 w 1017338"/>
              <a:gd name="connsiteY0-2-2" fmla="*/ 0 h 248457"/>
              <a:gd name="connsiteX1-3-3" fmla="*/ 98341 w 1017338"/>
              <a:gd name="connsiteY1-4-4" fmla="*/ 248457 h 248457"/>
              <a:gd name="connsiteX2-5-5" fmla="*/ 1017338 w 1017338"/>
              <a:gd name="connsiteY2-6-6" fmla="*/ 87086 h 248457"/>
              <a:gd name="connsiteX3-7-7" fmla="*/ 0 w 1017338"/>
              <a:gd name="connsiteY3-8-8" fmla="*/ 0 h 248457"/>
              <a:gd name="connsiteX0-9" fmla="*/ 0 w 1041847"/>
              <a:gd name="connsiteY0-10" fmla="*/ 0 h 264949"/>
              <a:gd name="connsiteX1-11" fmla="*/ 122850 w 1041847"/>
              <a:gd name="connsiteY1-12" fmla="*/ 264949 h 264949"/>
              <a:gd name="connsiteX2-13" fmla="*/ 1041847 w 1041847"/>
              <a:gd name="connsiteY2-14" fmla="*/ 103578 h 264949"/>
              <a:gd name="connsiteX3-15" fmla="*/ 0 w 1041847"/>
              <a:gd name="connsiteY3-16" fmla="*/ 0 h 264949"/>
              <a:gd name="connsiteX0-17" fmla="*/ 0 w 1041847"/>
              <a:gd name="connsiteY0-18" fmla="*/ 0 h 252106"/>
              <a:gd name="connsiteX1-19" fmla="*/ 188050 w 1041847"/>
              <a:gd name="connsiteY1-20" fmla="*/ 252106 h 252106"/>
              <a:gd name="connsiteX2-21" fmla="*/ 1041847 w 1041847"/>
              <a:gd name="connsiteY2-22" fmla="*/ 103578 h 252106"/>
              <a:gd name="connsiteX3-23" fmla="*/ 0 w 1041847"/>
              <a:gd name="connsiteY3-24" fmla="*/ 0 h 252106"/>
              <a:gd name="connsiteX0-25" fmla="*/ 0 w 1041847"/>
              <a:gd name="connsiteY0-26" fmla="*/ 0 h 269441"/>
              <a:gd name="connsiteX1-27" fmla="*/ 182425 w 1041847"/>
              <a:gd name="connsiteY1-28" fmla="*/ 269441 h 269441"/>
              <a:gd name="connsiteX2-29" fmla="*/ 1041847 w 1041847"/>
              <a:gd name="connsiteY2-30" fmla="*/ 103578 h 269441"/>
              <a:gd name="connsiteX3-31" fmla="*/ 0 w 1041847"/>
              <a:gd name="connsiteY3-32" fmla="*/ 0 h 26944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041847" h="269441">
                <a:moveTo>
                  <a:pt x="0" y="0"/>
                </a:moveTo>
                <a:lnTo>
                  <a:pt x="182425" y="269441"/>
                </a:lnTo>
                <a:lnTo>
                  <a:pt x="1041847" y="1035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9000"/>
                </a:schemeClr>
              </a:gs>
              <a:gs pos="22000">
                <a:schemeClr val="accent3">
                  <a:lumMod val="75000"/>
                </a:schemeClr>
              </a:gs>
              <a:gs pos="63000">
                <a:schemeClr val="bg2">
                  <a:lumMod val="2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704" name="任意多边形 5"/>
          <p:cNvSpPr/>
          <p:nvPr/>
        </p:nvSpPr>
        <p:spPr>
          <a:xfrm>
            <a:off x="9101921" y="4739894"/>
            <a:ext cx="1762818" cy="825844"/>
          </a:xfrm>
          <a:custGeom>
            <a:avLst/>
            <a:gdLst>
              <a:gd name="connsiteX0" fmla="*/ 0 w 1670050"/>
              <a:gd name="connsiteY0" fmla="*/ 666750 h 666750"/>
              <a:gd name="connsiteX1" fmla="*/ 139700 w 1670050"/>
              <a:gd name="connsiteY1" fmla="*/ 0 h 666750"/>
              <a:gd name="connsiteX2" fmla="*/ 1670050 w 1670050"/>
              <a:gd name="connsiteY2" fmla="*/ 12700 h 666750"/>
              <a:gd name="connsiteX3" fmla="*/ 0 w 1670050"/>
              <a:gd name="connsiteY3" fmla="*/ 666750 h 666750"/>
              <a:gd name="connsiteX0-1" fmla="*/ 0 w 1676400"/>
              <a:gd name="connsiteY0-2" fmla="*/ 666750 h 666750"/>
              <a:gd name="connsiteX1-3" fmla="*/ 139700 w 1676400"/>
              <a:gd name="connsiteY1-4" fmla="*/ 0 h 666750"/>
              <a:gd name="connsiteX2-5" fmla="*/ 1676400 w 1676400"/>
              <a:gd name="connsiteY2-6" fmla="*/ 38100 h 666750"/>
              <a:gd name="connsiteX3-7" fmla="*/ 0 w 1676400"/>
              <a:gd name="connsiteY3-8" fmla="*/ 666750 h 666750"/>
              <a:gd name="connsiteX0-9" fmla="*/ 0 w 1668780"/>
              <a:gd name="connsiteY0-10" fmla="*/ 666750 h 666750"/>
              <a:gd name="connsiteX1-11" fmla="*/ 139700 w 1668780"/>
              <a:gd name="connsiteY1-12" fmla="*/ 0 h 666750"/>
              <a:gd name="connsiteX2-13" fmla="*/ 1668780 w 1668780"/>
              <a:gd name="connsiteY2-14" fmla="*/ 22860 h 666750"/>
              <a:gd name="connsiteX3-15" fmla="*/ 0 w 1668780"/>
              <a:gd name="connsiteY3-16" fmla="*/ 666750 h 666750"/>
              <a:gd name="connsiteX0-1-1" fmla="*/ 0 w 1668780"/>
              <a:gd name="connsiteY0-2-2" fmla="*/ 666750 h 666750"/>
              <a:gd name="connsiteX1-3-3" fmla="*/ 139700 w 1668780"/>
              <a:gd name="connsiteY1-4-4" fmla="*/ 0 h 666750"/>
              <a:gd name="connsiteX2-5-5" fmla="*/ 1668780 w 1668780"/>
              <a:gd name="connsiteY2-6-6" fmla="*/ 83463 h 666750"/>
              <a:gd name="connsiteX3-7-7" fmla="*/ 0 w 1668780"/>
              <a:gd name="connsiteY3-8-8" fmla="*/ 666750 h 666750"/>
              <a:gd name="connsiteX0-9-9" fmla="*/ 0 w 1722808"/>
              <a:gd name="connsiteY0-10-10" fmla="*/ 681901 h 681901"/>
              <a:gd name="connsiteX1-11-11" fmla="*/ 193728 w 1722808"/>
              <a:gd name="connsiteY1-12-12" fmla="*/ 0 h 681901"/>
              <a:gd name="connsiteX2-13-13" fmla="*/ 1722808 w 1722808"/>
              <a:gd name="connsiteY2-14-14" fmla="*/ 83463 h 681901"/>
              <a:gd name="connsiteX3-15-15" fmla="*/ 0 w 1722808"/>
              <a:gd name="connsiteY3-16-16" fmla="*/ 681901 h 68190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722808" h="681901">
                <a:moveTo>
                  <a:pt x="0" y="681901"/>
                </a:moveTo>
                <a:lnTo>
                  <a:pt x="193728" y="0"/>
                </a:lnTo>
                <a:lnTo>
                  <a:pt x="1722808" y="83463"/>
                </a:lnTo>
                <a:lnTo>
                  <a:pt x="0" y="681901"/>
                </a:lnTo>
                <a:close/>
              </a:path>
            </a:pathLst>
          </a:custGeom>
          <a:gradFill>
            <a:gsLst>
              <a:gs pos="23000">
                <a:schemeClr val="bg2">
                  <a:lumMod val="25000"/>
                </a:schemeClr>
              </a:gs>
              <a:gs pos="62000">
                <a:schemeClr val="accent3">
                  <a:lumMod val="43000"/>
                </a:schemeClr>
              </a:gs>
              <a:gs pos="100000">
                <a:schemeClr val="accent3">
                  <a:lumMod val="7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705" name="任意多边形 4"/>
          <p:cNvSpPr/>
          <p:nvPr/>
        </p:nvSpPr>
        <p:spPr>
          <a:xfrm>
            <a:off x="1411354" y="2665244"/>
            <a:ext cx="9479512" cy="2182507"/>
          </a:xfrm>
          <a:custGeom>
            <a:avLst/>
            <a:gdLst>
              <a:gd name="connsiteX0" fmla="*/ 899160 w 6408420"/>
              <a:gd name="connsiteY0" fmla="*/ 0 h 2240280"/>
              <a:gd name="connsiteX1" fmla="*/ 6134100 w 6408420"/>
              <a:gd name="connsiteY1" fmla="*/ 15240 h 2240280"/>
              <a:gd name="connsiteX2" fmla="*/ 6408420 w 6408420"/>
              <a:gd name="connsiteY2" fmla="*/ 2240280 h 2240280"/>
              <a:gd name="connsiteX3" fmla="*/ 0 w 6408420"/>
              <a:gd name="connsiteY3" fmla="*/ 2240280 h 2240280"/>
              <a:gd name="connsiteX4" fmla="*/ 1013460 w 6408420"/>
              <a:gd name="connsiteY4" fmla="*/ 2095500 h 2240280"/>
              <a:gd name="connsiteX5" fmla="*/ 899160 w 6408420"/>
              <a:gd name="connsiteY5" fmla="*/ 0 h 2240280"/>
              <a:gd name="connsiteX0-1" fmla="*/ 892810 w 6402070"/>
              <a:gd name="connsiteY0-2" fmla="*/ 0 h 2240280"/>
              <a:gd name="connsiteX1-3" fmla="*/ 6127750 w 6402070"/>
              <a:gd name="connsiteY1-4" fmla="*/ 15240 h 2240280"/>
              <a:gd name="connsiteX2-5" fmla="*/ 6402070 w 6402070"/>
              <a:gd name="connsiteY2-6" fmla="*/ 2240280 h 2240280"/>
              <a:gd name="connsiteX3-7" fmla="*/ 0 w 6402070"/>
              <a:gd name="connsiteY3-8" fmla="*/ 2227580 h 2240280"/>
              <a:gd name="connsiteX4-9" fmla="*/ 1007110 w 6402070"/>
              <a:gd name="connsiteY4-10" fmla="*/ 2095500 h 2240280"/>
              <a:gd name="connsiteX5-11" fmla="*/ 892810 w 6402070"/>
              <a:gd name="connsiteY5-12" fmla="*/ 0 h 2240280"/>
              <a:gd name="connsiteX0-13" fmla="*/ 892810 w 6402070"/>
              <a:gd name="connsiteY0-14" fmla="*/ 0 h 2240280"/>
              <a:gd name="connsiteX1-15" fmla="*/ 6127750 w 6402070"/>
              <a:gd name="connsiteY1-16" fmla="*/ 15240 h 2240280"/>
              <a:gd name="connsiteX2-17" fmla="*/ 6402070 w 6402070"/>
              <a:gd name="connsiteY2-18" fmla="*/ 2240280 h 2240280"/>
              <a:gd name="connsiteX3-19" fmla="*/ 0 w 6402070"/>
              <a:gd name="connsiteY3-20" fmla="*/ 2227580 h 2240280"/>
              <a:gd name="connsiteX4-21" fmla="*/ 988060 w 6402070"/>
              <a:gd name="connsiteY4-22" fmla="*/ 2051050 h 2240280"/>
              <a:gd name="connsiteX5-23" fmla="*/ 892810 w 6402070"/>
              <a:gd name="connsiteY5-24" fmla="*/ 0 h 22402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402070" h="2240280">
                <a:moveTo>
                  <a:pt x="892810" y="0"/>
                </a:moveTo>
                <a:lnTo>
                  <a:pt x="6127750" y="15240"/>
                </a:lnTo>
                <a:lnTo>
                  <a:pt x="6402070" y="2240280"/>
                </a:lnTo>
                <a:lnTo>
                  <a:pt x="0" y="2227580"/>
                </a:lnTo>
                <a:lnTo>
                  <a:pt x="988060" y="2051050"/>
                </a:lnTo>
                <a:lnTo>
                  <a:pt x="89281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2159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6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Part </a:t>
            </a:r>
            <a:r>
              <a:rPr lang="en-US" altLang="zh-CN" sz="6645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3 </a:t>
            </a:r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主 标 题</a:t>
            </a:r>
            <a:endParaRPr lang="zh-CN" altLang="en-US" sz="6645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</a:endParaRPr>
          </a:p>
        </p:txBody>
      </p:sp>
      <p:sp>
        <p:nvSpPr>
          <p:cNvPr id="1048706" name="任意多边形 2"/>
          <p:cNvSpPr/>
          <p:nvPr/>
        </p:nvSpPr>
        <p:spPr>
          <a:xfrm>
            <a:off x="184" y="1776649"/>
            <a:ext cx="2893125" cy="2861146"/>
          </a:xfrm>
          <a:custGeom>
            <a:avLst/>
            <a:gdLst>
              <a:gd name="connsiteX0" fmla="*/ 0 w 2438400"/>
              <a:gd name="connsiteY0" fmla="*/ 0 h 2400300"/>
              <a:gd name="connsiteX1" fmla="*/ 2413000 w 2438400"/>
              <a:gd name="connsiteY1" fmla="*/ 139700 h 2400300"/>
              <a:gd name="connsiteX2" fmla="*/ 2438400 w 2438400"/>
              <a:gd name="connsiteY2" fmla="*/ 2400300 h 2400300"/>
              <a:gd name="connsiteX3" fmla="*/ 12700 w 2438400"/>
              <a:gd name="connsiteY3" fmla="*/ 2222500 h 2400300"/>
              <a:gd name="connsiteX4" fmla="*/ 0 w 2438400"/>
              <a:gd name="connsiteY4" fmla="*/ 0 h 2400300"/>
              <a:gd name="connsiteX0-1" fmla="*/ 9896 w 2448296"/>
              <a:gd name="connsiteY0-2" fmla="*/ 0 h 2400300"/>
              <a:gd name="connsiteX1-3" fmla="*/ 2422896 w 2448296"/>
              <a:gd name="connsiteY1-4" fmla="*/ 139700 h 2400300"/>
              <a:gd name="connsiteX2-5" fmla="*/ 2448296 w 2448296"/>
              <a:gd name="connsiteY2-6" fmla="*/ 2400300 h 2400300"/>
              <a:gd name="connsiteX3-7" fmla="*/ 659 w 2448296"/>
              <a:gd name="connsiteY3-8" fmla="*/ 2214986 h 2400300"/>
              <a:gd name="connsiteX4-9" fmla="*/ 9896 w 2448296"/>
              <a:gd name="connsiteY4-10" fmla="*/ 0 h 240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8296" h="2400300">
                <a:moveTo>
                  <a:pt x="9896" y="0"/>
                </a:moveTo>
                <a:lnTo>
                  <a:pt x="2422896" y="139700"/>
                </a:lnTo>
                <a:lnTo>
                  <a:pt x="2448296" y="2400300"/>
                </a:lnTo>
                <a:lnTo>
                  <a:pt x="659" y="2214986"/>
                </a:lnTo>
                <a:cubicBezTo>
                  <a:pt x="-3574" y="1478386"/>
                  <a:pt x="14129" y="749300"/>
                  <a:pt x="989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>
            <a:outerShdw blurRad="736600" dist="330200" dir="2400000" sx="95000" sy="95000" algn="l" rotWithShape="0">
              <a:schemeClr val="accent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707" name="任意多边形 6"/>
          <p:cNvSpPr/>
          <p:nvPr/>
        </p:nvSpPr>
        <p:spPr>
          <a:xfrm>
            <a:off x="9073112" y="2590534"/>
            <a:ext cx="3118706" cy="2975205"/>
          </a:xfrm>
          <a:custGeom>
            <a:avLst/>
            <a:gdLst>
              <a:gd name="connsiteX0" fmla="*/ 2997200 w 2997200"/>
              <a:gd name="connsiteY0" fmla="*/ 0 h 3028950"/>
              <a:gd name="connsiteX1" fmla="*/ 2997200 w 2997200"/>
              <a:gd name="connsiteY1" fmla="*/ 2540000 h 3028950"/>
              <a:gd name="connsiteX2" fmla="*/ 0 w 2997200"/>
              <a:gd name="connsiteY2" fmla="*/ 3028950 h 3028950"/>
              <a:gd name="connsiteX3" fmla="*/ 1676400 w 2997200"/>
              <a:gd name="connsiteY3" fmla="*/ 2362200 h 3028950"/>
              <a:gd name="connsiteX4" fmla="*/ 1536700 w 2997200"/>
              <a:gd name="connsiteY4" fmla="*/ 1460500 h 3028950"/>
              <a:gd name="connsiteX5" fmla="*/ 2997200 w 2997200"/>
              <a:gd name="connsiteY5" fmla="*/ 0 h 3028950"/>
              <a:gd name="connsiteX0-1" fmla="*/ 2997200 w 2997200"/>
              <a:gd name="connsiteY0-2" fmla="*/ 0 h 3028950"/>
              <a:gd name="connsiteX1-3" fmla="*/ 2997200 w 2997200"/>
              <a:gd name="connsiteY1-4" fmla="*/ 2540000 h 3028950"/>
              <a:gd name="connsiteX2-5" fmla="*/ 0 w 2997200"/>
              <a:gd name="connsiteY2-6" fmla="*/ 3028950 h 3028950"/>
              <a:gd name="connsiteX3-7" fmla="*/ 1644650 w 2997200"/>
              <a:gd name="connsiteY3-8" fmla="*/ 2362200 h 3028950"/>
              <a:gd name="connsiteX4-9" fmla="*/ 1536700 w 2997200"/>
              <a:gd name="connsiteY4-10" fmla="*/ 1460500 h 3028950"/>
              <a:gd name="connsiteX5-11" fmla="*/ 2997200 w 2997200"/>
              <a:gd name="connsiteY5-12" fmla="*/ 0 h 3028950"/>
              <a:gd name="connsiteX0-13" fmla="*/ 3009900 w 3009900"/>
              <a:gd name="connsiteY0-14" fmla="*/ 0 h 3028950"/>
              <a:gd name="connsiteX1-15" fmla="*/ 3009900 w 3009900"/>
              <a:gd name="connsiteY1-16" fmla="*/ 2540000 h 3028950"/>
              <a:gd name="connsiteX2-17" fmla="*/ 0 w 3009900"/>
              <a:gd name="connsiteY2-18" fmla="*/ 3028950 h 3028950"/>
              <a:gd name="connsiteX3-19" fmla="*/ 1657350 w 3009900"/>
              <a:gd name="connsiteY3-20" fmla="*/ 2362200 h 3028950"/>
              <a:gd name="connsiteX4-21" fmla="*/ 1549400 w 3009900"/>
              <a:gd name="connsiteY4-22" fmla="*/ 1460500 h 3028950"/>
              <a:gd name="connsiteX5-23" fmla="*/ 3009900 w 3009900"/>
              <a:gd name="connsiteY5-24" fmla="*/ 0 h 3028950"/>
              <a:gd name="connsiteX0-1-1" fmla="*/ 3009900 w 3009900"/>
              <a:gd name="connsiteY0-2-2" fmla="*/ 0 h 3028950"/>
              <a:gd name="connsiteX1-3-3" fmla="*/ 3009900 w 3009900"/>
              <a:gd name="connsiteY1-4-4" fmla="*/ 2540000 h 3028950"/>
              <a:gd name="connsiteX2-5-5" fmla="*/ 0 w 3009900"/>
              <a:gd name="connsiteY2-6-6" fmla="*/ 3028950 h 3028950"/>
              <a:gd name="connsiteX3-7-7" fmla="*/ 1657350 w 3009900"/>
              <a:gd name="connsiteY3-8-8" fmla="*/ 2362200 h 3028950"/>
              <a:gd name="connsiteX4-9-9" fmla="*/ 1469369 w 3009900"/>
              <a:gd name="connsiteY4-10-10" fmla="*/ 1382526 h 3028950"/>
              <a:gd name="connsiteX5-11-11" fmla="*/ 3009900 w 3009900"/>
              <a:gd name="connsiteY5-12-12" fmla="*/ 0 h 3028950"/>
              <a:gd name="connsiteX0-13-13" fmla="*/ 3009900 w 3009900"/>
              <a:gd name="connsiteY0-14-14" fmla="*/ 0 h 3028950"/>
              <a:gd name="connsiteX1-15-15" fmla="*/ 3009900 w 3009900"/>
              <a:gd name="connsiteY1-16-16" fmla="*/ 2540000 h 3028950"/>
              <a:gd name="connsiteX2-17-17" fmla="*/ 0 w 3009900"/>
              <a:gd name="connsiteY2-18-18" fmla="*/ 3028950 h 3028950"/>
              <a:gd name="connsiteX3-19-19" fmla="*/ 1621780 w 3009900"/>
              <a:gd name="connsiteY3-20-20" fmla="*/ 2274478 h 3028950"/>
              <a:gd name="connsiteX4-21-21" fmla="*/ 1469369 w 3009900"/>
              <a:gd name="connsiteY4-22-22" fmla="*/ 1382526 h 3028950"/>
              <a:gd name="connsiteX5-23-23" fmla="*/ 3009900 w 3009900"/>
              <a:gd name="connsiteY5-24-24" fmla="*/ 0 h 3028950"/>
              <a:gd name="connsiteX0-25" fmla="*/ 3009900 w 3009900"/>
              <a:gd name="connsiteY0-26" fmla="*/ 0 h 3028950"/>
              <a:gd name="connsiteX1-27" fmla="*/ 3009900 w 3009900"/>
              <a:gd name="connsiteY1-28" fmla="*/ 2540000 h 3028950"/>
              <a:gd name="connsiteX2-29" fmla="*/ 0 w 3009900"/>
              <a:gd name="connsiteY2-30" fmla="*/ 3028950 h 3028950"/>
              <a:gd name="connsiteX3-31" fmla="*/ 1621780 w 3009900"/>
              <a:gd name="connsiteY3-32" fmla="*/ 2209096 h 3028950"/>
              <a:gd name="connsiteX4-33" fmla="*/ 1469369 w 3009900"/>
              <a:gd name="connsiteY4-34" fmla="*/ 1382526 h 3028950"/>
              <a:gd name="connsiteX5-35" fmla="*/ 3009900 w 3009900"/>
              <a:gd name="connsiteY5-36" fmla="*/ 0 h 3028950"/>
              <a:gd name="connsiteX0-37" fmla="*/ 3009900 w 3009900"/>
              <a:gd name="connsiteY0-38" fmla="*/ 0 h 3028950"/>
              <a:gd name="connsiteX1-39" fmla="*/ 3009900 w 3009900"/>
              <a:gd name="connsiteY1-40" fmla="*/ 2540000 h 3028950"/>
              <a:gd name="connsiteX2-41" fmla="*/ 0 w 3009900"/>
              <a:gd name="connsiteY2-42" fmla="*/ 3028950 h 3028950"/>
              <a:gd name="connsiteX3-43" fmla="*/ 1621780 w 3009900"/>
              <a:gd name="connsiteY3-44" fmla="*/ 2209096 h 3028950"/>
              <a:gd name="connsiteX4-45" fmla="*/ 1576077 w 3009900"/>
              <a:gd name="connsiteY4-46" fmla="*/ 1354505 h 3028950"/>
              <a:gd name="connsiteX5-47" fmla="*/ 3009900 w 3009900"/>
              <a:gd name="connsiteY5-48" fmla="*/ 0 h 3028950"/>
              <a:gd name="connsiteX0-49" fmla="*/ 3009900 w 3009900"/>
              <a:gd name="connsiteY0-50" fmla="*/ 0 h 3028950"/>
              <a:gd name="connsiteX1-51" fmla="*/ 3009900 w 3009900"/>
              <a:gd name="connsiteY1-52" fmla="*/ 2540000 h 3028950"/>
              <a:gd name="connsiteX2-53" fmla="*/ 0 w 3009900"/>
              <a:gd name="connsiteY2-54" fmla="*/ 3028950 h 3028950"/>
              <a:gd name="connsiteX3-55" fmla="*/ 1755165 w 3009900"/>
              <a:gd name="connsiteY3-56" fmla="*/ 2405243 h 3028950"/>
              <a:gd name="connsiteX4-57" fmla="*/ 1576077 w 3009900"/>
              <a:gd name="connsiteY4-58" fmla="*/ 1354505 h 3028950"/>
              <a:gd name="connsiteX5-59" fmla="*/ 3009900 w 3009900"/>
              <a:gd name="connsiteY5-60" fmla="*/ 0 h 3028950"/>
              <a:gd name="connsiteX0-61" fmla="*/ 3009900 w 3009900"/>
              <a:gd name="connsiteY0-62" fmla="*/ 0 h 3028950"/>
              <a:gd name="connsiteX1-63" fmla="*/ 3009900 w 3009900"/>
              <a:gd name="connsiteY1-64" fmla="*/ 2540000 h 3028950"/>
              <a:gd name="connsiteX2-65" fmla="*/ 0 w 3009900"/>
              <a:gd name="connsiteY2-66" fmla="*/ 3028950 h 3028950"/>
              <a:gd name="connsiteX3-67" fmla="*/ 1719596 w 3009900"/>
              <a:gd name="connsiteY3-68" fmla="*/ 2302500 h 3028950"/>
              <a:gd name="connsiteX4-69" fmla="*/ 1576077 w 3009900"/>
              <a:gd name="connsiteY4-70" fmla="*/ 1354505 h 3028950"/>
              <a:gd name="connsiteX5-71" fmla="*/ 3009900 w 3009900"/>
              <a:gd name="connsiteY5-72" fmla="*/ 0 h 3028950"/>
              <a:gd name="connsiteX0-73" fmla="*/ 3009900 w 3009900"/>
              <a:gd name="connsiteY0-74" fmla="*/ 0 h 3028950"/>
              <a:gd name="connsiteX1-75" fmla="*/ 3009900 w 3009900"/>
              <a:gd name="connsiteY1-76" fmla="*/ 2540000 h 3028950"/>
              <a:gd name="connsiteX2-77" fmla="*/ 0 w 3009900"/>
              <a:gd name="connsiteY2-78" fmla="*/ 3028950 h 3028950"/>
              <a:gd name="connsiteX3-79" fmla="*/ 1719596 w 3009900"/>
              <a:gd name="connsiteY3-80" fmla="*/ 2302500 h 3028950"/>
              <a:gd name="connsiteX4-81" fmla="*/ 1549400 w 3009900"/>
              <a:gd name="connsiteY4-82" fmla="*/ 1382525 h 3028950"/>
              <a:gd name="connsiteX5-83" fmla="*/ 3009900 w 3009900"/>
              <a:gd name="connsiteY5-84" fmla="*/ 0 h 3028950"/>
              <a:gd name="connsiteX0-85" fmla="*/ 3009900 w 3009900"/>
              <a:gd name="connsiteY0-86" fmla="*/ 0 h 3028950"/>
              <a:gd name="connsiteX1-87" fmla="*/ 3009900 w 3009900"/>
              <a:gd name="connsiteY1-88" fmla="*/ 2540000 h 3028950"/>
              <a:gd name="connsiteX2-89" fmla="*/ 0 w 3009900"/>
              <a:gd name="connsiteY2-90" fmla="*/ 3028950 h 3028950"/>
              <a:gd name="connsiteX3-91" fmla="*/ 1675135 w 3009900"/>
              <a:gd name="connsiteY3-92" fmla="*/ 2302500 h 3028950"/>
              <a:gd name="connsiteX4-93" fmla="*/ 1549400 w 3009900"/>
              <a:gd name="connsiteY4-94" fmla="*/ 1382525 h 3028950"/>
              <a:gd name="connsiteX5-95" fmla="*/ 3009900 w 3009900"/>
              <a:gd name="connsiteY5-96" fmla="*/ 0 h 3028950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009900" h="3028950">
                <a:moveTo>
                  <a:pt x="3009900" y="0"/>
                </a:moveTo>
                <a:lnTo>
                  <a:pt x="3009900" y="2540000"/>
                </a:lnTo>
                <a:lnTo>
                  <a:pt x="0" y="3028950"/>
                </a:lnTo>
                <a:lnTo>
                  <a:pt x="1675135" y="2302500"/>
                </a:lnTo>
                <a:lnTo>
                  <a:pt x="1549400" y="1382525"/>
                </a:lnTo>
                <a:lnTo>
                  <a:pt x="300990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50000"/>
                </a:schemeClr>
              </a:gs>
              <a:gs pos="92000">
                <a:schemeClr val="accent1">
                  <a:lumMod val="7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76" name="组合 20"/>
          <p:cNvGrpSpPr/>
          <p:nvPr/>
        </p:nvGrpSpPr>
        <p:grpSpPr>
          <a:xfrm>
            <a:off x="323676" y="2096424"/>
            <a:ext cx="2244276" cy="2221584"/>
            <a:chOff x="452027" y="2814679"/>
            <a:chExt cx="3227942" cy="3208955"/>
          </a:xfrm>
          <a:solidFill>
            <a:schemeClr val="bg2">
              <a:lumMod val="75000"/>
            </a:schemeClr>
          </a:solidFill>
        </p:grpSpPr>
        <p:sp>
          <p:nvSpPr>
            <p:cNvPr id="1048708" name="矩形 18"/>
            <p:cNvSpPr/>
            <p:nvPr/>
          </p:nvSpPr>
          <p:spPr>
            <a:xfrm>
              <a:off x="452027" y="2814679"/>
              <a:ext cx="3227942" cy="32089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/>
            </a:p>
          </p:txBody>
        </p:sp>
        <p:pic>
          <p:nvPicPr>
            <p:cNvPr id="2097179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1648" y="2842901"/>
              <a:ext cx="3068701" cy="3152510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77" name="组合 28"/>
          <p:cNvGrpSpPr/>
          <p:nvPr/>
        </p:nvGrpSpPr>
        <p:grpSpPr>
          <a:xfrm>
            <a:off x="8159431" y="3137094"/>
            <a:ext cx="1770380" cy="1398034"/>
            <a:chOff x="9140243" y="2607999"/>
            <a:chExt cx="1270622" cy="1441345"/>
          </a:xfrm>
        </p:grpSpPr>
        <p:grpSp>
          <p:nvGrpSpPr>
            <p:cNvPr id="78" name="组合 29"/>
            <p:cNvGrpSpPr/>
            <p:nvPr/>
          </p:nvGrpSpPr>
          <p:grpSpPr>
            <a:xfrm>
              <a:off x="9140243" y="2607999"/>
              <a:ext cx="1270622" cy="1071145"/>
              <a:chOff x="9140243" y="2649839"/>
              <a:chExt cx="1270622" cy="1071145"/>
            </a:xfrm>
          </p:grpSpPr>
          <p:sp>
            <p:nvSpPr>
              <p:cNvPr id="1048709" name="矩形 31"/>
              <p:cNvSpPr/>
              <p:nvPr/>
            </p:nvSpPr>
            <p:spPr>
              <a:xfrm>
                <a:off x="9140243" y="2649839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31623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1-1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710" name="矩形 32"/>
              <p:cNvSpPr/>
              <p:nvPr/>
            </p:nvSpPr>
            <p:spPr>
              <a:xfrm>
                <a:off x="9140243" y="3037021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1-2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711" name="矩形 33"/>
              <p:cNvSpPr/>
              <p:nvPr/>
            </p:nvSpPr>
            <p:spPr>
              <a:xfrm>
                <a:off x="9140243" y="3429000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1-3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1048712" name="矩形 30"/>
            <p:cNvSpPr/>
            <p:nvPr/>
          </p:nvSpPr>
          <p:spPr>
            <a:xfrm>
              <a:off x="9140243" y="3756492"/>
              <a:ext cx="1249665" cy="2928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kumimoji="1" lang="en-US" altLang="zh-CN" sz="1245" dirty="0">
                  <a:solidFill>
                    <a:srgbClr val="FFFFFF"/>
                  </a:solidFill>
                  <a:latin typeface="HYXuanSong 75J" panose="00020600040101010101" charset="-122"/>
                  <a:ea typeface="HYXuanSong 75J" panose="00020600040101010101" charset="-122"/>
                  <a:cs typeface="HYXuanSong 75J" panose="00020600040101010101" charset="-122"/>
                </a:rPr>
                <a:t>1-4 </a:t>
              </a:r>
              <a:r>
                <a:rPr kumimoji="1" lang="zh-CN" altLang="en-US" sz="1245" dirty="0">
                  <a:solidFill>
                    <a:srgbClr val="FFFFFF"/>
                  </a:solidFill>
                  <a:latin typeface="HYXuanSong 75J" panose="00020600040101010101" charset="-122"/>
                  <a:ea typeface="HYXuanSong 75J" panose="00020600040101010101" charset="-122"/>
                  <a:cs typeface="HYXuanSong 75J" panose="00020600040101010101" charset="-122"/>
                </a:rPr>
                <a:t>此处输入你的正文</a:t>
              </a:r>
              <a:endParaRPr lang="zh-CN" altLang="en-US" sz="1245" dirty="0">
                <a:solidFill>
                  <a:srgbClr val="FFFFFF"/>
                </a:solidFill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endParaRPr>
            </a:p>
          </p:txBody>
        </p:sp>
      </p:grpSp>
      <p:pic>
        <p:nvPicPr>
          <p:cNvPr id="2097181" name="图片 16"/>
          <p:cNvPicPr>
            <a:picLocks noChangeAspect="1"/>
          </p:cNvPicPr>
          <p:nvPr/>
        </p:nvPicPr>
        <p:blipFill rotWithShape="1">
          <a:blip r:embed="rId2"/>
          <a:srcRect l="15806" t="13440" r="18511" b="11972"/>
          <a:stretch>
            <a:fillRect/>
          </a:stretch>
        </p:blipFill>
        <p:spPr>
          <a:xfrm>
            <a:off x="251950" y="2096308"/>
            <a:ext cx="2385019" cy="21547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04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4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4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3" grpId="0" animBg="1"/>
      <p:bldP spid="1048704" grpId="0" animBg="1"/>
      <p:bldP spid="1048705" grpId="0" animBg="1"/>
      <p:bldP spid="104870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内容占位符 10"/>
          <p:cNvGraphicFramePr>
            <a:graphicFrameLocks noGrp="1"/>
          </p:cNvGraphicFramePr>
          <p:nvPr>
            <p:ph idx="1"/>
          </p:nvPr>
        </p:nvGraphicFramePr>
        <p:xfrm>
          <a:off x="208016" y="839320"/>
          <a:ext cx="3805390" cy="5865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48713" name="矩形: 圆角 41"/>
          <p:cNvSpPr/>
          <p:nvPr/>
        </p:nvSpPr>
        <p:spPr>
          <a:xfrm>
            <a:off x="4684021" y="1331033"/>
            <a:ext cx="3661755" cy="2133762"/>
          </a:xfrm>
          <a:prstGeom prst="roundRect">
            <a:avLst/>
          </a:prstGeom>
          <a:noFill/>
          <a:ln w="254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14" name="矩形: 圆角 42"/>
          <p:cNvSpPr/>
          <p:nvPr/>
        </p:nvSpPr>
        <p:spPr>
          <a:xfrm>
            <a:off x="8718317" y="1331033"/>
            <a:ext cx="3080037" cy="4693212"/>
          </a:xfrm>
          <a:prstGeom prst="roundRect">
            <a:avLst/>
          </a:prstGeom>
          <a:noFill/>
          <a:ln w="254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15" name="文本框 44"/>
          <p:cNvSpPr txBox="1"/>
          <p:nvPr/>
        </p:nvSpPr>
        <p:spPr>
          <a:xfrm>
            <a:off x="9067803" y="2976385"/>
            <a:ext cx="2420216" cy="1271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097182" name="图片 45" descr="C:/Users/hugq/Desktop/图片2.png图片2"/>
          <p:cNvPicPr>
            <a:picLocks noChangeAspect="1"/>
          </p:cNvPicPr>
          <p:nvPr/>
        </p:nvPicPr>
        <p:blipFill rotWithShape="1">
          <a:blip r:embed="rId6"/>
          <a:srcRect t="4787" b="4787"/>
          <a:stretch>
            <a:fillRect/>
          </a:stretch>
        </p:blipFill>
        <p:spPr>
          <a:xfrm>
            <a:off x="9958547" y="5025510"/>
            <a:ext cx="1102497" cy="926805"/>
          </a:xfrm>
          <a:prstGeom prst="rect">
            <a:avLst/>
          </a:prstGeom>
          <a:solidFill>
            <a:srgbClr val="EAEAEA"/>
          </a:solidFill>
          <a:effectLst>
            <a:outerShdw blurRad="50800" dist="50800" dir="5400000" algn="ctr" rotWithShape="0">
              <a:srgbClr val="EAEAEA"/>
            </a:outerShdw>
          </a:effectLst>
        </p:spPr>
      </p:pic>
      <p:sp>
        <p:nvSpPr>
          <p:cNvPr id="1048716" name="矩形: 圆角 46"/>
          <p:cNvSpPr/>
          <p:nvPr/>
        </p:nvSpPr>
        <p:spPr>
          <a:xfrm>
            <a:off x="4734620" y="1381012"/>
            <a:ext cx="2182356" cy="203786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 dirty="0"/>
          </a:p>
        </p:txBody>
      </p:sp>
      <p:sp>
        <p:nvSpPr>
          <p:cNvPr id="1048717" name="文本框 49"/>
          <p:cNvSpPr txBox="1"/>
          <p:nvPr/>
        </p:nvSpPr>
        <p:spPr>
          <a:xfrm>
            <a:off x="4797981" y="1571145"/>
            <a:ext cx="432435" cy="18217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45" b="1" kern="0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此处输入你的正文</a:t>
            </a:r>
            <a:endParaRPr lang="zh-CN" altLang="en-US" sz="1245" b="1" kern="0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718" name="矩形: 圆角 50"/>
          <p:cNvSpPr/>
          <p:nvPr/>
        </p:nvSpPr>
        <p:spPr>
          <a:xfrm>
            <a:off x="4682837" y="3890482"/>
            <a:ext cx="3661755" cy="2133762"/>
          </a:xfrm>
          <a:prstGeom prst="roundRect">
            <a:avLst/>
          </a:prstGeom>
          <a:noFill/>
          <a:ln w="254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19" name="矩形: 圆角 51"/>
          <p:cNvSpPr/>
          <p:nvPr/>
        </p:nvSpPr>
        <p:spPr>
          <a:xfrm>
            <a:off x="4733436" y="3931318"/>
            <a:ext cx="2182356" cy="203786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 dirty="0"/>
          </a:p>
        </p:txBody>
      </p:sp>
      <p:sp>
        <p:nvSpPr>
          <p:cNvPr id="1048720" name="文本框 54"/>
          <p:cNvSpPr txBox="1"/>
          <p:nvPr/>
        </p:nvSpPr>
        <p:spPr>
          <a:xfrm>
            <a:off x="4796797" y="4130595"/>
            <a:ext cx="432435" cy="18217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45" b="1" kern="0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</a:t>
            </a:r>
            <a:r>
              <a:rPr lang="zh-CN" altLang="en-US" sz="1245" b="1" kern="0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你的正文</a:t>
            </a:r>
            <a:endParaRPr lang="zh-CN" altLang="en-US" sz="1245" b="1" kern="0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721" name="任意多边形: 形状 20"/>
          <p:cNvSpPr/>
          <p:nvPr/>
        </p:nvSpPr>
        <p:spPr>
          <a:xfrm>
            <a:off x="8807830" y="1401276"/>
            <a:ext cx="2895155" cy="567237"/>
          </a:xfrm>
          <a:custGeom>
            <a:avLst/>
            <a:gdLst>
              <a:gd name="connsiteX0" fmla="*/ 732415 w 4270908"/>
              <a:gd name="connsiteY0" fmla="*/ 0 h 904801"/>
              <a:gd name="connsiteX1" fmla="*/ 3538493 w 4270908"/>
              <a:gd name="connsiteY1" fmla="*/ 0 h 904801"/>
              <a:gd name="connsiteX2" fmla="*/ 4270908 w 4270908"/>
              <a:gd name="connsiteY2" fmla="*/ 732415 h 904801"/>
              <a:gd name="connsiteX3" fmla="*/ 4270908 w 4270908"/>
              <a:gd name="connsiteY3" fmla="*/ 904801 h 904801"/>
              <a:gd name="connsiteX4" fmla="*/ 0 w 4270908"/>
              <a:gd name="connsiteY4" fmla="*/ 904801 h 904801"/>
              <a:gd name="connsiteX5" fmla="*/ 0 w 4270908"/>
              <a:gd name="connsiteY5" fmla="*/ 732415 h 904801"/>
              <a:gd name="connsiteX6" fmla="*/ 732415 w 4270908"/>
              <a:gd name="connsiteY6" fmla="*/ 0 h 904801"/>
              <a:gd name="connsiteX0-1" fmla="*/ 732415 w 4270908"/>
              <a:gd name="connsiteY0-2" fmla="*/ 0 h 1054745"/>
              <a:gd name="connsiteX1-3" fmla="*/ 3538493 w 4270908"/>
              <a:gd name="connsiteY1-4" fmla="*/ 0 h 1054745"/>
              <a:gd name="connsiteX2-5" fmla="*/ 4270908 w 4270908"/>
              <a:gd name="connsiteY2-6" fmla="*/ 732415 h 1054745"/>
              <a:gd name="connsiteX3-7" fmla="*/ 4270908 w 4270908"/>
              <a:gd name="connsiteY3-8" fmla="*/ 904801 h 1054745"/>
              <a:gd name="connsiteX4-9" fmla="*/ 0 w 4270908"/>
              <a:gd name="connsiteY4-10" fmla="*/ 1054745 h 1054745"/>
              <a:gd name="connsiteX5-11" fmla="*/ 0 w 4270908"/>
              <a:gd name="connsiteY5-12" fmla="*/ 732415 h 1054745"/>
              <a:gd name="connsiteX6-13" fmla="*/ 732415 w 4270908"/>
              <a:gd name="connsiteY6-14" fmla="*/ 0 h 1054745"/>
              <a:gd name="connsiteX0-15" fmla="*/ 732415 w 4270908"/>
              <a:gd name="connsiteY0-16" fmla="*/ 0 h 1054745"/>
              <a:gd name="connsiteX1-17" fmla="*/ 3538493 w 4270908"/>
              <a:gd name="connsiteY1-18" fmla="*/ 0 h 1054745"/>
              <a:gd name="connsiteX2-19" fmla="*/ 4270908 w 4270908"/>
              <a:gd name="connsiteY2-20" fmla="*/ 732415 h 1054745"/>
              <a:gd name="connsiteX3-21" fmla="*/ 4270908 w 4270908"/>
              <a:gd name="connsiteY3-22" fmla="*/ 1017259 h 1054745"/>
              <a:gd name="connsiteX4-23" fmla="*/ 0 w 4270908"/>
              <a:gd name="connsiteY4-24" fmla="*/ 1054745 h 1054745"/>
              <a:gd name="connsiteX5-25" fmla="*/ 0 w 4270908"/>
              <a:gd name="connsiteY5-26" fmla="*/ 732415 h 1054745"/>
              <a:gd name="connsiteX6-27" fmla="*/ 732415 w 4270908"/>
              <a:gd name="connsiteY6-28" fmla="*/ 0 h 10547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270908" h="1054745">
                <a:moveTo>
                  <a:pt x="732415" y="0"/>
                </a:moveTo>
                <a:lnTo>
                  <a:pt x="3538493" y="0"/>
                </a:lnTo>
                <a:cubicBezTo>
                  <a:pt x="3942995" y="0"/>
                  <a:pt x="4270908" y="327913"/>
                  <a:pt x="4270908" y="732415"/>
                </a:cubicBezTo>
                <a:lnTo>
                  <a:pt x="4270908" y="1017259"/>
                </a:lnTo>
                <a:lnTo>
                  <a:pt x="0" y="1054745"/>
                </a:lnTo>
                <a:lnTo>
                  <a:pt x="0" y="732415"/>
                </a:lnTo>
                <a:cubicBezTo>
                  <a:pt x="0" y="327913"/>
                  <a:pt x="327913" y="0"/>
                  <a:pt x="732415" y="0"/>
                </a:cubicBezTo>
                <a:close/>
              </a:path>
            </a:pathLst>
          </a:custGeom>
          <a:solidFill>
            <a:srgbClr val="0B41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45"/>
          </a:p>
        </p:txBody>
      </p:sp>
      <p:sp>
        <p:nvSpPr>
          <p:cNvPr id="1048722" name="文本框 3"/>
          <p:cNvSpPr txBox="1"/>
          <p:nvPr/>
        </p:nvSpPr>
        <p:spPr>
          <a:xfrm>
            <a:off x="8892170" y="1579046"/>
            <a:ext cx="2726475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5" b="1" kern="0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此处输入你的正文</a:t>
            </a:r>
            <a:endParaRPr lang="zh-CN" altLang="en-US" sz="1245" b="1" kern="0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723" name="矩形 1"/>
          <p:cNvSpPr/>
          <p:nvPr/>
        </p:nvSpPr>
        <p:spPr>
          <a:xfrm>
            <a:off x="5229232" y="1362724"/>
            <a:ext cx="2762311" cy="20912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8724" name="矩形 19"/>
          <p:cNvSpPr/>
          <p:nvPr/>
        </p:nvSpPr>
        <p:spPr>
          <a:xfrm>
            <a:off x="5245465" y="3904644"/>
            <a:ext cx="2762311" cy="20912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25" name="文本框 48"/>
          <p:cNvSpPr txBox="1"/>
          <p:nvPr/>
        </p:nvSpPr>
        <p:spPr>
          <a:xfrm>
            <a:off x="5437176" y="1740898"/>
            <a:ext cx="2493404" cy="12712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26" name="文本框 53"/>
          <p:cNvSpPr txBox="1"/>
          <p:nvPr/>
        </p:nvSpPr>
        <p:spPr>
          <a:xfrm>
            <a:off x="5426291" y="4323558"/>
            <a:ext cx="2493404" cy="12712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5" grpId="0"/>
      <p:bldP spid="1048725" grpId="0"/>
      <p:bldP spid="10487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图片 117" descr="C:/Users/hugq/Desktop/图片2.png图片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218" b="8218"/>
          <a:stretch>
            <a:fillRect/>
          </a:stretch>
        </p:blipFill>
        <p:spPr>
          <a:xfrm>
            <a:off x="4015334" y="2122060"/>
            <a:ext cx="4626224" cy="3593043"/>
          </a:xfrm>
          <a:prstGeom prst="rect">
            <a:avLst/>
          </a:prstGeom>
          <a:effectLst>
            <a:outerShdw blurRad="215900" dist="203200" dir="20940000" sx="99000" sy="99000" algn="ctr" rotWithShape="0">
              <a:srgbClr val="000000">
                <a:alpha val="17000"/>
              </a:srgbClr>
            </a:outerShdw>
          </a:effectLst>
        </p:spPr>
      </p:pic>
      <p:cxnSp>
        <p:nvCxnSpPr>
          <p:cNvPr id="3145748" name="肘形连接符 1"/>
          <p:cNvCxnSpPr/>
          <p:nvPr>
            <p:custDataLst>
              <p:tags r:id="rId3"/>
            </p:custDataLst>
          </p:nvPr>
        </p:nvCxnSpPr>
        <p:spPr>
          <a:xfrm rot="10800000">
            <a:off x="8212084" y="1172851"/>
            <a:ext cx="3489231" cy="1867254"/>
          </a:xfrm>
          <a:prstGeom prst="bentConnector3">
            <a:avLst>
              <a:gd name="adj1" fmla="val -615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9" name="肘形连接符 2"/>
          <p:cNvCxnSpPr/>
          <p:nvPr>
            <p:custDataLst>
              <p:tags r:id="rId4"/>
            </p:custDataLst>
          </p:nvPr>
        </p:nvCxnSpPr>
        <p:spPr>
          <a:xfrm rot="10800000" flipV="1">
            <a:off x="8212084" y="4172180"/>
            <a:ext cx="3489231" cy="1869231"/>
          </a:xfrm>
          <a:prstGeom prst="bentConnector3">
            <a:avLst>
              <a:gd name="adj1" fmla="val -114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0" name="肘形连接符 3"/>
          <p:cNvCxnSpPr/>
          <p:nvPr>
            <p:custDataLst>
              <p:tags r:id="rId5"/>
            </p:custDataLst>
          </p:nvPr>
        </p:nvCxnSpPr>
        <p:spPr>
          <a:xfrm flipV="1">
            <a:off x="589869" y="1256395"/>
            <a:ext cx="3489231" cy="1869231"/>
          </a:xfrm>
          <a:prstGeom prst="bentConnector3">
            <a:avLst>
              <a:gd name="adj1" fmla="val 12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1" name="肘形连接符 4"/>
          <p:cNvCxnSpPr/>
          <p:nvPr>
            <p:custDataLst>
              <p:tags r:id="rId6"/>
            </p:custDataLst>
          </p:nvPr>
        </p:nvCxnSpPr>
        <p:spPr>
          <a:xfrm>
            <a:off x="589870" y="4172180"/>
            <a:ext cx="3489231" cy="1869231"/>
          </a:xfrm>
          <a:prstGeom prst="bentConnector3">
            <a:avLst>
              <a:gd name="adj1" fmla="val 83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7" name="文本框 7"/>
          <p:cNvSpPr txBox="1"/>
          <p:nvPr>
            <p:custDataLst>
              <p:tags r:id="rId7"/>
            </p:custDataLst>
          </p:nvPr>
        </p:nvSpPr>
        <p:spPr>
          <a:xfrm>
            <a:off x="2997485" y="4836068"/>
            <a:ext cx="2508976" cy="775659"/>
          </a:xfrm>
          <a:prstGeom prst="rect">
            <a:avLst/>
          </a:prstGeom>
        </p:spPr>
        <p:txBody>
          <a:bodyPr vert="horz" lIns="63305" tIns="31652" rIns="63305" bIns="31652" rtlCol="0" anchor="t">
            <a:noAutofit/>
          </a:bodyPr>
          <a:lstStyle>
            <a:lvl1pPr indent="0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6pPr>
            <a:lvl7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7pPr>
            <a:lvl8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8pPr>
            <a:lvl9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9pPr>
          </a:lstStyle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28" name="文本框 8"/>
          <p:cNvSpPr txBox="1"/>
          <p:nvPr>
            <p:custDataLst>
              <p:tags r:id="rId8"/>
            </p:custDataLst>
          </p:nvPr>
        </p:nvSpPr>
        <p:spPr>
          <a:xfrm>
            <a:off x="2990345" y="4403561"/>
            <a:ext cx="2185399" cy="38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1" name="组合 9"/>
          <p:cNvGrpSpPr/>
          <p:nvPr>
            <p:custDataLst>
              <p:tags r:id="rId9"/>
            </p:custDataLst>
          </p:nvPr>
        </p:nvGrpSpPr>
        <p:grpSpPr>
          <a:xfrm>
            <a:off x="1001732" y="4165546"/>
            <a:ext cx="1603302" cy="1603302"/>
            <a:chOff x="1854558" y="3854906"/>
            <a:chExt cx="1403797" cy="1403797"/>
          </a:xfrm>
        </p:grpSpPr>
        <p:sp>
          <p:nvSpPr>
            <p:cNvPr id="1048729" name="椭圆 10"/>
            <p:cNvSpPr/>
            <p:nvPr>
              <p:custDataLst>
                <p:tags r:id="rId10"/>
              </p:custDataLst>
            </p:nvPr>
          </p:nvSpPr>
          <p:spPr>
            <a:xfrm>
              <a:off x="1854558" y="3854906"/>
              <a:ext cx="1403797" cy="140379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2" name="组合 11"/>
            <p:cNvGrpSpPr/>
            <p:nvPr/>
          </p:nvGrpSpPr>
          <p:grpSpPr>
            <a:xfrm>
              <a:off x="2340694" y="4217787"/>
              <a:ext cx="392888" cy="661931"/>
              <a:chOff x="6982613" y="4660429"/>
              <a:chExt cx="292099" cy="492124"/>
            </a:xfrm>
            <a:solidFill>
              <a:schemeClr val="bg1">
                <a:lumMod val="95000"/>
              </a:schemeClr>
            </a:solidFill>
          </p:grpSpPr>
          <p:sp>
            <p:nvSpPr>
              <p:cNvPr id="1048730" name="Freeform 15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6982613" y="4660429"/>
                <a:ext cx="292099" cy="492124"/>
              </a:xfrm>
              <a:custGeom>
                <a:avLst/>
                <a:gdLst>
                  <a:gd name="T0" fmla="*/ 0 w 166"/>
                  <a:gd name="T1" fmla="*/ 444500 h 280"/>
                  <a:gd name="T2" fmla="*/ 263525 w 166"/>
                  <a:gd name="T3" fmla="*/ 444500 h 280"/>
                  <a:gd name="T4" fmla="*/ 263525 w 166"/>
                  <a:gd name="T5" fmla="*/ 425450 h 280"/>
                  <a:gd name="T6" fmla="*/ 263525 w 166"/>
                  <a:gd name="T7" fmla="*/ 425450 h 280"/>
                  <a:gd name="T8" fmla="*/ 260350 w 166"/>
                  <a:gd name="T9" fmla="*/ 419100 h 280"/>
                  <a:gd name="T10" fmla="*/ 254000 w 166"/>
                  <a:gd name="T11" fmla="*/ 415925 h 280"/>
                  <a:gd name="T12" fmla="*/ 9525 w 166"/>
                  <a:gd name="T13" fmla="*/ 415925 h 280"/>
                  <a:gd name="T14" fmla="*/ 9525 w 166"/>
                  <a:gd name="T15" fmla="*/ 415925 h 280"/>
                  <a:gd name="T16" fmla="*/ 3175 w 166"/>
                  <a:gd name="T17" fmla="*/ 419100 h 280"/>
                  <a:gd name="T18" fmla="*/ 0 w 166"/>
                  <a:gd name="T19" fmla="*/ 425450 h 280"/>
                  <a:gd name="T20" fmla="*/ 0 w 166"/>
                  <a:gd name="T21" fmla="*/ 444500 h 280"/>
                  <a:gd name="T22" fmla="*/ 0 w 166"/>
                  <a:gd name="T23" fmla="*/ 444500 h 280"/>
                  <a:gd name="T24" fmla="*/ 0 w 166"/>
                  <a:gd name="T25" fmla="*/ 0 h 280"/>
                  <a:gd name="T26" fmla="*/ 263525 w 166"/>
                  <a:gd name="T27" fmla="*/ 0 h 280"/>
                  <a:gd name="T28" fmla="*/ 263525 w 166"/>
                  <a:gd name="T29" fmla="*/ 19050 h 280"/>
                  <a:gd name="T30" fmla="*/ 263525 w 166"/>
                  <a:gd name="T31" fmla="*/ 19050 h 280"/>
                  <a:gd name="T32" fmla="*/ 260350 w 166"/>
                  <a:gd name="T33" fmla="*/ 25400 h 280"/>
                  <a:gd name="T34" fmla="*/ 254000 w 166"/>
                  <a:gd name="T35" fmla="*/ 28575 h 280"/>
                  <a:gd name="T36" fmla="*/ 9525 w 166"/>
                  <a:gd name="T37" fmla="*/ 28575 h 280"/>
                  <a:gd name="T38" fmla="*/ 9525 w 166"/>
                  <a:gd name="T39" fmla="*/ 28575 h 280"/>
                  <a:gd name="T40" fmla="*/ 3175 w 166"/>
                  <a:gd name="T41" fmla="*/ 25400 h 280"/>
                  <a:gd name="T42" fmla="*/ 0 w 166"/>
                  <a:gd name="T43" fmla="*/ 19050 h 280"/>
                  <a:gd name="T44" fmla="*/ 0 w 166"/>
                  <a:gd name="T45" fmla="*/ 0 h 28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66"/>
                  <a:gd name="T70" fmla="*/ 0 h 280"/>
                  <a:gd name="T71" fmla="*/ 166 w 166"/>
                  <a:gd name="T72" fmla="*/ 280 h 28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66" h="280">
                    <a:moveTo>
                      <a:pt x="0" y="280"/>
                    </a:moveTo>
                    <a:lnTo>
                      <a:pt x="166" y="280"/>
                    </a:lnTo>
                    <a:lnTo>
                      <a:pt x="166" y="268"/>
                    </a:lnTo>
                    <a:lnTo>
                      <a:pt x="164" y="264"/>
                    </a:lnTo>
                    <a:lnTo>
                      <a:pt x="160" y="262"/>
                    </a:lnTo>
                    <a:lnTo>
                      <a:pt x="6" y="262"/>
                    </a:lnTo>
                    <a:lnTo>
                      <a:pt x="2" y="264"/>
                    </a:lnTo>
                    <a:lnTo>
                      <a:pt x="0" y="268"/>
                    </a:lnTo>
                    <a:lnTo>
                      <a:pt x="0" y="280"/>
                    </a:lnTo>
                    <a:close/>
                    <a:moveTo>
                      <a:pt x="0" y="0"/>
                    </a:moveTo>
                    <a:lnTo>
                      <a:pt x="166" y="0"/>
                    </a:lnTo>
                    <a:lnTo>
                      <a:pt x="166" y="12"/>
                    </a:lnTo>
                    <a:lnTo>
                      <a:pt x="164" y="16"/>
                    </a:lnTo>
                    <a:lnTo>
                      <a:pt x="160" y="18"/>
                    </a:lnTo>
                    <a:lnTo>
                      <a:pt x="6" y="18"/>
                    </a:lnTo>
                    <a:lnTo>
                      <a:pt x="2" y="16"/>
                    </a:lnTo>
                    <a:lnTo>
                      <a:pt x="0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sz="1660" kern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8731" name="Freeform 16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7006425" y="4706468"/>
                <a:ext cx="244476" cy="400050"/>
              </a:xfrm>
              <a:custGeom>
                <a:avLst/>
                <a:gdLst>
                  <a:gd name="T0" fmla="*/ 22225 w 138"/>
                  <a:gd name="T1" fmla="*/ 79375 h 228"/>
                  <a:gd name="T2" fmla="*/ 22225 w 138"/>
                  <a:gd name="T3" fmla="*/ 92075 h 228"/>
                  <a:gd name="T4" fmla="*/ 31750 w 138"/>
                  <a:gd name="T5" fmla="*/ 111125 h 228"/>
                  <a:gd name="T6" fmla="*/ 76200 w 138"/>
                  <a:gd name="T7" fmla="*/ 152400 h 228"/>
                  <a:gd name="T8" fmla="*/ 88900 w 138"/>
                  <a:gd name="T9" fmla="*/ 165100 h 228"/>
                  <a:gd name="T10" fmla="*/ 92075 w 138"/>
                  <a:gd name="T11" fmla="*/ 180975 h 228"/>
                  <a:gd name="T12" fmla="*/ 76200 w 138"/>
                  <a:gd name="T13" fmla="*/ 209550 h 228"/>
                  <a:gd name="T14" fmla="*/ 38100 w 138"/>
                  <a:gd name="T15" fmla="*/ 241300 h 228"/>
                  <a:gd name="T16" fmla="*/ 25400 w 138"/>
                  <a:gd name="T17" fmla="*/ 257175 h 228"/>
                  <a:gd name="T18" fmla="*/ 22225 w 138"/>
                  <a:gd name="T19" fmla="*/ 279400 h 228"/>
                  <a:gd name="T20" fmla="*/ 0 w 138"/>
                  <a:gd name="T21" fmla="*/ 361950 h 228"/>
                  <a:gd name="T22" fmla="*/ 0 w 138"/>
                  <a:gd name="T23" fmla="*/ 273050 h 228"/>
                  <a:gd name="T24" fmla="*/ 3175 w 138"/>
                  <a:gd name="T25" fmla="*/ 244475 h 228"/>
                  <a:gd name="T26" fmla="*/ 22225 w 138"/>
                  <a:gd name="T27" fmla="*/ 225425 h 228"/>
                  <a:gd name="T28" fmla="*/ 57150 w 138"/>
                  <a:gd name="T29" fmla="*/ 193675 h 228"/>
                  <a:gd name="T30" fmla="*/ 66675 w 138"/>
                  <a:gd name="T31" fmla="*/ 180975 h 228"/>
                  <a:gd name="T32" fmla="*/ 57150 w 138"/>
                  <a:gd name="T33" fmla="*/ 168275 h 228"/>
                  <a:gd name="T34" fmla="*/ 22225 w 138"/>
                  <a:gd name="T35" fmla="*/ 136525 h 228"/>
                  <a:gd name="T36" fmla="*/ 3175 w 138"/>
                  <a:gd name="T37" fmla="*/ 114300 h 228"/>
                  <a:gd name="T38" fmla="*/ 0 w 138"/>
                  <a:gd name="T39" fmla="*/ 88900 h 228"/>
                  <a:gd name="T40" fmla="*/ 22225 w 138"/>
                  <a:gd name="T41" fmla="*/ 0 h 228"/>
                  <a:gd name="T42" fmla="*/ 196850 w 138"/>
                  <a:gd name="T43" fmla="*/ 361950 h 228"/>
                  <a:gd name="T44" fmla="*/ 196850 w 138"/>
                  <a:gd name="T45" fmla="*/ 279400 h 228"/>
                  <a:gd name="T46" fmla="*/ 193675 w 138"/>
                  <a:gd name="T47" fmla="*/ 257175 h 228"/>
                  <a:gd name="T48" fmla="*/ 180975 w 138"/>
                  <a:gd name="T49" fmla="*/ 241300 h 228"/>
                  <a:gd name="T50" fmla="*/ 142875 w 138"/>
                  <a:gd name="T51" fmla="*/ 209550 h 228"/>
                  <a:gd name="T52" fmla="*/ 127000 w 138"/>
                  <a:gd name="T53" fmla="*/ 180975 h 228"/>
                  <a:gd name="T54" fmla="*/ 130175 w 138"/>
                  <a:gd name="T55" fmla="*/ 165100 h 228"/>
                  <a:gd name="T56" fmla="*/ 180975 w 138"/>
                  <a:gd name="T57" fmla="*/ 120650 h 228"/>
                  <a:gd name="T58" fmla="*/ 187325 w 138"/>
                  <a:gd name="T59" fmla="*/ 111125 h 228"/>
                  <a:gd name="T60" fmla="*/ 196850 w 138"/>
                  <a:gd name="T61" fmla="*/ 92075 h 228"/>
                  <a:gd name="T62" fmla="*/ 196850 w 138"/>
                  <a:gd name="T63" fmla="*/ 0 h 228"/>
                  <a:gd name="T64" fmla="*/ 219075 w 138"/>
                  <a:gd name="T65" fmla="*/ 88900 h 228"/>
                  <a:gd name="T66" fmla="*/ 219075 w 138"/>
                  <a:gd name="T67" fmla="*/ 104775 h 228"/>
                  <a:gd name="T68" fmla="*/ 209550 w 138"/>
                  <a:gd name="T69" fmla="*/ 127000 h 228"/>
                  <a:gd name="T70" fmla="*/ 161925 w 138"/>
                  <a:gd name="T71" fmla="*/ 168275 h 228"/>
                  <a:gd name="T72" fmla="*/ 155575 w 138"/>
                  <a:gd name="T73" fmla="*/ 174625 h 228"/>
                  <a:gd name="T74" fmla="*/ 155575 w 138"/>
                  <a:gd name="T75" fmla="*/ 187325 h 228"/>
                  <a:gd name="T76" fmla="*/ 196850 w 138"/>
                  <a:gd name="T77" fmla="*/ 225425 h 228"/>
                  <a:gd name="T78" fmla="*/ 209550 w 138"/>
                  <a:gd name="T79" fmla="*/ 234950 h 228"/>
                  <a:gd name="T80" fmla="*/ 219075 w 138"/>
                  <a:gd name="T81" fmla="*/ 257175 h 228"/>
                  <a:gd name="T82" fmla="*/ 219075 w 138"/>
                  <a:gd name="T83" fmla="*/ 361950 h 2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38"/>
                  <a:gd name="T127" fmla="*/ 0 h 228"/>
                  <a:gd name="T128" fmla="*/ 138 w 138"/>
                  <a:gd name="T129" fmla="*/ 228 h 2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38" h="228">
                    <a:moveTo>
                      <a:pt x="14" y="0"/>
                    </a:moveTo>
                    <a:lnTo>
                      <a:pt x="14" y="50"/>
                    </a:lnTo>
                    <a:lnTo>
                      <a:pt x="14" y="58"/>
                    </a:lnTo>
                    <a:lnTo>
                      <a:pt x="16" y="66"/>
                    </a:lnTo>
                    <a:lnTo>
                      <a:pt x="20" y="70"/>
                    </a:lnTo>
                    <a:lnTo>
                      <a:pt x="24" y="76"/>
                    </a:lnTo>
                    <a:lnTo>
                      <a:pt x="48" y="96"/>
                    </a:lnTo>
                    <a:lnTo>
                      <a:pt x="56" y="104"/>
                    </a:lnTo>
                    <a:lnTo>
                      <a:pt x="58" y="110"/>
                    </a:lnTo>
                    <a:lnTo>
                      <a:pt x="58" y="114"/>
                    </a:lnTo>
                    <a:lnTo>
                      <a:pt x="56" y="122"/>
                    </a:lnTo>
                    <a:lnTo>
                      <a:pt x="48" y="132"/>
                    </a:lnTo>
                    <a:lnTo>
                      <a:pt x="24" y="152"/>
                    </a:lnTo>
                    <a:lnTo>
                      <a:pt x="20" y="156"/>
                    </a:lnTo>
                    <a:lnTo>
                      <a:pt x="16" y="162"/>
                    </a:lnTo>
                    <a:lnTo>
                      <a:pt x="14" y="168"/>
                    </a:lnTo>
                    <a:lnTo>
                      <a:pt x="14" y="176"/>
                    </a:lnTo>
                    <a:lnTo>
                      <a:pt x="14" y="228"/>
                    </a:lnTo>
                    <a:lnTo>
                      <a:pt x="0" y="228"/>
                    </a:lnTo>
                    <a:lnTo>
                      <a:pt x="0" y="172"/>
                    </a:lnTo>
                    <a:lnTo>
                      <a:pt x="0" y="162"/>
                    </a:lnTo>
                    <a:lnTo>
                      <a:pt x="2" y="154"/>
                    </a:lnTo>
                    <a:lnTo>
                      <a:pt x="8" y="148"/>
                    </a:lnTo>
                    <a:lnTo>
                      <a:pt x="14" y="142"/>
                    </a:lnTo>
                    <a:lnTo>
                      <a:pt x="36" y="122"/>
                    </a:lnTo>
                    <a:lnTo>
                      <a:pt x="40" y="118"/>
                    </a:lnTo>
                    <a:lnTo>
                      <a:pt x="42" y="114"/>
                    </a:lnTo>
                    <a:lnTo>
                      <a:pt x="40" y="110"/>
                    </a:lnTo>
                    <a:lnTo>
                      <a:pt x="36" y="106"/>
                    </a:lnTo>
                    <a:lnTo>
                      <a:pt x="14" y="86"/>
                    </a:lnTo>
                    <a:lnTo>
                      <a:pt x="8" y="80"/>
                    </a:lnTo>
                    <a:lnTo>
                      <a:pt x="2" y="72"/>
                    </a:lnTo>
                    <a:lnTo>
                      <a:pt x="0" y="6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  <a:moveTo>
                      <a:pt x="124" y="228"/>
                    </a:moveTo>
                    <a:lnTo>
                      <a:pt x="124" y="176"/>
                    </a:lnTo>
                    <a:lnTo>
                      <a:pt x="124" y="168"/>
                    </a:lnTo>
                    <a:lnTo>
                      <a:pt x="122" y="162"/>
                    </a:lnTo>
                    <a:lnTo>
                      <a:pt x="118" y="156"/>
                    </a:lnTo>
                    <a:lnTo>
                      <a:pt x="114" y="152"/>
                    </a:lnTo>
                    <a:lnTo>
                      <a:pt x="90" y="132"/>
                    </a:lnTo>
                    <a:lnTo>
                      <a:pt x="82" y="122"/>
                    </a:lnTo>
                    <a:lnTo>
                      <a:pt x="80" y="114"/>
                    </a:lnTo>
                    <a:lnTo>
                      <a:pt x="80" y="110"/>
                    </a:lnTo>
                    <a:lnTo>
                      <a:pt x="82" y="104"/>
                    </a:lnTo>
                    <a:lnTo>
                      <a:pt x="90" y="96"/>
                    </a:lnTo>
                    <a:lnTo>
                      <a:pt x="114" y="76"/>
                    </a:lnTo>
                    <a:lnTo>
                      <a:pt x="118" y="70"/>
                    </a:lnTo>
                    <a:lnTo>
                      <a:pt x="122" y="66"/>
                    </a:lnTo>
                    <a:lnTo>
                      <a:pt x="124" y="58"/>
                    </a:lnTo>
                    <a:lnTo>
                      <a:pt x="124" y="50"/>
                    </a:lnTo>
                    <a:lnTo>
                      <a:pt x="124" y="0"/>
                    </a:lnTo>
                    <a:lnTo>
                      <a:pt x="138" y="0"/>
                    </a:lnTo>
                    <a:lnTo>
                      <a:pt x="138" y="56"/>
                    </a:lnTo>
                    <a:lnTo>
                      <a:pt x="138" y="66"/>
                    </a:lnTo>
                    <a:lnTo>
                      <a:pt x="136" y="72"/>
                    </a:lnTo>
                    <a:lnTo>
                      <a:pt x="132" y="80"/>
                    </a:lnTo>
                    <a:lnTo>
                      <a:pt x="124" y="86"/>
                    </a:lnTo>
                    <a:lnTo>
                      <a:pt x="102" y="106"/>
                    </a:lnTo>
                    <a:lnTo>
                      <a:pt x="98" y="110"/>
                    </a:lnTo>
                    <a:lnTo>
                      <a:pt x="96" y="114"/>
                    </a:lnTo>
                    <a:lnTo>
                      <a:pt x="98" y="118"/>
                    </a:lnTo>
                    <a:lnTo>
                      <a:pt x="102" y="122"/>
                    </a:lnTo>
                    <a:lnTo>
                      <a:pt x="124" y="142"/>
                    </a:lnTo>
                    <a:lnTo>
                      <a:pt x="132" y="148"/>
                    </a:lnTo>
                    <a:lnTo>
                      <a:pt x="136" y="154"/>
                    </a:lnTo>
                    <a:lnTo>
                      <a:pt x="138" y="162"/>
                    </a:lnTo>
                    <a:lnTo>
                      <a:pt x="138" y="172"/>
                    </a:lnTo>
                    <a:lnTo>
                      <a:pt x="138" y="228"/>
                    </a:lnTo>
                    <a:lnTo>
                      <a:pt x="124" y="22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sz="1660" kern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8732" name="Freeform 17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7046112" y="4827118"/>
                <a:ext cx="165100" cy="279400"/>
              </a:xfrm>
              <a:custGeom>
                <a:avLst/>
                <a:gdLst>
                  <a:gd name="T0" fmla="*/ 0 w 94"/>
                  <a:gd name="T1" fmla="*/ 254000 h 160"/>
                  <a:gd name="T2" fmla="*/ 76200 w 94"/>
                  <a:gd name="T3" fmla="*/ 254000 h 160"/>
                  <a:gd name="T4" fmla="*/ 149225 w 94"/>
                  <a:gd name="T5" fmla="*/ 254000 h 160"/>
                  <a:gd name="T6" fmla="*/ 149225 w 94"/>
                  <a:gd name="T7" fmla="*/ 212725 h 160"/>
                  <a:gd name="T8" fmla="*/ 92075 w 94"/>
                  <a:gd name="T9" fmla="*/ 155575 h 160"/>
                  <a:gd name="T10" fmla="*/ 92075 w 94"/>
                  <a:gd name="T11" fmla="*/ 155575 h 160"/>
                  <a:gd name="T12" fmla="*/ 85725 w 94"/>
                  <a:gd name="T13" fmla="*/ 149225 h 160"/>
                  <a:gd name="T14" fmla="*/ 82550 w 94"/>
                  <a:gd name="T15" fmla="*/ 142875 h 160"/>
                  <a:gd name="T16" fmla="*/ 82550 w 94"/>
                  <a:gd name="T17" fmla="*/ 123825 h 160"/>
                  <a:gd name="T18" fmla="*/ 82550 w 94"/>
                  <a:gd name="T19" fmla="*/ 69850 h 160"/>
                  <a:gd name="T20" fmla="*/ 82550 w 94"/>
                  <a:gd name="T21" fmla="*/ 69850 h 160"/>
                  <a:gd name="T22" fmla="*/ 82550 w 94"/>
                  <a:gd name="T23" fmla="*/ 60325 h 160"/>
                  <a:gd name="T24" fmla="*/ 85725 w 94"/>
                  <a:gd name="T25" fmla="*/ 50800 h 160"/>
                  <a:gd name="T26" fmla="*/ 98425 w 94"/>
                  <a:gd name="T27" fmla="*/ 34925 h 160"/>
                  <a:gd name="T28" fmla="*/ 120650 w 94"/>
                  <a:gd name="T29" fmla="*/ 15875 h 160"/>
                  <a:gd name="T30" fmla="*/ 120650 w 94"/>
                  <a:gd name="T31" fmla="*/ 15875 h 160"/>
                  <a:gd name="T32" fmla="*/ 130175 w 94"/>
                  <a:gd name="T33" fmla="*/ 9525 h 160"/>
                  <a:gd name="T34" fmla="*/ 139700 w 94"/>
                  <a:gd name="T35" fmla="*/ 0 h 160"/>
                  <a:gd name="T36" fmla="*/ 76200 w 94"/>
                  <a:gd name="T37" fmla="*/ 0 h 160"/>
                  <a:gd name="T38" fmla="*/ 9525 w 94"/>
                  <a:gd name="T39" fmla="*/ 0 h 160"/>
                  <a:gd name="T40" fmla="*/ 9525 w 94"/>
                  <a:gd name="T41" fmla="*/ 0 h 160"/>
                  <a:gd name="T42" fmla="*/ 19050 w 94"/>
                  <a:gd name="T43" fmla="*/ 9525 h 160"/>
                  <a:gd name="T44" fmla="*/ 28575 w 94"/>
                  <a:gd name="T45" fmla="*/ 15875 h 160"/>
                  <a:gd name="T46" fmla="*/ 50800 w 94"/>
                  <a:gd name="T47" fmla="*/ 34925 h 160"/>
                  <a:gd name="T48" fmla="*/ 50800 w 94"/>
                  <a:gd name="T49" fmla="*/ 34925 h 160"/>
                  <a:gd name="T50" fmla="*/ 60325 w 94"/>
                  <a:gd name="T51" fmla="*/ 50800 h 160"/>
                  <a:gd name="T52" fmla="*/ 66675 w 94"/>
                  <a:gd name="T53" fmla="*/ 60325 h 160"/>
                  <a:gd name="T54" fmla="*/ 66675 w 94"/>
                  <a:gd name="T55" fmla="*/ 69850 h 160"/>
                  <a:gd name="T56" fmla="*/ 66675 w 94"/>
                  <a:gd name="T57" fmla="*/ 123825 h 160"/>
                  <a:gd name="T58" fmla="*/ 66675 w 94"/>
                  <a:gd name="T59" fmla="*/ 123825 h 160"/>
                  <a:gd name="T60" fmla="*/ 66675 w 94"/>
                  <a:gd name="T61" fmla="*/ 142875 h 160"/>
                  <a:gd name="T62" fmla="*/ 63500 w 94"/>
                  <a:gd name="T63" fmla="*/ 149225 h 160"/>
                  <a:gd name="T64" fmla="*/ 60325 w 94"/>
                  <a:gd name="T65" fmla="*/ 155575 h 160"/>
                  <a:gd name="T66" fmla="*/ 0 w 94"/>
                  <a:gd name="T67" fmla="*/ 212725 h 160"/>
                  <a:gd name="T68" fmla="*/ 0 w 94"/>
                  <a:gd name="T69" fmla="*/ 254000 h 1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4"/>
                  <a:gd name="T106" fmla="*/ 0 h 160"/>
                  <a:gd name="T107" fmla="*/ 94 w 94"/>
                  <a:gd name="T108" fmla="*/ 160 h 16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4" h="160">
                    <a:moveTo>
                      <a:pt x="0" y="160"/>
                    </a:moveTo>
                    <a:lnTo>
                      <a:pt x="48" y="160"/>
                    </a:lnTo>
                    <a:lnTo>
                      <a:pt x="94" y="160"/>
                    </a:lnTo>
                    <a:lnTo>
                      <a:pt x="94" y="134"/>
                    </a:lnTo>
                    <a:lnTo>
                      <a:pt x="58" y="98"/>
                    </a:lnTo>
                    <a:lnTo>
                      <a:pt x="54" y="94"/>
                    </a:lnTo>
                    <a:lnTo>
                      <a:pt x="52" y="90"/>
                    </a:lnTo>
                    <a:lnTo>
                      <a:pt x="52" y="78"/>
                    </a:lnTo>
                    <a:lnTo>
                      <a:pt x="52" y="44"/>
                    </a:lnTo>
                    <a:lnTo>
                      <a:pt x="52" y="38"/>
                    </a:lnTo>
                    <a:lnTo>
                      <a:pt x="54" y="32"/>
                    </a:lnTo>
                    <a:lnTo>
                      <a:pt x="62" y="22"/>
                    </a:lnTo>
                    <a:lnTo>
                      <a:pt x="76" y="10"/>
                    </a:lnTo>
                    <a:lnTo>
                      <a:pt x="82" y="6"/>
                    </a:lnTo>
                    <a:lnTo>
                      <a:pt x="88" y="0"/>
                    </a:lnTo>
                    <a:lnTo>
                      <a:pt x="48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18" y="10"/>
                    </a:lnTo>
                    <a:lnTo>
                      <a:pt x="32" y="22"/>
                    </a:lnTo>
                    <a:lnTo>
                      <a:pt x="38" y="32"/>
                    </a:lnTo>
                    <a:lnTo>
                      <a:pt x="42" y="38"/>
                    </a:lnTo>
                    <a:lnTo>
                      <a:pt x="42" y="44"/>
                    </a:lnTo>
                    <a:lnTo>
                      <a:pt x="42" y="78"/>
                    </a:lnTo>
                    <a:lnTo>
                      <a:pt x="42" y="90"/>
                    </a:lnTo>
                    <a:lnTo>
                      <a:pt x="40" y="94"/>
                    </a:lnTo>
                    <a:lnTo>
                      <a:pt x="38" y="98"/>
                    </a:lnTo>
                    <a:lnTo>
                      <a:pt x="0" y="134"/>
                    </a:lnTo>
                    <a:lnTo>
                      <a:pt x="0" y="16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sz="1660" kern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048733" name="文本框 15"/>
          <p:cNvSpPr txBox="1"/>
          <p:nvPr>
            <p:custDataLst>
              <p:tags r:id="rId14"/>
            </p:custDataLst>
          </p:nvPr>
        </p:nvSpPr>
        <p:spPr>
          <a:xfrm>
            <a:off x="6689499" y="4836068"/>
            <a:ext cx="2595047" cy="775659"/>
          </a:xfrm>
          <a:prstGeom prst="rect">
            <a:avLst/>
          </a:prstGeom>
        </p:spPr>
        <p:txBody>
          <a:bodyPr vert="horz" lIns="63305" tIns="31652" rIns="63305" bIns="31652" rtlCol="0" anchor="t">
            <a:noAutofit/>
          </a:bodyPr>
          <a:lstStyle>
            <a:lvl1pPr indent="0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6pPr>
            <a:lvl7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7pPr>
            <a:lvl8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8pPr>
            <a:lvl9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9pPr>
          </a:lstStyle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34" name="文本框 16"/>
          <p:cNvSpPr txBox="1"/>
          <p:nvPr>
            <p:custDataLst>
              <p:tags r:id="rId15"/>
            </p:custDataLst>
          </p:nvPr>
        </p:nvSpPr>
        <p:spPr>
          <a:xfrm>
            <a:off x="7010626" y="4403561"/>
            <a:ext cx="2254233" cy="38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35" name="文本框 17"/>
          <p:cNvSpPr txBox="1"/>
          <p:nvPr>
            <p:custDataLst>
              <p:tags r:id="rId16"/>
            </p:custDataLst>
          </p:nvPr>
        </p:nvSpPr>
        <p:spPr>
          <a:xfrm>
            <a:off x="2946529" y="1964526"/>
            <a:ext cx="2508976" cy="1108573"/>
          </a:xfrm>
          <a:prstGeom prst="rect">
            <a:avLst/>
          </a:prstGeom>
        </p:spPr>
        <p:txBody>
          <a:bodyPr vert="horz" lIns="63305" tIns="31652" rIns="63305" bIns="31652" rtlCol="0" anchor="t">
            <a:noAutofit/>
          </a:bodyPr>
          <a:lstStyle>
            <a:lvl1pPr indent="0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6pPr>
            <a:lvl7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7pPr>
            <a:lvl8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8pPr>
            <a:lvl9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9pPr>
          </a:lstStyle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36" name="文本框 19"/>
          <p:cNvSpPr txBox="1"/>
          <p:nvPr>
            <p:custDataLst>
              <p:tags r:id="rId17"/>
            </p:custDataLst>
          </p:nvPr>
        </p:nvSpPr>
        <p:spPr>
          <a:xfrm>
            <a:off x="6689499" y="1964526"/>
            <a:ext cx="2604383" cy="1280095"/>
          </a:xfrm>
          <a:prstGeom prst="rect">
            <a:avLst/>
          </a:prstGeom>
        </p:spPr>
        <p:txBody>
          <a:bodyPr vert="horz" lIns="63305" tIns="31652" rIns="63305" bIns="31652" rtlCol="0" anchor="t">
            <a:noAutofit/>
          </a:bodyPr>
          <a:lstStyle>
            <a:lvl1pPr indent="0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6pPr>
            <a:lvl7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7pPr>
            <a:lvl8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8pPr>
            <a:lvl9pPr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/>
            </a:lvl9pPr>
          </a:lstStyle>
          <a:p>
            <a:pPr>
              <a:lnSpc>
                <a:spcPct val="120000"/>
              </a:lnSpc>
            </a:pPr>
            <a:r>
              <a:rPr lang="zh-CN" altLang="en-US" sz="124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</a:t>
            </a:r>
            <a:r>
              <a:rPr lang="zh-CN" altLang="en-US" sz="1385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。</a:t>
            </a:r>
            <a:endParaRPr lang="zh-CN" altLang="en-US" sz="1385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37" name="文本框 36"/>
          <p:cNvSpPr txBox="1"/>
          <p:nvPr>
            <p:custDataLst>
              <p:tags r:id="rId18"/>
            </p:custDataLst>
          </p:nvPr>
        </p:nvSpPr>
        <p:spPr>
          <a:xfrm>
            <a:off x="2946529" y="1538607"/>
            <a:ext cx="2229216" cy="38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38" name="文本框 38"/>
          <p:cNvSpPr txBox="1"/>
          <p:nvPr>
            <p:custDataLst>
              <p:tags r:id="rId19"/>
            </p:custDataLst>
          </p:nvPr>
        </p:nvSpPr>
        <p:spPr>
          <a:xfrm>
            <a:off x="7010626" y="1538606"/>
            <a:ext cx="2254233" cy="38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3" name="组合 119"/>
          <p:cNvGrpSpPr/>
          <p:nvPr>
            <p:custDataLst>
              <p:tags r:id="rId20"/>
            </p:custDataLst>
          </p:nvPr>
        </p:nvGrpSpPr>
        <p:grpSpPr>
          <a:xfrm>
            <a:off x="9585877" y="1376636"/>
            <a:ext cx="1603302" cy="1603302"/>
            <a:chOff x="13846002" y="2198912"/>
            <a:chExt cx="2315881" cy="2315881"/>
          </a:xfrm>
        </p:grpSpPr>
        <p:sp>
          <p:nvSpPr>
            <p:cNvPr id="1048739" name="椭圆 30"/>
            <p:cNvSpPr/>
            <p:nvPr>
              <p:custDataLst>
                <p:tags r:id="rId21"/>
              </p:custDataLst>
            </p:nvPr>
          </p:nvSpPr>
          <p:spPr>
            <a:xfrm>
              <a:off x="13846002" y="2198912"/>
              <a:ext cx="2315881" cy="231588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7186" name="图片 1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14307150" y="2656023"/>
              <a:ext cx="1391041" cy="1391041"/>
            </a:xfrm>
            <a:prstGeom prst="rect">
              <a:avLst/>
            </a:prstGeom>
          </p:spPr>
        </p:pic>
      </p:grpSp>
      <p:grpSp>
        <p:nvGrpSpPr>
          <p:cNvPr id="84" name="组合 118"/>
          <p:cNvGrpSpPr/>
          <p:nvPr>
            <p:custDataLst>
              <p:tags r:id="rId24"/>
            </p:custDataLst>
          </p:nvPr>
        </p:nvGrpSpPr>
        <p:grpSpPr>
          <a:xfrm>
            <a:off x="1001732" y="1376636"/>
            <a:ext cx="1603302" cy="1603302"/>
            <a:chOff x="1446681" y="2006852"/>
            <a:chExt cx="2315881" cy="2315881"/>
          </a:xfrm>
        </p:grpSpPr>
        <p:sp>
          <p:nvSpPr>
            <p:cNvPr id="1048740" name="椭圆 25"/>
            <p:cNvSpPr/>
            <p:nvPr>
              <p:custDataLst>
                <p:tags r:id="rId25"/>
              </p:custDataLst>
            </p:nvPr>
          </p:nvSpPr>
          <p:spPr>
            <a:xfrm>
              <a:off x="1446681" y="2006852"/>
              <a:ext cx="2315881" cy="2315881"/>
            </a:xfrm>
            <a:prstGeom prst="ellipse">
              <a:avLst/>
            </a:prstGeom>
            <a:solidFill>
              <a:srgbClr val="0B4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7187" name="图片 1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1974334" y="2431741"/>
              <a:ext cx="1429347" cy="1429347"/>
            </a:xfrm>
            <a:prstGeom prst="rect">
              <a:avLst/>
            </a:prstGeom>
          </p:spPr>
        </p:pic>
      </p:grpSp>
      <p:grpSp>
        <p:nvGrpSpPr>
          <p:cNvPr id="85" name="组合 120"/>
          <p:cNvGrpSpPr/>
          <p:nvPr>
            <p:custDataLst>
              <p:tags r:id="rId28"/>
            </p:custDataLst>
          </p:nvPr>
        </p:nvGrpSpPr>
        <p:grpSpPr>
          <a:xfrm>
            <a:off x="9585877" y="4112013"/>
            <a:ext cx="1603302" cy="1603302"/>
            <a:chOff x="13923378" y="6812663"/>
            <a:chExt cx="2315881" cy="2315881"/>
          </a:xfrm>
        </p:grpSpPr>
        <p:sp>
          <p:nvSpPr>
            <p:cNvPr id="1048741" name="椭圆 22"/>
            <p:cNvSpPr/>
            <p:nvPr>
              <p:custDataLst>
                <p:tags r:id="rId29"/>
              </p:custDataLst>
            </p:nvPr>
          </p:nvSpPr>
          <p:spPr>
            <a:xfrm>
              <a:off x="13923378" y="6812663"/>
              <a:ext cx="2315881" cy="2315881"/>
            </a:xfrm>
            <a:prstGeom prst="ellipse">
              <a:avLst/>
            </a:prstGeom>
            <a:solidFill>
              <a:srgbClr val="0B4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7188" name="图片 116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14434730" y="7312715"/>
              <a:ext cx="1244617" cy="1244617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4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14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4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4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4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4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4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4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7" grpId="0"/>
      <p:bldP spid="1048728" grpId="0"/>
      <p:bldP spid="1048733" grpId="0"/>
      <p:bldP spid="1048734" grpId="0"/>
      <p:bldP spid="1048735" grpId="0"/>
      <p:bldP spid="1048736" grpId="0"/>
      <p:bldP spid="1048737" grpId="0"/>
      <p:bldP spid="10487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6"/>
          <p:cNvGrpSpPr/>
          <p:nvPr>
            <p:custDataLst>
              <p:tags r:id="rId1"/>
            </p:custDataLst>
          </p:nvPr>
        </p:nvGrpSpPr>
        <p:grpSpPr>
          <a:xfrm>
            <a:off x="2440633" y="1747261"/>
            <a:ext cx="8429386" cy="1172369"/>
            <a:chOff x="6568699" y="2146581"/>
            <a:chExt cx="5242301" cy="643345"/>
          </a:xfrm>
        </p:grpSpPr>
        <p:sp>
          <p:nvSpPr>
            <p:cNvPr id="1048742" name="文本框 7"/>
            <p:cNvSpPr txBox="1"/>
            <p:nvPr>
              <p:custDataLst>
                <p:tags r:id="rId2"/>
              </p:custDataLst>
            </p:nvPr>
          </p:nvSpPr>
          <p:spPr>
            <a:xfrm>
              <a:off x="6568699" y="2146581"/>
              <a:ext cx="1636513" cy="252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此处输入你的正文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743" name="矩形 8"/>
            <p:cNvSpPr/>
            <p:nvPr>
              <p:custDataLst>
                <p:tags r:id="rId3"/>
              </p:custDataLst>
            </p:nvPr>
          </p:nvSpPr>
          <p:spPr>
            <a:xfrm>
              <a:off x="6568699" y="2456449"/>
              <a:ext cx="5242301" cy="3334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微软雅黑" panose="020B0503020204020204" pitchFamily="34" charset="-122"/>
                </a:rPr>
                <a:t>文字是您理想的提炼，为了最终演示的良好效果，正文尽量简明扼要，内容可酌情增减文字，以便观者可以清楚理解您所传达的信息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8" name="组合 12"/>
          <p:cNvGrpSpPr/>
          <p:nvPr>
            <p:custDataLst>
              <p:tags r:id="rId4"/>
            </p:custDataLst>
          </p:nvPr>
        </p:nvGrpSpPr>
        <p:grpSpPr>
          <a:xfrm>
            <a:off x="2440635" y="3218754"/>
            <a:ext cx="8429388" cy="1125856"/>
            <a:chOff x="6568699" y="3575724"/>
            <a:chExt cx="5242301" cy="577649"/>
          </a:xfrm>
        </p:grpSpPr>
        <p:sp>
          <p:nvSpPr>
            <p:cNvPr id="104874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6568699" y="3575724"/>
              <a:ext cx="1636513" cy="236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此处输入你的正文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745" name="矩形 14"/>
            <p:cNvSpPr/>
            <p:nvPr>
              <p:custDataLst>
                <p:tags r:id="rId6"/>
              </p:custDataLst>
            </p:nvPr>
          </p:nvSpPr>
          <p:spPr>
            <a:xfrm>
              <a:off x="6568699" y="3841580"/>
              <a:ext cx="5242301" cy="3117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微软雅黑" panose="020B0503020204020204" pitchFamily="34" charset="-122"/>
                </a:rPr>
                <a:t>文字是您理想的提炼，为了最终演示的良好效果，正文尽量简明扼要，内容可酌情增减文字，以便观者可以清楚理解您所传达的信息。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9" name="组合 18"/>
          <p:cNvGrpSpPr/>
          <p:nvPr>
            <p:custDataLst>
              <p:tags r:id="rId7"/>
            </p:custDataLst>
          </p:nvPr>
        </p:nvGrpSpPr>
        <p:grpSpPr>
          <a:xfrm>
            <a:off x="2440637" y="4675215"/>
            <a:ext cx="8429381" cy="1125858"/>
            <a:chOff x="6568700" y="4960855"/>
            <a:chExt cx="4702005" cy="577650"/>
          </a:xfrm>
        </p:grpSpPr>
        <p:sp>
          <p:nvSpPr>
            <p:cNvPr id="1048746" name="文本框 19"/>
            <p:cNvSpPr txBox="1"/>
            <p:nvPr>
              <p:custDataLst>
                <p:tags r:id="rId8"/>
              </p:custDataLst>
            </p:nvPr>
          </p:nvSpPr>
          <p:spPr>
            <a:xfrm>
              <a:off x="6568700" y="4960855"/>
              <a:ext cx="1888439" cy="23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此处输入你的正文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8747" name="矩形 20"/>
            <p:cNvSpPr/>
            <p:nvPr>
              <p:custDataLst>
                <p:tags r:id="rId9"/>
              </p:custDataLst>
            </p:nvPr>
          </p:nvSpPr>
          <p:spPr>
            <a:xfrm>
              <a:off x="6568700" y="5226712"/>
              <a:ext cx="4702005" cy="3117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微软雅黑" panose="020B0503020204020204" pitchFamily="34" charset="-122"/>
                </a:rPr>
                <a:t>文字是您理想的提炼，为了最终演示的良好效果，正文尽量简明扼要，内容可酌情增减文字，以便观者可以清楚理解您所传达的信息。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0" name="组合 22"/>
          <p:cNvGrpSpPr/>
          <p:nvPr/>
        </p:nvGrpSpPr>
        <p:grpSpPr>
          <a:xfrm>
            <a:off x="992496" y="1747261"/>
            <a:ext cx="1233468" cy="1233468"/>
            <a:chOff x="1446681" y="2006852"/>
            <a:chExt cx="2315881" cy="2315881"/>
          </a:xfrm>
        </p:grpSpPr>
        <p:sp>
          <p:nvSpPr>
            <p:cNvPr id="1048748" name="椭圆 23"/>
            <p:cNvSpPr/>
            <p:nvPr/>
          </p:nvSpPr>
          <p:spPr>
            <a:xfrm>
              <a:off x="1446681" y="2006852"/>
              <a:ext cx="2315881" cy="2315881"/>
            </a:xfrm>
            <a:prstGeom prst="ellipse">
              <a:avLst/>
            </a:prstGeom>
            <a:solidFill>
              <a:srgbClr val="0B4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7190" name="图片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74334" y="2431741"/>
              <a:ext cx="1429347" cy="1429347"/>
            </a:xfrm>
            <a:prstGeom prst="rect">
              <a:avLst/>
            </a:prstGeom>
          </p:spPr>
        </p:pic>
      </p:grpSp>
      <p:grpSp>
        <p:nvGrpSpPr>
          <p:cNvPr id="91" name="组合 25"/>
          <p:cNvGrpSpPr/>
          <p:nvPr/>
        </p:nvGrpSpPr>
        <p:grpSpPr>
          <a:xfrm>
            <a:off x="992496" y="3218754"/>
            <a:ext cx="1233468" cy="1233468"/>
            <a:chOff x="1854558" y="3854906"/>
            <a:chExt cx="1403797" cy="1403797"/>
          </a:xfrm>
        </p:grpSpPr>
        <p:sp>
          <p:nvSpPr>
            <p:cNvPr id="1048749" name="椭圆 26"/>
            <p:cNvSpPr/>
            <p:nvPr/>
          </p:nvSpPr>
          <p:spPr>
            <a:xfrm>
              <a:off x="1854558" y="3854906"/>
              <a:ext cx="1403797" cy="140379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2" name="组合 27"/>
            <p:cNvGrpSpPr/>
            <p:nvPr/>
          </p:nvGrpSpPr>
          <p:grpSpPr>
            <a:xfrm>
              <a:off x="2340694" y="4217787"/>
              <a:ext cx="392888" cy="661931"/>
              <a:chOff x="6982613" y="4660429"/>
              <a:chExt cx="292099" cy="492124"/>
            </a:xfrm>
            <a:solidFill>
              <a:schemeClr val="bg1">
                <a:lumMod val="95000"/>
              </a:schemeClr>
            </a:solidFill>
          </p:grpSpPr>
          <p:sp>
            <p:nvSpPr>
              <p:cNvPr id="1048750" name="Freeform 15"/>
              <p:cNvSpPr>
                <a:spLocks noEditPoints="1"/>
              </p:cNvSpPr>
              <p:nvPr/>
            </p:nvSpPr>
            <p:spPr bwMode="auto">
              <a:xfrm>
                <a:off x="6982613" y="4660429"/>
                <a:ext cx="292099" cy="492124"/>
              </a:xfrm>
              <a:custGeom>
                <a:avLst/>
                <a:gdLst>
                  <a:gd name="T0" fmla="*/ 0 w 166"/>
                  <a:gd name="T1" fmla="*/ 444500 h 280"/>
                  <a:gd name="T2" fmla="*/ 263525 w 166"/>
                  <a:gd name="T3" fmla="*/ 444500 h 280"/>
                  <a:gd name="T4" fmla="*/ 263525 w 166"/>
                  <a:gd name="T5" fmla="*/ 425450 h 280"/>
                  <a:gd name="T6" fmla="*/ 263525 w 166"/>
                  <a:gd name="T7" fmla="*/ 425450 h 280"/>
                  <a:gd name="T8" fmla="*/ 260350 w 166"/>
                  <a:gd name="T9" fmla="*/ 419100 h 280"/>
                  <a:gd name="T10" fmla="*/ 254000 w 166"/>
                  <a:gd name="T11" fmla="*/ 415925 h 280"/>
                  <a:gd name="T12" fmla="*/ 9525 w 166"/>
                  <a:gd name="T13" fmla="*/ 415925 h 280"/>
                  <a:gd name="T14" fmla="*/ 9525 w 166"/>
                  <a:gd name="T15" fmla="*/ 415925 h 280"/>
                  <a:gd name="T16" fmla="*/ 3175 w 166"/>
                  <a:gd name="T17" fmla="*/ 419100 h 280"/>
                  <a:gd name="T18" fmla="*/ 0 w 166"/>
                  <a:gd name="T19" fmla="*/ 425450 h 280"/>
                  <a:gd name="T20" fmla="*/ 0 w 166"/>
                  <a:gd name="T21" fmla="*/ 444500 h 280"/>
                  <a:gd name="T22" fmla="*/ 0 w 166"/>
                  <a:gd name="T23" fmla="*/ 444500 h 280"/>
                  <a:gd name="T24" fmla="*/ 0 w 166"/>
                  <a:gd name="T25" fmla="*/ 0 h 280"/>
                  <a:gd name="T26" fmla="*/ 263525 w 166"/>
                  <a:gd name="T27" fmla="*/ 0 h 280"/>
                  <a:gd name="T28" fmla="*/ 263525 w 166"/>
                  <a:gd name="T29" fmla="*/ 19050 h 280"/>
                  <a:gd name="T30" fmla="*/ 263525 w 166"/>
                  <a:gd name="T31" fmla="*/ 19050 h 280"/>
                  <a:gd name="T32" fmla="*/ 260350 w 166"/>
                  <a:gd name="T33" fmla="*/ 25400 h 280"/>
                  <a:gd name="T34" fmla="*/ 254000 w 166"/>
                  <a:gd name="T35" fmla="*/ 28575 h 280"/>
                  <a:gd name="T36" fmla="*/ 9525 w 166"/>
                  <a:gd name="T37" fmla="*/ 28575 h 280"/>
                  <a:gd name="T38" fmla="*/ 9525 w 166"/>
                  <a:gd name="T39" fmla="*/ 28575 h 280"/>
                  <a:gd name="T40" fmla="*/ 3175 w 166"/>
                  <a:gd name="T41" fmla="*/ 25400 h 280"/>
                  <a:gd name="T42" fmla="*/ 0 w 166"/>
                  <a:gd name="T43" fmla="*/ 19050 h 280"/>
                  <a:gd name="T44" fmla="*/ 0 w 166"/>
                  <a:gd name="T45" fmla="*/ 0 h 28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66"/>
                  <a:gd name="T70" fmla="*/ 0 h 280"/>
                  <a:gd name="T71" fmla="*/ 166 w 166"/>
                  <a:gd name="T72" fmla="*/ 280 h 28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66" h="280">
                    <a:moveTo>
                      <a:pt x="0" y="280"/>
                    </a:moveTo>
                    <a:lnTo>
                      <a:pt x="166" y="280"/>
                    </a:lnTo>
                    <a:lnTo>
                      <a:pt x="166" y="268"/>
                    </a:lnTo>
                    <a:lnTo>
                      <a:pt x="164" y="264"/>
                    </a:lnTo>
                    <a:lnTo>
                      <a:pt x="160" y="262"/>
                    </a:lnTo>
                    <a:lnTo>
                      <a:pt x="6" y="262"/>
                    </a:lnTo>
                    <a:lnTo>
                      <a:pt x="2" y="264"/>
                    </a:lnTo>
                    <a:lnTo>
                      <a:pt x="0" y="268"/>
                    </a:lnTo>
                    <a:lnTo>
                      <a:pt x="0" y="280"/>
                    </a:lnTo>
                    <a:close/>
                    <a:moveTo>
                      <a:pt x="0" y="0"/>
                    </a:moveTo>
                    <a:lnTo>
                      <a:pt x="166" y="0"/>
                    </a:lnTo>
                    <a:lnTo>
                      <a:pt x="166" y="12"/>
                    </a:lnTo>
                    <a:lnTo>
                      <a:pt x="164" y="16"/>
                    </a:lnTo>
                    <a:lnTo>
                      <a:pt x="160" y="18"/>
                    </a:lnTo>
                    <a:lnTo>
                      <a:pt x="6" y="18"/>
                    </a:lnTo>
                    <a:lnTo>
                      <a:pt x="2" y="16"/>
                    </a:lnTo>
                    <a:lnTo>
                      <a:pt x="0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sz="1660" kern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8751" name="Freeform 16"/>
              <p:cNvSpPr>
                <a:spLocks noEditPoints="1"/>
              </p:cNvSpPr>
              <p:nvPr/>
            </p:nvSpPr>
            <p:spPr bwMode="auto">
              <a:xfrm>
                <a:off x="7006425" y="4706468"/>
                <a:ext cx="244476" cy="400050"/>
              </a:xfrm>
              <a:custGeom>
                <a:avLst/>
                <a:gdLst>
                  <a:gd name="T0" fmla="*/ 22225 w 138"/>
                  <a:gd name="T1" fmla="*/ 79375 h 228"/>
                  <a:gd name="T2" fmla="*/ 22225 w 138"/>
                  <a:gd name="T3" fmla="*/ 92075 h 228"/>
                  <a:gd name="T4" fmla="*/ 31750 w 138"/>
                  <a:gd name="T5" fmla="*/ 111125 h 228"/>
                  <a:gd name="T6" fmla="*/ 76200 w 138"/>
                  <a:gd name="T7" fmla="*/ 152400 h 228"/>
                  <a:gd name="T8" fmla="*/ 88900 w 138"/>
                  <a:gd name="T9" fmla="*/ 165100 h 228"/>
                  <a:gd name="T10" fmla="*/ 92075 w 138"/>
                  <a:gd name="T11" fmla="*/ 180975 h 228"/>
                  <a:gd name="T12" fmla="*/ 76200 w 138"/>
                  <a:gd name="T13" fmla="*/ 209550 h 228"/>
                  <a:gd name="T14" fmla="*/ 38100 w 138"/>
                  <a:gd name="T15" fmla="*/ 241300 h 228"/>
                  <a:gd name="T16" fmla="*/ 25400 w 138"/>
                  <a:gd name="T17" fmla="*/ 257175 h 228"/>
                  <a:gd name="T18" fmla="*/ 22225 w 138"/>
                  <a:gd name="T19" fmla="*/ 279400 h 228"/>
                  <a:gd name="T20" fmla="*/ 0 w 138"/>
                  <a:gd name="T21" fmla="*/ 361950 h 228"/>
                  <a:gd name="T22" fmla="*/ 0 w 138"/>
                  <a:gd name="T23" fmla="*/ 273050 h 228"/>
                  <a:gd name="T24" fmla="*/ 3175 w 138"/>
                  <a:gd name="T25" fmla="*/ 244475 h 228"/>
                  <a:gd name="T26" fmla="*/ 22225 w 138"/>
                  <a:gd name="T27" fmla="*/ 225425 h 228"/>
                  <a:gd name="T28" fmla="*/ 57150 w 138"/>
                  <a:gd name="T29" fmla="*/ 193675 h 228"/>
                  <a:gd name="T30" fmla="*/ 66675 w 138"/>
                  <a:gd name="T31" fmla="*/ 180975 h 228"/>
                  <a:gd name="T32" fmla="*/ 57150 w 138"/>
                  <a:gd name="T33" fmla="*/ 168275 h 228"/>
                  <a:gd name="T34" fmla="*/ 22225 w 138"/>
                  <a:gd name="T35" fmla="*/ 136525 h 228"/>
                  <a:gd name="T36" fmla="*/ 3175 w 138"/>
                  <a:gd name="T37" fmla="*/ 114300 h 228"/>
                  <a:gd name="T38" fmla="*/ 0 w 138"/>
                  <a:gd name="T39" fmla="*/ 88900 h 228"/>
                  <a:gd name="T40" fmla="*/ 22225 w 138"/>
                  <a:gd name="T41" fmla="*/ 0 h 228"/>
                  <a:gd name="T42" fmla="*/ 196850 w 138"/>
                  <a:gd name="T43" fmla="*/ 361950 h 228"/>
                  <a:gd name="T44" fmla="*/ 196850 w 138"/>
                  <a:gd name="T45" fmla="*/ 279400 h 228"/>
                  <a:gd name="T46" fmla="*/ 193675 w 138"/>
                  <a:gd name="T47" fmla="*/ 257175 h 228"/>
                  <a:gd name="T48" fmla="*/ 180975 w 138"/>
                  <a:gd name="T49" fmla="*/ 241300 h 228"/>
                  <a:gd name="T50" fmla="*/ 142875 w 138"/>
                  <a:gd name="T51" fmla="*/ 209550 h 228"/>
                  <a:gd name="T52" fmla="*/ 127000 w 138"/>
                  <a:gd name="T53" fmla="*/ 180975 h 228"/>
                  <a:gd name="T54" fmla="*/ 130175 w 138"/>
                  <a:gd name="T55" fmla="*/ 165100 h 228"/>
                  <a:gd name="T56" fmla="*/ 180975 w 138"/>
                  <a:gd name="T57" fmla="*/ 120650 h 228"/>
                  <a:gd name="T58" fmla="*/ 187325 w 138"/>
                  <a:gd name="T59" fmla="*/ 111125 h 228"/>
                  <a:gd name="T60" fmla="*/ 196850 w 138"/>
                  <a:gd name="T61" fmla="*/ 92075 h 228"/>
                  <a:gd name="T62" fmla="*/ 196850 w 138"/>
                  <a:gd name="T63" fmla="*/ 0 h 228"/>
                  <a:gd name="T64" fmla="*/ 219075 w 138"/>
                  <a:gd name="T65" fmla="*/ 88900 h 228"/>
                  <a:gd name="T66" fmla="*/ 219075 w 138"/>
                  <a:gd name="T67" fmla="*/ 104775 h 228"/>
                  <a:gd name="T68" fmla="*/ 209550 w 138"/>
                  <a:gd name="T69" fmla="*/ 127000 h 228"/>
                  <a:gd name="T70" fmla="*/ 161925 w 138"/>
                  <a:gd name="T71" fmla="*/ 168275 h 228"/>
                  <a:gd name="T72" fmla="*/ 155575 w 138"/>
                  <a:gd name="T73" fmla="*/ 174625 h 228"/>
                  <a:gd name="T74" fmla="*/ 155575 w 138"/>
                  <a:gd name="T75" fmla="*/ 187325 h 228"/>
                  <a:gd name="T76" fmla="*/ 196850 w 138"/>
                  <a:gd name="T77" fmla="*/ 225425 h 228"/>
                  <a:gd name="T78" fmla="*/ 209550 w 138"/>
                  <a:gd name="T79" fmla="*/ 234950 h 228"/>
                  <a:gd name="T80" fmla="*/ 219075 w 138"/>
                  <a:gd name="T81" fmla="*/ 257175 h 228"/>
                  <a:gd name="T82" fmla="*/ 219075 w 138"/>
                  <a:gd name="T83" fmla="*/ 361950 h 2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38"/>
                  <a:gd name="T127" fmla="*/ 0 h 228"/>
                  <a:gd name="T128" fmla="*/ 138 w 138"/>
                  <a:gd name="T129" fmla="*/ 228 h 2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38" h="228">
                    <a:moveTo>
                      <a:pt x="14" y="0"/>
                    </a:moveTo>
                    <a:lnTo>
                      <a:pt x="14" y="50"/>
                    </a:lnTo>
                    <a:lnTo>
                      <a:pt x="14" y="58"/>
                    </a:lnTo>
                    <a:lnTo>
                      <a:pt x="16" y="66"/>
                    </a:lnTo>
                    <a:lnTo>
                      <a:pt x="20" y="70"/>
                    </a:lnTo>
                    <a:lnTo>
                      <a:pt x="24" y="76"/>
                    </a:lnTo>
                    <a:lnTo>
                      <a:pt x="48" y="96"/>
                    </a:lnTo>
                    <a:lnTo>
                      <a:pt x="56" y="104"/>
                    </a:lnTo>
                    <a:lnTo>
                      <a:pt x="58" y="110"/>
                    </a:lnTo>
                    <a:lnTo>
                      <a:pt x="58" y="114"/>
                    </a:lnTo>
                    <a:lnTo>
                      <a:pt x="56" y="122"/>
                    </a:lnTo>
                    <a:lnTo>
                      <a:pt x="48" y="132"/>
                    </a:lnTo>
                    <a:lnTo>
                      <a:pt x="24" y="152"/>
                    </a:lnTo>
                    <a:lnTo>
                      <a:pt x="20" y="156"/>
                    </a:lnTo>
                    <a:lnTo>
                      <a:pt x="16" y="162"/>
                    </a:lnTo>
                    <a:lnTo>
                      <a:pt x="14" y="168"/>
                    </a:lnTo>
                    <a:lnTo>
                      <a:pt x="14" y="176"/>
                    </a:lnTo>
                    <a:lnTo>
                      <a:pt x="14" y="228"/>
                    </a:lnTo>
                    <a:lnTo>
                      <a:pt x="0" y="228"/>
                    </a:lnTo>
                    <a:lnTo>
                      <a:pt x="0" y="172"/>
                    </a:lnTo>
                    <a:lnTo>
                      <a:pt x="0" y="162"/>
                    </a:lnTo>
                    <a:lnTo>
                      <a:pt x="2" y="154"/>
                    </a:lnTo>
                    <a:lnTo>
                      <a:pt x="8" y="148"/>
                    </a:lnTo>
                    <a:lnTo>
                      <a:pt x="14" y="142"/>
                    </a:lnTo>
                    <a:lnTo>
                      <a:pt x="36" y="122"/>
                    </a:lnTo>
                    <a:lnTo>
                      <a:pt x="40" y="118"/>
                    </a:lnTo>
                    <a:lnTo>
                      <a:pt x="42" y="114"/>
                    </a:lnTo>
                    <a:lnTo>
                      <a:pt x="40" y="110"/>
                    </a:lnTo>
                    <a:lnTo>
                      <a:pt x="36" y="106"/>
                    </a:lnTo>
                    <a:lnTo>
                      <a:pt x="14" y="86"/>
                    </a:lnTo>
                    <a:lnTo>
                      <a:pt x="8" y="80"/>
                    </a:lnTo>
                    <a:lnTo>
                      <a:pt x="2" y="72"/>
                    </a:lnTo>
                    <a:lnTo>
                      <a:pt x="0" y="6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  <a:moveTo>
                      <a:pt x="124" y="228"/>
                    </a:moveTo>
                    <a:lnTo>
                      <a:pt x="124" y="176"/>
                    </a:lnTo>
                    <a:lnTo>
                      <a:pt x="124" y="168"/>
                    </a:lnTo>
                    <a:lnTo>
                      <a:pt x="122" y="162"/>
                    </a:lnTo>
                    <a:lnTo>
                      <a:pt x="118" y="156"/>
                    </a:lnTo>
                    <a:lnTo>
                      <a:pt x="114" y="152"/>
                    </a:lnTo>
                    <a:lnTo>
                      <a:pt x="90" y="132"/>
                    </a:lnTo>
                    <a:lnTo>
                      <a:pt x="82" y="122"/>
                    </a:lnTo>
                    <a:lnTo>
                      <a:pt x="80" y="114"/>
                    </a:lnTo>
                    <a:lnTo>
                      <a:pt x="80" y="110"/>
                    </a:lnTo>
                    <a:lnTo>
                      <a:pt x="82" y="104"/>
                    </a:lnTo>
                    <a:lnTo>
                      <a:pt x="90" y="96"/>
                    </a:lnTo>
                    <a:lnTo>
                      <a:pt x="114" y="76"/>
                    </a:lnTo>
                    <a:lnTo>
                      <a:pt x="118" y="70"/>
                    </a:lnTo>
                    <a:lnTo>
                      <a:pt x="122" y="66"/>
                    </a:lnTo>
                    <a:lnTo>
                      <a:pt x="124" y="58"/>
                    </a:lnTo>
                    <a:lnTo>
                      <a:pt x="124" y="50"/>
                    </a:lnTo>
                    <a:lnTo>
                      <a:pt x="124" y="0"/>
                    </a:lnTo>
                    <a:lnTo>
                      <a:pt x="138" y="0"/>
                    </a:lnTo>
                    <a:lnTo>
                      <a:pt x="138" y="56"/>
                    </a:lnTo>
                    <a:lnTo>
                      <a:pt x="138" y="66"/>
                    </a:lnTo>
                    <a:lnTo>
                      <a:pt x="136" y="72"/>
                    </a:lnTo>
                    <a:lnTo>
                      <a:pt x="132" y="80"/>
                    </a:lnTo>
                    <a:lnTo>
                      <a:pt x="124" y="86"/>
                    </a:lnTo>
                    <a:lnTo>
                      <a:pt x="102" y="106"/>
                    </a:lnTo>
                    <a:lnTo>
                      <a:pt x="98" y="110"/>
                    </a:lnTo>
                    <a:lnTo>
                      <a:pt x="96" y="114"/>
                    </a:lnTo>
                    <a:lnTo>
                      <a:pt x="98" y="118"/>
                    </a:lnTo>
                    <a:lnTo>
                      <a:pt x="102" y="122"/>
                    </a:lnTo>
                    <a:lnTo>
                      <a:pt x="124" y="142"/>
                    </a:lnTo>
                    <a:lnTo>
                      <a:pt x="132" y="148"/>
                    </a:lnTo>
                    <a:lnTo>
                      <a:pt x="136" y="154"/>
                    </a:lnTo>
                    <a:lnTo>
                      <a:pt x="138" y="162"/>
                    </a:lnTo>
                    <a:lnTo>
                      <a:pt x="138" y="172"/>
                    </a:lnTo>
                    <a:lnTo>
                      <a:pt x="138" y="228"/>
                    </a:lnTo>
                    <a:lnTo>
                      <a:pt x="124" y="22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sz="1660" kern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8752" name="Freeform 17"/>
              <p:cNvSpPr/>
              <p:nvPr/>
            </p:nvSpPr>
            <p:spPr bwMode="auto">
              <a:xfrm>
                <a:off x="7046112" y="4827118"/>
                <a:ext cx="165100" cy="279400"/>
              </a:xfrm>
              <a:custGeom>
                <a:avLst/>
                <a:gdLst>
                  <a:gd name="T0" fmla="*/ 0 w 94"/>
                  <a:gd name="T1" fmla="*/ 254000 h 160"/>
                  <a:gd name="T2" fmla="*/ 76200 w 94"/>
                  <a:gd name="T3" fmla="*/ 254000 h 160"/>
                  <a:gd name="T4" fmla="*/ 149225 w 94"/>
                  <a:gd name="T5" fmla="*/ 254000 h 160"/>
                  <a:gd name="T6" fmla="*/ 149225 w 94"/>
                  <a:gd name="T7" fmla="*/ 212725 h 160"/>
                  <a:gd name="T8" fmla="*/ 92075 w 94"/>
                  <a:gd name="T9" fmla="*/ 155575 h 160"/>
                  <a:gd name="T10" fmla="*/ 92075 w 94"/>
                  <a:gd name="T11" fmla="*/ 155575 h 160"/>
                  <a:gd name="T12" fmla="*/ 85725 w 94"/>
                  <a:gd name="T13" fmla="*/ 149225 h 160"/>
                  <a:gd name="T14" fmla="*/ 82550 w 94"/>
                  <a:gd name="T15" fmla="*/ 142875 h 160"/>
                  <a:gd name="T16" fmla="*/ 82550 w 94"/>
                  <a:gd name="T17" fmla="*/ 123825 h 160"/>
                  <a:gd name="T18" fmla="*/ 82550 w 94"/>
                  <a:gd name="T19" fmla="*/ 69850 h 160"/>
                  <a:gd name="T20" fmla="*/ 82550 w 94"/>
                  <a:gd name="T21" fmla="*/ 69850 h 160"/>
                  <a:gd name="T22" fmla="*/ 82550 w 94"/>
                  <a:gd name="T23" fmla="*/ 60325 h 160"/>
                  <a:gd name="T24" fmla="*/ 85725 w 94"/>
                  <a:gd name="T25" fmla="*/ 50800 h 160"/>
                  <a:gd name="T26" fmla="*/ 98425 w 94"/>
                  <a:gd name="T27" fmla="*/ 34925 h 160"/>
                  <a:gd name="T28" fmla="*/ 120650 w 94"/>
                  <a:gd name="T29" fmla="*/ 15875 h 160"/>
                  <a:gd name="T30" fmla="*/ 120650 w 94"/>
                  <a:gd name="T31" fmla="*/ 15875 h 160"/>
                  <a:gd name="T32" fmla="*/ 130175 w 94"/>
                  <a:gd name="T33" fmla="*/ 9525 h 160"/>
                  <a:gd name="T34" fmla="*/ 139700 w 94"/>
                  <a:gd name="T35" fmla="*/ 0 h 160"/>
                  <a:gd name="T36" fmla="*/ 76200 w 94"/>
                  <a:gd name="T37" fmla="*/ 0 h 160"/>
                  <a:gd name="T38" fmla="*/ 9525 w 94"/>
                  <a:gd name="T39" fmla="*/ 0 h 160"/>
                  <a:gd name="T40" fmla="*/ 9525 w 94"/>
                  <a:gd name="T41" fmla="*/ 0 h 160"/>
                  <a:gd name="T42" fmla="*/ 19050 w 94"/>
                  <a:gd name="T43" fmla="*/ 9525 h 160"/>
                  <a:gd name="T44" fmla="*/ 28575 w 94"/>
                  <a:gd name="T45" fmla="*/ 15875 h 160"/>
                  <a:gd name="T46" fmla="*/ 50800 w 94"/>
                  <a:gd name="T47" fmla="*/ 34925 h 160"/>
                  <a:gd name="T48" fmla="*/ 50800 w 94"/>
                  <a:gd name="T49" fmla="*/ 34925 h 160"/>
                  <a:gd name="T50" fmla="*/ 60325 w 94"/>
                  <a:gd name="T51" fmla="*/ 50800 h 160"/>
                  <a:gd name="T52" fmla="*/ 66675 w 94"/>
                  <a:gd name="T53" fmla="*/ 60325 h 160"/>
                  <a:gd name="T54" fmla="*/ 66675 w 94"/>
                  <a:gd name="T55" fmla="*/ 69850 h 160"/>
                  <a:gd name="T56" fmla="*/ 66675 w 94"/>
                  <a:gd name="T57" fmla="*/ 123825 h 160"/>
                  <a:gd name="T58" fmla="*/ 66675 w 94"/>
                  <a:gd name="T59" fmla="*/ 123825 h 160"/>
                  <a:gd name="T60" fmla="*/ 66675 w 94"/>
                  <a:gd name="T61" fmla="*/ 142875 h 160"/>
                  <a:gd name="T62" fmla="*/ 63500 w 94"/>
                  <a:gd name="T63" fmla="*/ 149225 h 160"/>
                  <a:gd name="T64" fmla="*/ 60325 w 94"/>
                  <a:gd name="T65" fmla="*/ 155575 h 160"/>
                  <a:gd name="T66" fmla="*/ 0 w 94"/>
                  <a:gd name="T67" fmla="*/ 212725 h 160"/>
                  <a:gd name="T68" fmla="*/ 0 w 94"/>
                  <a:gd name="T69" fmla="*/ 254000 h 1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4"/>
                  <a:gd name="T106" fmla="*/ 0 h 160"/>
                  <a:gd name="T107" fmla="*/ 94 w 94"/>
                  <a:gd name="T108" fmla="*/ 160 h 16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4" h="160">
                    <a:moveTo>
                      <a:pt x="0" y="160"/>
                    </a:moveTo>
                    <a:lnTo>
                      <a:pt x="48" y="160"/>
                    </a:lnTo>
                    <a:lnTo>
                      <a:pt x="94" y="160"/>
                    </a:lnTo>
                    <a:lnTo>
                      <a:pt x="94" y="134"/>
                    </a:lnTo>
                    <a:lnTo>
                      <a:pt x="58" y="98"/>
                    </a:lnTo>
                    <a:lnTo>
                      <a:pt x="54" y="94"/>
                    </a:lnTo>
                    <a:lnTo>
                      <a:pt x="52" y="90"/>
                    </a:lnTo>
                    <a:lnTo>
                      <a:pt x="52" y="78"/>
                    </a:lnTo>
                    <a:lnTo>
                      <a:pt x="52" y="44"/>
                    </a:lnTo>
                    <a:lnTo>
                      <a:pt x="52" y="38"/>
                    </a:lnTo>
                    <a:lnTo>
                      <a:pt x="54" y="32"/>
                    </a:lnTo>
                    <a:lnTo>
                      <a:pt x="62" y="22"/>
                    </a:lnTo>
                    <a:lnTo>
                      <a:pt x="76" y="10"/>
                    </a:lnTo>
                    <a:lnTo>
                      <a:pt x="82" y="6"/>
                    </a:lnTo>
                    <a:lnTo>
                      <a:pt x="88" y="0"/>
                    </a:lnTo>
                    <a:lnTo>
                      <a:pt x="48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18" y="10"/>
                    </a:lnTo>
                    <a:lnTo>
                      <a:pt x="32" y="22"/>
                    </a:lnTo>
                    <a:lnTo>
                      <a:pt x="38" y="32"/>
                    </a:lnTo>
                    <a:lnTo>
                      <a:pt x="42" y="38"/>
                    </a:lnTo>
                    <a:lnTo>
                      <a:pt x="42" y="44"/>
                    </a:lnTo>
                    <a:lnTo>
                      <a:pt x="42" y="78"/>
                    </a:lnTo>
                    <a:lnTo>
                      <a:pt x="42" y="90"/>
                    </a:lnTo>
                    <a:lnTo>
                      <a:pt x="40" y="94"/>
                    </a:lnTo>
                    <a:lnTo>
                      <a:pt x="38" y="98"/>
                    </a:lnTo>
                    <a:lnTo>
                      <a:pt x="0" y="134"/>
                    </a:lnTo>
                    <a:lnTo>
                      <a:pt x="0" y="16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/>
              <a:lstStyle/>
              <a:p>
                <a:endParaRPr lang="en-US" sz="1660" kern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3" name="组合 31"/>
          <p:cNvGrpSpPr/>
          <p:nvPr/>
        </p:nvGrpSpPr>
        <p:grpSpPr>
          <a:xfrm>
            <a:off x="992496" y="4675214"/>
            <a:ext cx="1233468" cy="1233468"/>
            <a:chOff x="13923378" y="6812663"/>
            <a:chExt cx="2315881" cy="2315881"/>
          </a:xfrm>
        </p:grpSpPr>
        <p:sp>
          <p:nvSpPr>
            <p:cNvPr id="1048753" name="椭圆 32"/>
            <p:cNvSpPr/>
            <p:nvPr/>
          </p:nvSpPr>
          <p:spPr>
            <a:xfrm>
              <a:off x="13923378" y="6812663"/>
              <a:ext cx="2315881" cy="2315881"/>
            </a:xfrm>
            <a:prstGeom prst="ellipse">
              <a:avLst/>
            </a:prstGeom>
            <a:solidFill>
              <a:srgbClr val="0B4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3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7191" name="图片 3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434730" y="7312715"/>
              <a:ext cx="1244617" cy="1244617"/>
            </a:xfrm>
            <a:prstGeom prst="rect">
              <a:avLst/>
            </a:prstGeom>
          </p:spPr>
        </p:pic>
      </p:grpSp>
      <p:grpSp>
        <p:nvGrpSpPr>
          <p:cNvPr id="94" name="组合 37"/>
          <p:cNvGrpSpPr/>
          <p:nvPr/>
        </p:nvGrpSpPr>
        <p:grpSpPr>
          <a:xfrm>
            <a:off x="-1209" y="1148691"/>
            <a:ext cx="6097209" cy="6646"/>
            <a:chOff x="-1209" y="1019383"/>
            <a:chExt cx="6097209" cy="6646"/>
          </a:xfrm>
        </p:grpSpPr>
        <p:cxnSp>
          <p:nvCxnSpPr>
            <p:cNvPr id="3145752" name="直接连接符 38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3" name="直接连接符 39"/>
            <p:cNvCxnSpPr/>
            <p:nvPr/>
          </p:nvCxnSpPr>
          <p:spPr>
            <a:xfrm flipV="1">
              <a:off x="3572967" y="1019383"/>
              <a:ext cx="2523033" cy="6646"/>
            </a:xfrm>
            <a:prstGeom prst="line">
              <a:avLst/>
            </a:prstGeom>
            <a:ln w="508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任意多边形 3"/>
          <p:cNvSpPr/>
          <p:nvPr/>
        </p:nvSpPr>
        <p:spPr>
          <a:xfrm rot="16872204">
            <a:off x="1103954" y="2842844"/>
            <a:ext cx="2748361" cy="1630650"/>
          </a:xfrm>
          <a:custGeom>
            <a:avLst/>
            <a:gdLst>
              <a:gd name="connsiteX0" fmla="*/ 0 w 1010195"/>
              <a:gd name="connsiteY0" fmla="*/ 0 h 217714"/>
              <a:gd name="connsiteX1" fmla="*/ 8709 w 1010195"/>
              <a:gd name="connsiteY1" fmla="*/ 217714 h 217714"/>
              <a:gd name="connsiteX2" fmla="*/ 1010195 w 1010195"/>
              <a:gd name="connsiteY2" fmla="*/ 87086 h 217714"/>
              <a:gd name="connsiteX3" fmla="*/ 0 w 1010195"/>
              <a:gd name="connsiteY3" fmla="*/ 0 h 217714"/>
              <a:gd name="connsiteX0-1" fmla="*/ 0 w 1017338"/>
              <a:gd name="connsiteY0-2" fmla="*/ 0 h 217714"/>
              <a:gd name="connsiteX1-3" fmla="*/ 8709 w 1017338"/>
              <a:gd name="connsiteY1-4" fmla="*/ 217714 h 217714"/>
              <a:gd name="connsiteX2-5" fmla="*/ 1017338 w 1017338"/>
              <a:gd name="connsiteY2-6" fmla="*/ 87086 h 217714"/>
              <a:gd name="connsiteX3-7" fmla="*/ 0 w 1017338"/>
              <a:gd name="connsiteY3-8" fmla="*/ 0 h 217714"/>
              <a:gd name="connsiteX0-1-1" fmla="*/ 0 w 1017338"/>
              <a:gd name="connsiteY0-2-2" fmla="*/ 0 h 248457"/>
              <a:gd name="connsiteX1-3-3" fmla="*/ 98341 w 1017338"/>
              <a:gd name="connsiteY1-4-4" fmla="*/ 248457 h 248457"/>
              <a:gd name="connsiteX2-5-5" fmla="*/ 1017338 w 1017338"/>
              <a:gd name="connsiteY2-6-6" fmla="*/ 87086 h 248457"/>
              <a:gd name="connsiteX3-7-7" fmla="*/ 0 w 1017338"/>
              <a:gd name="connsiteY3-8-8" fmla="*/ 0 h 248457"/>
              <a:gd name="connsiteX0-9" fmla="*/ 0 w 1041847"/>
              <a:gd name="connsiteY0-10" fmla="*/ 0 h 264949"/>
              <a:gd name="connsiteX1-11" fmla="*/ 122850 w 1041847"/>
              <a:gd name="connsiteY1-12" fmla="*/ 264949 h 264949"/>
              <a:gd name="connsiteX2-13" fmla="*/ 1041847 w 1041847"/>
              <a:gd name="connsiteY2-14" fmla="*/ 103578 h 264949"/>
              <a:gd name="connsiteX3-15" fmla="*/ 0 w 1041847"/>
              <a:gd name="connsiteY3-16" fmla="*/ 0 h 264949"/>
              <a:gd name="connsiteX0-17" fmla="*/ 0 w 1041847"/>
              <a:gd name="connsiteY0-18" fmla="*/ 0 h 252106"/>
              <a:gd name="connsiteX1-19" fmla="*/ 188050 w 1041847"/>
              <a:gd name="connsiteY1-20" fmla="*/ 252106 h 252106"/>
              <a:gd name="connsiteX2-21" fmla="*/ 1041847 w 1041847"/>
              <a:gd name="connsiteY2-22" fmla="*/ 103578 h 252106"/>
              <a:gd name="connsiteX3-23" fmla="*/ 0 w 1041847"/>
              <a:gd name="connsiteY3-24" fmla="*/ 0 h 252106"/>
              <a:gd name="connsiteX0-25" fmla="*/ 0 w 1041847"/>
              <a:gd name="connsiteY0-26" fmla="*/ 0 h 269441"/>
              <a:gd name="connsiteX1-27" fmla="*/ 182425 w 1041847"/>
              <a:gd name="connsiteY1-28" fmla="*/ 269441 h 269441"/>
              <a:gd name="connsiteX2-29" fmla="*/ 1041847 w 1041847"/>
              <a:gd name="connsiteY2-30" fmla="*/ 103578 h 269441"/>
              <a:gd name="connsiteX3-31" fmla="*/ 0 w 1041847"/>
              <a:gd name="connsiteY3-32" fmla="*/ 0 h 26944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041847" h="269441">
                <a:moveTo>
                  <a:pt x="0" y="0"/>
                </a:moveTo>
                <a:lnTo>
                  <a:pt x="182425" y="269441"/>
                </a:lnTo>
                <a:lnTo>
                  <a:pt x="1041847" y="1035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9000"/>
                </a:schemeClr>
              </a:gs>
              <a:gs pos="22000">
                <a:schemeClr val="accent3">
                  <a:lumMod val="75000"/>
                </a:schemeClr>
              </a:gs>
              <a:gs pos="63000">
                <a:schemeClr val="bg2">
                  <a:lumMod val="2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755" name="任意多边形 5"/>
          <p:cNvSpPr/>
          <p:nvPr/>
        </p:nvSpPr>
        <p:spPr>
          <a:xfrm>
            <a:off x="9101921" y="4739894"/>
            <a:ext cx="1762818" cy="825844"/>
          </a:xfrm>
          <a:custGeom>
            <a:avLst/>
            <a:gdLst>
              <a:gd name="connsiteX0" fmla="*/ 0 w 1670050"/>
              <a:gd name="connsiteY0" fmla="*/ 666750 h 666750"/>
              <a:gd name="connsiteX1" fmla="*/ 139700 w 1670050"/>
              <a:gd name="connsiteY1" fmla="*/ 0 h 666750"/>
              <a:gd name="connsiteX2" fmla="*/ 1670050 w 1670050"/>
              <a:gd name="connsiteY2" fmla="*/ 12700 h 666750"/>
              <a:gd name="connsiteX3" fmla="*/ 0 w 1670050"/>
              <a:gd name="connsiteY3" fmla="*/ 666750 h 666750"/>
              <a:gd name="connsiteX0-1" fmla="*/ 0 w 1676400"/>
              <a:gd name="connsiteY0-2" fmla="*/ 666750 h 666750"/>
              <a:gd name="connsiteX1-3" fmla="*/ 139700 w 1676400"/>
              <a:gd name="connsiteY1-4" fmla="*/ 0 h 666750"/>
              <a:gd name="connsiteX2-5" fmla="*/ 1676400 w 1676400"/>
              <a:gd name="connsiteY2-6" fmla="*/ 38100 h 666750"/>
              <a:gd name="connsiteX3-7" fmla="*/ 0 w 1676400"/>
              <a:gd name="connsiteY3-8" fmla="*/ 666750 h 666750"/>
              <a:gd name="connsiteX0-9" fmla="*/ 0 w 1668780"/>
              <a:gd name="connsiteY0-10" fmla="*/ 666750 h 666750"/>
              <a:gd name="connsiteX1-11" fmla="*/ 139700 w 1668780"/>
              <a:gd name="connsiteY1-12" fmla="*/ 0 h 666750"/>
              <a:gd name="connsiteX2-13" fmla="*/ 1668780 w 1668780"/>
              <a:gd name="connsiteY2-14" fmla="*/ 22860 h 666750"/>
              <a:gd name="connsiteX3-15" fmla="*/ 0 w 1668780"/>
              <a:gd name="connsiteY3-16" fmla="*/ 666750 h 666750"/>
              <a:gd name="connsiteX0-1-1" fmla="*/ 0 w 1668780"/>
              <a:gd name="connsiteY0-2-2" fmla="*/ 666750 h 666750"/>
              <a:gd name="connsiteX1-3-3" fmla="*/ 139700 w 1668780"/>
              <a:gd name="connsiteY1-4-4" fmla="*/ 0 h 666750"/>
              <a:gd name="connsiteX2-5-5" fmla="*/ 1668780 w 1668780"/>
              <a:gd name="connsiteY2-6-6" fmla="*/ 83463 h 666750"/>
              <a:gd name="connsiteX3-7-7" fmla="*/ 0 w 1668780"/>
              <a:gd name="connsiteY3-8-8" fmla="*/ 666750 h 666750"/>
              <a:gd name="connsiteX0-9-9" fmla="*/ 0 w 1722808"/>
              <a:gd name="connsiteY0-10-10" fmla="*/ 681901 h 681901"/>
              <a:gd name="connsiteX1-11-11" fmla="*/ 193728 w 1722808"/>
              <a:gd name="connsiteY1-12-12" fmla="*/ 0 h 681901"/>
              <a:gd name="connsiteX2-13-13" fmla="*/ 1722808 w 1722808"/>
              <a:gd name="connsiteY2-14-14" fmla="*/ 83463 h 681901"/>
              <a:gd name="connsiteX3-15-15" fmla="*/ 0 w 1722808"/>
              <a:gd name="connsiteY3-16-16" fmla="*/ 681901 h 68190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722808" h="681901">
                <a:moveTo>
                  <a:pt x="0" y="681901"/>
                </a:moveTo>
                <a:lnTo>
                  <a:pt x="193728" y="0"/>
                </a:lnTo>
                <a:lnTo>
                  <a:pt x="1722808" y="83463"/>
                </a:lnTo>
                <a:lnTo>
                  <a:pt x="0" y="681901"/>
                </a:lnTo>
                <a:close/>
              </a:path>
            </a:pathLst>
          </a:custGeom>
          <a:gradFill>
            <a:gsLst>
              <a:gs pos="23000">
                <a:schemeClr val="bg2">
                  <a:lumMod val="25000"/>
                </a:schemeClr>
              </a:gs>
              <a:gs pos="62000">
                <a:schemeClr val="accent3">
                  <a:lumMod val="43000"/>
                </a:schemeClr>
              </a:gs>
              <a:gs pos="100000">
                <a:schemeClr val="accent3">
                  <a:lumMod val="7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756" name="任意多边形 4"/>
          <p:cNvSpPr/>
          <p:nvPr/>
        </p:nvSpPr>
        <p:spPr>
          <a:xfrm>
            <a:off x="1411354" y="2665244"/>
            <a:ext cx="9479512" cy="2182507"/>
          </a:xfrm>
          <a:custGeom>
            <a:avLst/>
            <a:gdLst>
              <a:gd name="connsiteX0" fmla="*/ 899160 w 6408420"/>
              <a:gd name="connsiteY0" fmla="*/ 0 h 2240280"/>
              <a:gd name="connsiteX1" fmla="*/ 6134100 w 6408420"/>
              <a:gd name="connsiteY1" fmla="*/ 15240 h 2240280"/>
              <a:gd name="connsiteX2" fmla="*/ 6408420 w 6408420"/>
              <a:gd name="connsiteY2" fmla="*/ 2240280 h 2240280"/>
              <a:gd name="connsiteX3" fmla="*/ 0 w 6408420"/>
              <a:gd name="connsiteY3" fmla="*/ 2240280 h 2240280"/>
              <a:gd name="connsiteX4" fmla="*/ 1013460 w 6408420"/>
              <a:gd name="connsiteY4" fmla="*/ 2095500 h 2240280"/>
              <a:gd name="connsiteX5" fmla="*/ 899160 w 6408420"/>
              <a:gd name="connsiteY5" fmla="*/ 0 h 2240280"/>
              <a:gd name="connsiteX0-1" fmla="*/ 892810 w 6402070"/>
              <a:gd name="connsiteY0-2" fmla="*/ 0 h 2240280"/>
              <a:gd name="connsiteX1-3" fmla="*/ 6127750 w 6402070"/>
              <a:gd name="connsiteY1-4" fmla="*/ 15240 h 2240280"/>
              <a:gd name="connsiteX2-5" fmla="*/ 6402070 w 6402070"/>
              <a:gd name="connsiteY2-6" fmla="*/ 2240280 h 2240280"/>
              <a:gd name="connsiteX3-7" fmla="*/ 0 w 6402070"/>
              <a:gd name="connsiteY3-8" fmla="*/ 2227580 h 2240280"/>
              <a:gd name="connsiteX4-9" fmla="*/ 1007110 w 6402070"/>
              <a:gd name="connsiteY4-10" fmla="*/ 2095500 h 2240280"/>
              <a:gd name="connsiteX5-11" fmla="*/ 892810 w 6402070"/>
              <a:gd name="connsiteY5-12" fmla="*/ 0 h 2240280"/>
              <a:gd name="connsiteX0-13" fmla="*/ 892810 w 6402070"/>
              <a:gd name="connsiteY0-14" fmla="*/ 0 h 2240280"/>
              <a:gd name="connsiteX1-15" fmla="*/ 6127750 w 6402070"/>
              <a:gd name="connsiteY1-16" fmla="*/ 15240 h 2240280"/>
              <a:gd name="connsiteX2-17" fmla="*/ 6402070 w 6402070"/>
              <a:gd name="connsiteY2-18" fmla="*/ 2240280 h 2240280"/>
              <a:gd name="connsiteX3-19" fmla="*/ 0 w 6402070"/>
              <a:gd name="connsiteY3-20" fmla="*/ 2227580 h 2240280"/>
              <a:gd name="connsiteX4-21" fmla="*/ 988060 w 6402070"/>
              <a:gd name="connsiteY4-22" fmla="*/ 2051050 h 2240280"/>
              <a:gd name="connsiteX5-23" fmla="*/ 892810 w 6402070"/>
              <a:gd name="connsiteY5-24" fmla="*/ 0 h 22402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402070" h="2240280">
                <a:moveTo>
                  <a:pt x="892810" y="0"/>
                </a:moveTo>
                <a:lnTo>
                  <a:pt x="6127750" y="15240"/>
                </a:lnTo>
                <a:lnTo>
                  <a:pt x="6402070" y="2240280"/>
                </a:lnTo>
                <a:lnTo>
                  <a:pt x="0" y="2227580"/>
                </a:lnTo>
                <a:lnTo>
                  <a:pt x="988060" y="2051050"/>
                </a:lnTo>
                <a:lnTo>
                  <a:pt x="89281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6645" b="1" dirty="0">
                <a:solidFill>
                  <a:srgbClr val="EAEAEA"/>
                </a:solidFill>
                <a:effectLst>
                  <a:outerShdw blurRad="63500" dist="2159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HYXuanSong 75J" panose="00020600040101010101" charset="-122"/>
                <a:ea typeface="HYXuanSong 75J" panose="00020600040101010101" charset="-122"/>
                <a:cs typeface="HYXuanSong 75J" panose="00020600040101010101" charset="-122"/>
              </a:rPr>
              <a:t>    </a:t>
            </a:r>
            <a:r>
              <a:rPr lang="en-US" altLang="zh-CN" sz="166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Part</a:t>
            </a:r>
            <a:r>
              <a:rPr lang="en-US" altLang="zh-CN" sz="665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汉仪雅酷黑-85J" panose="00020600040101010101" charset="-122"/>
                <a:ea typeface="汉仪雅酷黑-85J" panose="00020600040101010101" charset="-122"/>
                <a:cs typeface="汉仪雅酷黑-85J" panose="00020600040101010101" charset="-122"/>
              </a:rPr>
              <a:t> 4 主 标 题</a:t>
            </a:r>
            <a:endParaRPr lang="en-US" altLang="zh-CN" sz="665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</a:endParaRPr>
          </a:p>
        </p:txBody>
      </p:sp>
      <p:sp>
        <p:nvSpPr>
          <p:cNvPr id="1048757" name="任意多边形 2"/>
          <p:cNvSpPr/>
          <p:nvPr/>
        </p:nvSpPr>
        <p:spPr>
          <a:xfrm>
            <a:off x="184" y="1776649"/>
            <a:ext cx="2893125" cy="2861146"/>
          </a:xfrm>
          <a:custGeom>
            <a:avLst/>
            <a:gdLst>
              <a:gd name="connsiteX0" fmla="*/ 0 w 2438400"/>
              <a:gd name="connsiteY0" fmla="*/ 0 h 2400300"/>
              <a:gd name="connsiteX1" fmla="*/ 2413000 w 2438400"/>
              <a:gd name="connsiteY1" fmla="*/ 139700 h 2400300"/>
              <a:gd name="connsiteX2" fmla="*/ 2438400 w 2438400"/>
              <a:gd name="connsiteY2" fmla="*/ 2400300 h 2400300"/>
              <a:gd name="connsiteX3" fmla="*/ 12700 w 2438400"/>
              <a:gd name="connsiteY3" fmla="*/ 2222500 h 2400300"/>
              <a:gd name="connsiteX4" fmla="*/ 0 w 2438400"/>
              <a:gd name="connsiteY4" fmla="*/ 0 h 2400300"/>
              <a:gd name="connsiteX0-1" fmla="*/ 9896 w 2448296"/>
              <a:gd name="connsiteY0-2" fmla="*/ 0 h 2400300"/>
              <a:gd name="connsiteX1-3" fmla="*/ 2422896 w 2448296"/>
              <a:gd name="connsiteY1-4" fmla="*/ 139700 h 2400300"/>
              <a:gd name="connsiteX2-5" fmla="*/ 2448296 w 2448296"/>
              <a:gd name="connsiteY2-6" fmla="*/ 2400300 h 2400300"/>
              <a:gd name="connsiteX3-7" fmla="*/ 659 w 2448296"/>
              <a:gd name="connsiteY3-8" fmla="*/ 2214986 h 2400300"/>
              <a:gd name="connsiteX4-9" fmla="*/ 9896 w 2448296"/>
              <a:gd name="connsiteY4-10" fmla="*/ 0 h 240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8296" h="2400300">
                <a:moveTo>
                  <a:pt x="9896" y="0"/>
                </a:moveTo>
                <a:lnTo>
                  <a:pt x="2422896" y="139700"/>
                </a:lnTo>
                <a:lnTo>
                  <a:pt x="2448296" y="2400300"/>
                </a:lnTo>
                <a:lnTo>
                  <a:pt x="659" y="2214986"/>
                </a:lnTo>
                <a:cubicBezTo>
                  <a:pt x="-3574" y="1478386"/>
                  <a:pt x="14129" y="749300"/>
                  <a:pt x="989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>
            <a:outerShdw blurRad="736600" dist="330200" dir="2400000" sx="95000" sy="95000" algn="l" rotWithShape="0">
              <a:schemeClr val="accent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758" name="任意多边形 6"/>
          <p:cNvSpPr/>
          <p:nvPr/>
        </p:nvSpPr>
        <p:spPr>
          <a:xfrm>
            <a:off x="9073112" y="2590534"/>
            <a:ext cx="3118706" cy="2975205"/>
          </a:xfrm>
          <a:custGeom>
            <a:avLst/>
            <a:gdLst>
              <a:gd name="connsiteX0" fmla="*/ 2997200 w 2997200"/>
              <a:gd name="connsiteY0" fmla="*/ 0 h 3028950"/>
              <a:gd name="connsiteX1" fmla="*/ 2997200 w 2997200"/>
              <a:gd name="connsiteY1" fmla="*/ 2540000 h 3028950"/>
              <a:gd name="connsiteX2" fmla="*/ 0 w 2997200"/>
              <a:gd name="connsiteY2" fmla="*/ 3028950 h 3028950"/>
              <a:gd name="connsiteX3" fmla="*/ 1676400 w 2997200"/>
              <a:gd name="connsiteY3" fmla="*/ 2362200 h 3028950"/>
              <a:gd name="connsiteX4" fmla="*/ 1536700 w 2997200"/>
              <a:gd name="connsiteY4" fmla="*/ 1460500 h 3028950"/>
              <a:gd name="connsiteX5" fmla="*/ 2997200 w 2997200"/>
              <a:gd name="connsiteY5" fmla="*/ 0 h 3028950"/>
              <a:gd name="connsiteX0-1" fmla="*/ 2997200 w 2997200"/>
              <a:gd name="connsiteY0-2" fmla="*/ 0 h 3028950"/>
              <a:gd name="connsiteX1-3" fmla="*/ 2997200 w 2997200"/>
              <a:gd name="connsiteY1-4" fmla="*/ 2540000 h 3028950"/>
              <a:gd name="connsiteX2-5" fmla="*/ 0 w 2997200"/>
              <a:gd name="connsiteY2-6" fmla="*/ 3028950 h 3028950"/>
              <a:gd name="connsiteX3-7" fmla="*/ 1644650 w 2997200"/>
              <a:gd name="connsiteY3-8" fmla="*/ 2362200 h 3028950"/>
              <a:gd name="connsiteX4-9" fmla="*/ 1536700 w 2997200"/>
              <a:gd name="connsiteY4-10" fmla="*/ 1460500 h 3028950"/>
              <a:gd name="connsiteX5-11" fmla="*/ 2997200 w 2997200"/>
              <a:gd name="connsiteY5-12" fmla="*/ 0 h 3028950"/>
              <a:gd name="connsiteX0-13" fmla="*/ 3009900 w 3009900"/>
              <a:gd name="connsiteY0-14" fmla="*/ 0 h 3028950"/>
              <a:gd name="connsiteX1-15" fmla="*/ 3009900 w 3009900"/>
              <a:gd name="connsiteY1-16" fmla="*/ 2540000 h 3028950"/>
              <a:gd name="connsiteX2-17" fmla="*/ 0 w 3009900"/>
              <a:gd name="connsiteY2-18" fmla="*/ 3028950 h 3028950"/>
              <a:gd name="connsiteX3-19" fmla="*/ 1657350 w 3009900"/>
              <a:gd name="connsiteY3-20" fmla="*/ 2362200 h 3028950"/>
              <a:gd name="connsiteX4-21" fmla="*/ 1549400 w 3009900"/>
              <a:gd name="connsiteY4-22" fmla="*/ 1460500 h 3028950"/>
              <a:gd name="connsiteX5-23" fmla="*/ 3009900 w 3009900"/>
              <a:gd name="connsiteY5-24" fmla="*/ 0 h 3028950"/>
              <a:gd name="connsiteX0-1-1" fmla="*/ 3009900 w 3009900"/>
              <a:gd name="connsiteY0-2-2" fmla="*/ 0 h 3028950"/>
              <a:gd name="connsiteX1-3-3" fmla="*/ 3009900 w 3009900"/>
              <a:gd name="connsiteY1-4-4" fmla="*/ 2540000 h 3028950"/>
              <a:gd name="connsiteX2-5-5" fmla="*/ 0 w 3009900"/>
              <a:gd name="connsiteY2-6-6" fmla="*/ 3028950 h 3028950"/>
              <a:gd name="connsiteX3-7-7" fmla="*/ 1657350 w 3009900"/>
              <a:gd name="connsiteY3-8-8" fmla="*/ 2362200 h 3028950"/>
              <a:gd name="connsiteX4-9-9" fmla="*/ 1469369 w 3009900"/>
              <a:gd name="connsiteY4-10-10" fmla="*/ 1382526 h 3028950"/>
              <a:gd name="connsiteX5-11-11" fmla="*/ 3009900 w 3009900"/>
              <a:gd name="connsiteY5-12-12" fmla="*/ 0 h 3028950"/>
              <a:gd name="connsiteX0-13-13" fmla="*/ 3009900 w 3009900"/>
              <a:gd name="connsiteY0-14-14" fmla="*/ 0 h 3028950"/>
              <a:gd name="connsiteX1-15-15" fmla="*/ 3009900 w 3009900"/>
              <a:gd name="connsiteY1-16-16" fmla="*/ 2540000 h 3028950"/>
              <a:gd name="connsiteX2-17-17" fmla="*/ 0 w 3009900"/>
              <a:gd name="connsiteY2-18-18" fmla="*/ 3028950 h 3028950"/>
              <a:gd name="connsiteX3-19-19" fmla="*/ 1621780 w 3009900"/>
              <a:gd name="connsiteY3-20-20" fmla="*/ 2274478 h 3028950"/>
              <a:gd name="connsiteX4-21-21" fmla="*/ 1469369 w 3009900"/>
              <a:gd name="connsiteY4-22-22" fmla="*/ 1382526 h 3028950"/>
              <a:gd name="connsiteX5-23-23" fmla="*/ 3009900 w 3009900"/>
              <a:gd name="connsiteY5-24-24" fmla="*/ 0 h 3028950"/>
              <a:gd name="connsiteX0-25" fmla="*/ 3009900 w 3009900"/>
              <a:gd name="connsiteY0-26" fmla="*/ 0 h 3028950"/>
              <a:gd name="connsiteX1-27" fmla="*/ 3009900 w 3009900"/>
              <a:gd name="connsiteY1-28" fmla="*/ 2540000 h 3028950"/>
              <a:gd name="connsiteX2-29" fmla="*/ 0 w 3009900"/>
              <a:gd name="connsiteY2-30" fmla="*/ 3028950 h 3028950"/>
              <a:gd name="connsiteX3-31" fmla="*/ 1621780 w 3009900"/>
              <a:gd name="connsiteY3-32" fmla="*/ 2209096 h 3028950"/>
              <a:gd name="connsiteX4-33" fmla="*/ 1469369 w 3009900"/>
              <a:gd name="connsiteY4-34" fmla="*/ 1382526 h 3028950"/>
              <a:gd name="connsiteX5-35" fmla="*/ 3009900 w 3009900"/>
              <a:gd name="connsiteY5-36" fmla="*/ 0 h 3028950"/>
              <a:gd name="connsiteX0-37" fmla="*/ 3009900 w 3009900"/>
              <a:gd name="connsiteY0-38" fmla="*/ 0 h 3028950"/>
              <a:gd name="connsiteX1-39" fmla="*/ 3009900 w 3009900"/>
              <a:gd name="connsiteY1-40" fmla="*/ 2540000 h 3028950"/>
              <a:gd name="connsiteX2-41" fmla="*/ 0 w 3009900"/>
              <a:gd name="connsiteY2-42" fmla="*/ 3028950 h 3028950"/>
              <a:gd name="connsiteX3-43" fmla="*/ 1621780 w 3009900"/>
              <a:gd name="connsiteY3-44" fmla="*/ 2209096 h 3028950"/>
              <a:gd name="connsiteX4-45" fmla="*/ 1576077 w 3009900"/>
              <a:gd name="connsiteY4-46" fmla="*/ 1354505 h 3028950"/>
              <a:gd name="connsiteX5-47" fmla="*/ 3009900 w 3009900"/>
              <a:gd name="connsiteY5-48" fmla="*/ 0 h 3028950"/>
              <a:gd name="connsiteX0-49" fmla="*/ 3009900 w 3009900"/>
              <a:gd name="connsiteY0-50" fmla="*/ 0 h 3028950"/>
              <a:gd name="connsiteX1-51" fmla="*/ 3009900 w 3009900"/>
              <a:gd name="connsiteY1-52" fmla="*/ 2540000 h 3028950"/>
              <a:gd name="connsiteX2-53" fmla="*/ 0 w 3009900"/>
              <a:gd name="connsiteY2-54" fmla="*/ 3028950 h 3028950"/>
              <a:gd name="connsiteX3-55" fmla="*/ 1755165 w 3009900"/>
              <a:gd name="connsiteY3-56" fmla="*/ 2405243 h 3028950"/>
              <a:gd name="connsiteX4-57" fmla="*/ 1576077 w 3009900"/>
              <a:gd name="connsiteY4-58" fmla="*/ 1354505 h 3028950"/>
              <a:gd name="connsiteX5-59" fmla="*/ 3009900 w 3009900"/>
              <a:gd name="connsiteY5-60" fmla="*/ 0 h 3028950"/>
              <a:gd name="connsiteX0-61" fmla="*/ 3009900 w 3009900"/>
              <a:gd name="connsiteY0-62" fmla="*/ 0 h 3028950"/>
              <a:gd name="connsiteX1-63" fmla="*/ 3009900 w 3009900"/>
              <a:gd name="connsiteY1-64" fmla="*/ 2540000 h 3028950"/>
              <a:gd name="connsiteX2-65" fmla="*/ 0 w 3009900"/>
              <a:gd name="connsiteY2-66" fmla="*/ 3028950 h 3028950"/>
              <a:gd name="connsiteX3-67" fmla="*/ 1719596 w 3009900"/>
              <a:gd name="connsiteY3-68" fmla="*/ 2302500 h 3028950"/>
              <a:gd name="connsiteX4-69" fmla="*/ 1576077 w 3009900"/>
              <a:gd name="connsiteY4-70" fmla="*/ 1354505 h 3028950"/>
              <a:gd name="connsiteX5-71" fmla="*/ 3009900 w 3009900"/>
              <a:gd name="connsiteY5-72" fmla="*/ 0 h 3028950"/>
              <a:gd name="connsiteX0-73" fmla="*/ 3009900 w 3009900"/>
              <a:gd name="connsiteY0-74" fmla="*/ 0 h 3028950"/>
              <a:gd name="connsiteX1-75" fmla="*/ 3009900 w 3009900"/>
              <a:gd name="connsiteY1-76" fmla="*/ 2540000 h 3028950"/>
              <a:gd name="connsiteX2-77" fmla="*/ 0 w 3009900"/>
              <a:gd name="connsiteY2-78" fmla="*/ 3028950 h 3028950"/>
              <a:gd name="connsiteX3-79" fmla="*/ 1719596 w 3009900"/>
              <a:gd name="connsiteY3-80" fmla="*/ 2302500 h 3028950"/>
              <a:gd name="connsiteX4-81" fmla="*/ 1549400 w 3009900"/>
              <a:gd name="connsiteY4-82" fmla="*/ 1382525 h 3028950"/>
              <a:gd name="connsiteX5-83" fmla="*/ 3009900 w 3009900"/>
              <a:gd name="connsiteY5-84" fmla="*/ 0 h 3028950"/>
              <a:gd name="connsiteX0-85" fmla="*/ 3009900 w 3009900"/>
              <a:gd name="connsiteY0-86" fmla="*/ 0 h 3028950"/>
              <a:gd name="connsiteX1-87" fmla="*/ 3009900 w 3009900"/>
              <a:gd name="connsiteY1-88" fmla="*/ 2540000 h 3028950"/>
              <a:gd name="connsiteX2-89" fmla="*/ 0 w 3009900"/>
              <a:gd name="connsiteY2-90" fmla="*/ 3028950 h 3028950"/>
              <a:gd name="connsiteX3-91" fmla="*/ 1675135 w 3009900"/>
              <a:gd name="connsiteY3-92" fmla="*/ 2302500 h 3028950"/>
              <a:gd name="connsiteX4-93" fmla="*/ 1549400 w 3009900"/>
              <a:gd name="connsiteY4-94" fmla="*/ 1382525 h 3028950"/>
              <a:gd name="connsiteX5-95" fmla="*/ 3009900 w 3009900"/>
              <a:gd name="connsiteY5-96" fmla="*/ 0 h 3028950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009900" h="3028950">
                <a:moveTo>
                  <a:pt x="3009900" y="0"/>
                </a:moveTo>
                <a:lnTo>
                  <a:pt x="3009900" y="2540000"/>
                </a:lnTo>
                <a:lnTo>
                  <a:pt x="0" y="3028950"/>
                </a:lnTo>
                <a:lnTo>
                  <a:pt x="1675135" y="2302500"/>
                </a:lnTo>
                <a:lnTo>
                  <a:pt x="1549400" y="1382525"/>
                </a:lnTo>
                <a:lnTo>
                  <a:pt x="300990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50000"/>
                </a:schemeClr>
              </a:gs>
              <a:gs pos="92000">
                <a:schemeClr val="accent1">
                  <a:lumMod val="7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96" name="组合 20"/>
          <p:cNvGrpSpPr/>
          <p:nvPr/>
        </p:nvGrpSpPr>
        <p:grpSpPr>
          <a:xfrm>
            <a:off x="323676" y="2096424"/>
            <a:ext cx="2244276" cy="2221584"/>
            <a:chOff x="452027" y="2814679"/>
            <a:chExt cx="3227942" cy="3208955"/>
          </a:xfrm>
          <a:solidFill>
            <a:schemeClr val="bg2">
              <a:lumMod val="75000"/>
            </a:schemeClr>
          </a:solidFill>
        </p:grpSpPr>
        <p:sp>
          <p:nvSpPr>
            <p:cNvPr id="1048759" name="矩形 18"/>
            <p:cNvSpPr/>
            <p:nvPr/>
          </p:nvSpPr>
          <p:spPr>
            <a:xfrm>
              <a:off x="452027" y="2814679"/>
              <a:ext cx="3227942" cy="32089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45"/>
            </a:p>
          </p:txBody>
        </p:sp>
        <p:pic>
          <p:nvPicPr>
            <p:cNvPr id="2097192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1648" y="2842901"/>
              <a:ext cx="3068701" cy="3152510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97" name="组合 28"/>
          <p:cNvGrpSpPr/>
          <p:nvPr/>
        </p:nvGrpSpPr>
        <p:grpSpPr>
          <a:xfrm>
            <a:off x="8159431" y="3137094"/>
            <a:ext cx="1770380" cy="1397192"/>
            <a:chOff x="9140243" y="2607999"/>
            <a:chExt cx="1270622" cy="1440477"/>
          </a:xfrm>
        </p:grpSpPr>
        <p:grpSp>
          <p:nvGrpSpPr>
            <p:cNvPr id="98" name="组合 29"/>
            <p:cNvGrpSpPr/>
            <p:nvPr/>
          </p:nvGrpSpPr>
          <p:grpSpPr>
            <a:xfrm>
              <a:off x="9140243" y="2607999"/>
              <a:ext cx="1270622" cy="1071145"/>
              <a:chOff x="9140243" y="2649839"/>
              <a:chExt cx="1270622" cy="1071145"/>
            </a:xfrm>
          </p:grpSpPr>
          <p:sp>
            <p:nvSpPr>
              <p:cNvPr id="1048760" name="矩形 31"/>
              <p:cNvSpPr/>
              <p:nvPr/>
            </p:nvSpPr>
            <p:spPr>
              <a:xfrm>
                <a:off x="9140243" y="2649839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31623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1-1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761" name="矩形 32"/>
              <p:cNvSpPr/>
              <p:nvPr/>
            </p:nvSpPr>
            <p:spPr>
              <a:xfrm>
                <a:off x="9140243" y="3037021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1-2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48762" name="矩形 33"/>
              <p:cNvSpPr/>
              <p:nvPr/>
            </p:nvSpPr>
            <p:spPr>
              <a:xfrm>
                <a:off x="9140243" y="3429000"/>
                <a:ext cx="1270622" cy="29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en-US" altLang="zh-CN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1-3 </a:t>
                </a:r>
                <a:r>
                  <a:rPr kumimoji="1" lang="zh-CN" altLang="en-US" sz="1245" dirty="0">
                    <a:solidFill>
                      <a:srgbClr val="FFFF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此处输入你的正文</a:t>
                </a:r>
                <a:endParaRPr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1048763" name="矩形 30"/>
            <p:cNvSpPr/>
            <p:nvPr/>
          </p:nvSpPr>
          <p:spPr>
            <a:xfrm>
              <a:off x="9140243" y="3756492"/>
              <a:ext cx="1270622" cy="2919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kumimoji="1" lang="en-US" altLang="zh-CN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1-4 </a:t>
              </a:r>
              <a:r>
                <a:rPr kumimoji="1" lang="zh-CN" altLang="en-US" sz="1245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此处输入你的正文</a:t>
              </a:r>
              <a:endParaRPr lang="zh-CN" altLang="en-US" sz="124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2097194" name="图片 16"/>
          <p:cNvPicPr>
            <a:picLocks noChangeAspect="1"/>
          </p:cNvPicPr>
          <p:nvPr/>
        </p:nvPicPr>
        <p:blipFill rotWithShape="1">
          <a:blip r:embed="rId2"/>
          <a:srcRect l="15806" t="13440" r="18511" b="11972"/>
          <a:stretch>
            <a:fillRect/>
          </a:stretch>
        </p:blipFill>
        <p:spPr>
          <a:xfrm>
            <a:off x="251950" y="2096308"/>
            <a:ext cx="2385019" cy="21547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04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4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4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54" grpId="0" animBg="1"/>
      <p:bldP spid="1048755" grpId="0" animBg="1"/>
      <p:bldP spid="1048756" grpId="0" bldLvl="0" animBg="1"/>
      <p:bldP spid="10487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44"/>
          <p:cNvGrpSpPr/>
          <p:nvPr/>
        </p:nvGrpSpPr>
        <p:grpSpPr>
          <a:xfrm>
            <a:off x="6925090" y="2243924"/>
            <a:ext cx="1774290" cy="1171135"/>
            <a:chOff x="4368800" y="3261360"/>
            <a:chExt cx="2562864" cy="1691640"/>
          </a:xfrm>
        </p:grpSpPr>
        <p:cxnSp>
          <p:nvCxnSpPr>
            <p:cNvPr id="3145754" name="直接连接符 45"/>
            <p:cNvCxnSpPr/>
            <p:nvPr/>
          </p:nvCxnSpPr>
          <p:spPr>
            <a:xfrm>
              <a:off x="6456919" y="3271520"/>
              <a:ext cx="474745" cy="168148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5" name="直接连接符 46"/>
            <p:cNvCxnSpPr/>
            <p:nvPr/>
          </p:nvCxnSpPr>
          <p:spPr>
            <a:xfrm>
              <a:off x="4368800" y="3261360"/>
              <a:ext cx="2088119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63"/>
          <p:cNvGrpSpPr/>
          <p:nvPr/>
        </p:nvGrpSpPr>
        <p:grpSpPr>
          <a:xfrm>
            <a:off x="2751205" y="3851230"/>
            <a:ext cx="1818561" cy="958846"/>
            <a:chOff x="3923595" y="5562887"/>
            <a:chExt cx="2626810" cy="1693152"/>
          </a:xfrm>
        </p:grpSpPr>
        <p:cxnSp>
          <p:nvCxnSpPr>
            <p:cNvPr id="3145756" name="直接连接符 53"/>
            <p:cNvCxnSpPr/>
            <p:nvPr/>
          </p:nvCxnSpPr>
          <p:spPr>
            <a:xfrm>
              <a:off x="3923595" y="5562887"/>
              <a:ext cx="695476" cy="1693152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7" name="直接连接符 55"/>
            <p:cNvCxnSpPr/>
            <p:nvPr/>
          </p:nvCxnSpPr>
          <p:spPr>
            <a:xfrm flipV="1">
              <a:off x="4619071" y="7230987"/>
              <a:ext cx="1931334" cy="8957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65"/>
          <p:cNvGrpSpPr/>
          <p:nvPr/>
        </p:nvGrpSpPr>
        <p:grpSpPr>
          <a:xfrm>
            <a:off x="6648718" y="3827342"/>
            <a:ext cx="1818561" cy="958845"/>
            <a:chOff x="9603439" y="5528383"/>
            <a:chExt cx="2626810" cy="1693152"/>
          </a:xfrm>
        </p:grpSpPr>
        <p:cxnSp>
          <p:nvCxnSpPr>
            <p:cNvPr id="3145758" name="直接连接符 61"/>
            <p:cNvCxnSpPr/>
            <p:nvPr/>
          </p:nvCxnSpPr>
          <p:spPr>
            <a:xfrm>
              <a:off x="9603439" y="5528383"/>
              <a:ext cx="695476" cy="1693152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9" name="直接连接符 62"/>
            <p:cNvCxnSpPr/>
            <p:nvPr/>
          </p:nvCxnSpPr>
          <p:spPr>
            <a:xfrm flipV="1">
              <a:off x="10298915" y="7196483"/>
              <a:ext cx="1931334" cy="8957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43"/>
          <p:cNvGrpSpPr/>
          <p:nvPr/>
        </p:nvGrpSpPr>
        <p:grpSpPr>
          <a:xfrm>
            <a:off x="3024737" y="2257865"/>
            <a:ext cx="1774290" cy="1171135"/>
            <a:chOff x="4368800" y="3261360"/>
            <a:chExt cx="2562864" cy="1691640"/>
          </a:xfrm>
        </p:grpSpPr>
        <p:cxnSp>
          <p:nvCxnSpPr>
            <p:cNvPr id="3145760" name="直接连接符 40"/>
            <p:cNvCxnSpPr/>
            <p:nvPr/>
          </p:nvCxnSpPr>
          <p:spPr>
            <a:xfrm>
              <a:off x="6456919" y="3271520"/>
              <a:ext cx="474745" cy="168148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1" name="直接连接符 37"/>
            <p:cNvCxnSpPr/>
            <p:nvPr/>
          </p:nvCxnSpPr>
          <p:spPr>
            <a:xfrm>
              <a:off x="4368800" y="3261360"/>
              <a:ext cx="2088119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62" name="直接箭头连接符 5"/>
          <p:cNvCxnSpPr>
            <a:endCxn id="1048770" idx="32"/>
          </p:cNvCxnSpPr>
          <p:nvPr/>
        </p:nvCxnSpPr>
        <p:spPr>
          <a:xfrm flipV="1">
            <a:off x="773905" y="3559657"/>
            <a:ext cx="10253863" cy="2"/>
          </a:xfrm>
          <a:prstGeom prst="straightConnector1">
            <a:avLst/>
          </a:prstGeom>
          <a:ln w="571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4" name="椭圆 8"/>
          <p:cNvSpPr/>
          <p:nvPr/>
        </p:nvSpPr>
        <p:spPr>
          <a:xfrm>
            <a:off x="4535079" y="3303118"/>
            <a:ext cx="496171" cy="49617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65" name="椭圆 10"/>
          <p:cNvSpPr/>
          <p:nvPr/>
        </p:nvSpPr>
        <p:spPr>
          <a:xfrm>
            <a:off x="8451295" y="3303118"/>
            <a:ext cx="496171" cy="49617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66" name="文本框 26"/>
          <p:cNvSpPr txBox="1"/>
          <p:nvPr/>
        </p:nvSpPr>
        <p:spPr>
          <a:xfrm>
            <a:off x="823650" y="2068446"/>
            <a:ext cx="3646708" cy="1250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sz="138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67" name="文本框 27"/>
          <p:cNvSpPr txBox="1"/>
          <p:nvPr/>
        </p:nvSpPr>
        <p:spPr>
          <a:xfrm>
            <a:off x="4799027" y="2068446"/>
            <a:ext cx="3683987" cy="1250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sz="138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68" name="文本框 28"/>
          <p:cNvSpPr txBox="1"/>
          <p:nvPr/>
        </p:nvSpPr>
        <p:spPr>
          <a:xfrm>
            <a:off x="3081639" y="4616670"/>
            <a:ext cx="3667504" cy="1250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69" name="文本框 29"/>
          <p:cNvSpPr txBox="1"/>
          <p:nvPr/>
        </p:nvSpPr>
        <p:spPr>
          <a:xfrm>
            <a:off x="7089636" y="4616670"/>
            <a:ext cx="3589243" cy="1250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94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194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097195" name="图片 32" descr="C:/Users/hugq/Desktop/图片2.png图片2"/>
          <p:cNvPicPr>
            <a:picLocks noChangeAspect="1"/>
          </p:cNvPicPr>
          <p:nvPr/>
        </p:nvPicPr>
        <p:blipFill>
          <a:blip r:embed="rId1"/>
          <a:srcRect l="4730" r="4730"/>
          <a:stretch>
            <a:fillRect/>
          </a:stretch>
        </p:blipFill>
        <p:spPr>
          <a:xfrm>
            <a:off x="2169160" y="2878455"/>
            <a:ext cx="1375410" cy="1411605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67000"/>
              </a:schemeClr>
            </a:outerShdw>
          </a:effectLst>
        </p:spPr>
      </p:pic>
      <p:grpSp>
        <p:nvGrpSpPr>
          <p:cNvPr id="104" name="组合 7"/>
          <p:cNvGrpSpPr/>
          <p:nvPr/>
        </p:nvGrpSpPr>
        <p:grpSpPr>
          <a:xfrm>
            <a:off x="10234302" y="3010421"/>
            <a:ext cx="1134048" cy="1146878"/>
            <a:chOff x="14935638" y="4418522"/>
            <a:chExt cx="1841327" cy="1862158"/>
          </a:xfrm>
        </p:grpSpPr>
        <p:sp>
          <p:nvSpPr>
            <p:cNvPr id="1048770" name="Freeform 4"/>
            <p:cNvSpPr>
              <a:spLocks noEditPoints="1" noChangeArrowheads="1"/>
            </p:cNvSpPr>
            <p:nvPr/>
          </p:nvSpPr>
          <p:spPr bwMode="auto">
            <a:xfrm>
              <a:off x="15366078" y="4853832"/>
              <a:ext cx="980447" cy="991539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chemeClr val="accent1">
                <a:lumMod val="75000"/>
                <a:alpha val="28999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71" name="Freeform 5"/>
            <p:cNvSpPr>
              <a:spLocks noEditPoints="1" noChangeArrowheads="1"/>
            </p:cNvSpPr>
            <p:nvPr/>
          </p:nvSpPr>
          <p:spPr bwMode="auto">
            <a:xfrm>
              <a:off x="15150858" y="4636177"/>
              <a:ext cx="1410887" cy="1426848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chemeClr val="accent1">
                <a:lumMod val="75000"/>
                <a:alpha val="20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72" name="Freeform 6"/>
            <p:cNvSpPr>
              <a:spLocks noEditPoints="1" noChangeArrowheads="1"/>
            </p:cNvSpPr>
            <p:nvPr/>
          </p:nvSpPr>
          <p:spPr bwMode="auto">
            <a:xfrm>
              <a:off x="14935638" y="4418522"/>
              <a:ext cx="1841327" cy="1862158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chemeClr val="accent1">
                <a:lumMod val="75000"/>
                <a:alpha val="9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grpSp>
        <p:nvGrpSpPr>
          <p:cNvPr id="105" name="组合 36"/>
          <p:cNvGrpSpPr/>
          <p:nvPr/>
        </p:nvGrpSpPr>
        <p:grpSpPr>
          <a:xfrm>
            <a:off x="-1210" y="1235190"/>
            <a:ext cx="5184000" cy="6646"/>
            <a:chOff x="-1209" y="1019383"/>
            <a:chExt cx="6097209" cy="6646"/>
          </a:xfrm>
        </p:grpSpPr>
        <p:cxnSp>
          <p:nvCxnSpPr>
            <p:cNvPr id="3145763" name="直接连接符 38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4" name="直接连接符 39"/>
            <p:cNvCxnSpPr/>
            <p:nvPr/>
          </p:nvCxnSpPr>
          <p:spPr>
            <a:xfrm flipV="1">
              <a:off x="3572967" y="1019383"/>
              <a:ext cx="2523033" cy="6646"/>
            </a:xfrm>
            <a:prstGeom prst="line">
              <a:avLst/>
            </a:prstGeom>
            <a:ln w="508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  <p:pic>
        <p:nvPicPr>
          <p:cNvPr id="3" name="图片 32" descr="C:/Users/hugq/Desktop/图片2.png图片2"/>
          <p:cNvPicPr>
            <a:picLocks noChangeAspect="1"/>
          </p:cNvPicPr>
          <p:nvPr/>
        </p:nvPicPr>
        <p:blipFill>
          <a:blip r:embed="rId1"/>
          <a:srcRect l="4730" r="4730"/>
          <a:stretch>
            <a:fillRect/>
          </a:stretch>
        </p:blipFill>
        <p:spPr>
          <a:xfrm>
            <a:off x="6053455" y="2832735"/>
            <a:ext cx="1375410" cy="1411605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67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66" grpId="0"/>
      <p:bldP spid="1048767" grpId="0"/>
      <p:bldP spid="1048768" grpId="0"/>
      <p:bldP spid="10487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1"/>
          <p:cNvGrpSpPr/>
          <p:nvPr/>
        </p:nvGrpSpPr>
        <p:grpSpPr bwMode="auto">
          <a:xfrm>
            <a:off x="3095837" y="446454"/>
            <a:ext cx="6128918" cy="6128918"/>
            <a:chOff x="0" y="0"/>
            <a:chExt cx="1232" cy="1232"/>
          </a:xfrm>
        </p:grpSpPr>
        <p:sp>
          <p:nvSpPr>
            <p:cNvPr id="1048773" name="Freeform 3"/>
            <p:cNvSpPr>
              <a:spLocks noEditPoints="1" noChangeArrowheads="1"/>
            </p:cNvSpPr>
            <p:nvPr/>
          </p:nvSpPr>
          <p:spPr bwMode="auto">
            <a:xfrm>
              <a:off x="432" y="432"/>
              <a:ext cx="368" cy="368"/>
            </a:xfrm>
            <a:custGeom>
              <a:avLst/>
              <a:gdLst>
                <a:gd name="T0" fmla="*/ 0 w 368"/>
                <a:gd name="T1" fmla="*/ 184 h 368"/>
                <a:gd name="T2" fmla="*/ 4 w 368"/>
                <a:gd name="T3" fmla="*/ 222 h 368"/>
                <a:gd name="T4" fmla="*/ 14 w 368"/>
                <a:gd name="T5" fmla="*/ 256 h 368"/>
                <a:gd name="T6" fmla="*/ 32 w 368"/>
                <a:gd name="T7" fmla="*/ 286 h 368"/>
                <a:gd name="T8" fmla="*/ 54 w 368"/>
                <a:gd name="T9" fmla="*/ 314 h 368"/>
                <a:gd name="T10" fmla="*/ 82 w 368"/>
                <a:gd name="T11" fmla="*/ 336 h 368"/>
                <a:gd name="T12" fmla="*/ 112 w 368"/>
                <a:gd name="T13" fmla="*/ 354 h 368"/>
                <a:gd name="T14" fmla="*/ 146 w 368"/>
                <a:gd name="T15" fmla="*/ 364 h 368"/>
                <a:gd name="T16" fmla="*/ 184 w 368"/>
                <a:gd name="T17" fmla="*/ 368 h 368"/>
                <a:gd name="T18" fmla="*/ 222 w 368"/>
                <a:gd name="T19" fmla="*/ 364 h 368"/>
                <a:gd name="T20" fmla="*/ 256 w 368"/>
                <a:gd name="T21" fmla="*/ 354 h 368"/>
                <a:gd name="T22" fmla="*/ 286 w 368"/>
                <a:gd name="T23" fmla="*/ 336 h 368"/>
                <a:gd name="T24" fmla="*/ 314 w 368"/>
                <a:gd name="T25" fmla="*/ 314 h 368"/>
                <a:gd name="T26" fmla="*/ 336 w 368"/>
                <a:gd name="T27" fmla="*/ 286 h 368"/>
                <a:gd name="T28" fmla="*/ 354 w 368"/>
                <a:gd name="T29" fmla="*/ 256 h 368"/>
                <a:gd name="T30" fmla="*/ 364 w 368"/>
                <a:gd name="T31" fmla="*/ 222 h 368"/>
                <a:gd name="T32" fmla="*/ 368 w 368"/>
                <a:gd name="T33" fmla="*/ 184 h 368"/>
                <a:gd name="T34" fmla="*/ 364 w 368"/>
                <a:gd name="T35" fmla="*/ 146 h 368"/>
                <a:gd name="T36" fmla="*/ 354 w 368"/>
                <a:gd name="T37" fmla="*/ 112 h 368"/>
                <a:gd name="T38" fmla="*/ 336 w 368"/>
                <a:gd name="T39" fmla="*/ 82 h 368"/>
                <a:gd name="T40" fmla="*/ 314 w 368"/>
                <a:gd name="T41" fmla="*/ 54 h 368"/>
                <a:gd name="T42" fmla="*/ 286 w 368"/>
                <a:gd name="T43" fmla="*/ 32 h 368"/>
                <a:gd name="T44" fmla="*/ 256 w 368"/>
                <a:gd name="T45" fmla="*/ 14 h 368"/>
                <a:gd name="T46" fmla="*/ 222 w 368"/>
                <a:gd name="T47" fmla="*/ 4 h 368"/>
                <a:gd name="T48" fmla="*/ 184 w 368"/>
                <a:gd name="T49" fmla="*/ 0 h 368"/>
                <a:gd name="T50" fmla="*/ 146 w 368"/>
                <a:gd name="T51" fmla="*/ 4 h 368"/>
                <a:gd name="T52" fmla="*/ 112 w 368"/>
                <a:gd name="T53" fmla="*/ 14 h 368"/>
                <a:gd name="T54" fmla="*/ 82 w 368"/>
                <a:gd name="T55" fmla="*/ 32 h 368"/>
                <a:gd name="T56" fmla="*/ 54 w 368"/>
                <a:gd name="T57" fmla="*/ 54 h 368"/>
                <a:gd name="T58" fmla="*/ 32 w 368"/>
                <a:gd name="T59" fmla="*/ 82 h 368"/>
                <a:gd name="T60" fmla="*/ 14 w 368"/>
                <a:gd name="T61" fmla="*/ 112 h 368"/>
                <a:gd name="T62" fmla="*/ 4 w 368"/>
                <a:gd name="T63" fmla="*/ 146 h 368"/>
                <a:gd name="T64" fmla="*/ 0 w 368"/>
                <a:gd name="T65" fmla="*/ 184 h 368"/>
                <a:gd name="T66" fmla="*/ 80 w 368"/>
                <a:gd name="T67" fmla="*/ 184 h 368"/>
                <a:gd name="T68" fmla="*/ 88 w 368"/>
                <a:gd name="T69" fmla="*/ 144 h 368"/>
                <a:gd name="T70" fmla="*/ 110 w 368"/>
                <a:gd name="T71" fmla="*/ 110 h 368"/>
                <a:gd name="T72" fmla="*/ 144 w 368"/>
                <a:gd name="T73" fmla="*/ 88 h 368"/>
                <a:gd name="T74" fmla="*/ 184 w 368"/>
                <a:gd name="T75" fmla="*/ 80 h 368"/>
                <a:gd name="T76" fmla="*/ 224 w 368"/>
                <a:gd name="T77" fmla="*/ 88 h 368"/>
                <a:gd name="T78" fmla="*/ 258 w 368"/>
                <a:gd name="T79" fmla="*/ 110 h 368"/>
                <a:gd name="T80" fmla="*/ 280 w 368"/>
                <a:gd name="T81" fmla="*/ 144 h 368"/>
                <a:gd name="T82" fmla="*/ 288 w 368"/>
                <a:gd name="T83" fmla="*/ 184 h 368"/>
                <a:gd name="T84" fmla="*/ 280 w 368"/>
                <a:gd name="T85" fmla="*/ 224 h 368"/>
                <a:gd name="T86" fmla="*/ 258 w 368"/>
                <a:gd name="T87" fmla="*/ 258 h 368"/>
                <a:gd name="T88" fmla="*/ 224 w 368"/>
                <a:gd name="T89" fmla="*/ 280 h 368"/>
                <a:gd name="T90" fmla="*/ 184 w 368"/>
                <a:gd name="T91" fmla="*/ 288 h 368"/>
                <a:gd name="T92" fmla="*/ 144 w 368"/>
                <a:gd name="T93" fmla="*/ 280 h 368"/>
                <a:gd name="T94" fmla="*/ 110 w 368"/>
                <a:gd name="T95" fmla="*/ 258 h 368"/>
                <a:gd name="T96" fmla="*/ 88 w 368"/>
                <a:gd name="T97" fmla="*/ 224 h 368"/>
                <a:gd name="T98" fmla="*/ 80 w 368"/>
                <a:gd name="T99" fmla="*/ 184 h 36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8"/>
                <a:gd name="T151" fmla="*/ 0 h 368"/>
                <a:gd name="T152" fmla="*/ 368 w 368"/>
                <a:gd name="T153" fmla="*/ 368 h 36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8" h="368">
                  <a:moveTo>
                    <a:pt x="0" y="184"/>
                  </a:moveTo>
                  <a:lnTo>
                    <a:pt x="0" y="184"/>
                  </a:lnTo>
                  <a:lnTo>
                    <a:pt x="0" y="202"/>
                  </a:lnTo>
                  <a:lnTo>
                    <a:pt x="4" y="222"/>
                  </a:lnTo>
                  <a:lnTo>
                    <a:pt x="8" y="238"/>
                  </a:lnTo>
                  <a:lnTo>
                    <a:pt x="14" y="256"/>
                  </a:lnTo>
                  <a:lnTo>
                    <a:pt x="22" y="272"/>
                  </a:lnTo>
                  <a:lnTo>
                    <a:pt x="32" y="286"/>
                  </a:lnTo>
                  <a:lnTo>
                    <a:pt x="42" y="300"/>
                  </a:lnTo>
                  <a:lnTo>
                    <a:pt x="54" y="314"/>
                  </a:lnTo>
                  <a:lnTo>
                    <a:pt x="68" y="326"/>
                  </a:lnTo>
                  <a:lnTo>
                    <a:pt x="82" y="336"/>
                  </a:lnTo>
                  <a:lnTo>
                    <a:pt x="96" y="346"/>
                  </a:lnTo>
                  <a:lnTo>
                    <a:pt x="112" y="354"/>
                  </a:lnTo>
                  <a:lnTo>
                    <a:pt x="130" y="360"/>
                  </a:lnTo>
                  <a:lnTo>
                    <a:pt x="146" y="364"/>
                  </a:lnTo>
                  <a:lnTo>
                    <a:pt x="166" y="368"/>
                  </a:lnTo>
                  <a:lnTo>
                    <a:pt x="184" y="368"/>
                  </a:lnTo>
                  <a:lnTo>
                    <a:pt x="202" y="368"/>
                  </a:lnTo>
                  <a:lnTo>
                    <a:pt x="222" y="364"/>
                  </a:lnTo>
                  <a:lnTo>
                    <a:pt x="238" y="360"/>
                  </a:lnTo>
                  <a:lnTo>
                    <a:pt x="256" y="354"/>
                  </a:lnTo>
                  <a:lnTo>
                    <a:pt x="272" y="346"/>
                  </a:lnTo>
                  <a:lnTo>
                    <a:pt x="286" y="336"/>
                  </a:lnTo>
                  <a:lnTo>
                    <a:pt x="300" y="326"/>
                  </a:lnTo>
                  <a:lnTo>
                    <a:pt x="314" y="314"/>
                  </a:lnTo>
                  <a:lnTo>
                    <a:pt x="326" y="300"/>
                  </a:lnTo>
                  <a:lnTo>
                    <a:pt x="336" y="286"/>
                  </a:lnTo>
                  <a:lnTo>
                    <a:pt x="346" y="272"/>
                  </a:lnTo>
                  <a:lnTo>
                    <a:pt x="354" y="256"/>
                  </a:lnTo>
                  <a:lnTo>
                    <a:pt x="360" y="238"/>
                  </a:lnTo>
                  <a:lnTo>
                    <a:pt x="364" y="222"/>
                  </a:lnTo>
                  <a:lnTo>
                    <a:pt x="368" y="202"/>
                  </a:lnTo>
                  <a:lnTo>
                    <a:pt x="368" y="184"/>
                  </a:lnTo>
                  <a:lnTo>
                    <a:pt x="368" y="166"/>
                  </a:lnTo>
                  <a:lnTo>
                    <a:pt x="364" y="146"/>
                  </a:lnTo>
                  <a:lnTo>
                    <a:pt x="360" y="130"/>
                  </a:lnTo>
                  <a:lnTo>
                    <a:pt x="354" y="112"/>
                  </a:lnTo>
                  <a:lnTo>
                    <a:pt x="346" y="96"/>
                  </a:lnTo>
                  <a:lnTo>
                    <a:pt x="336" y="82"/>
                  </a:lnTo>
                  <a:lnTo>
                    <a:pt x="326" y="68"/>
                  </a:lnTo>
                  <a:lnTo>
                    <a:pt x="314" y="54"/>
                  </a:lnTo>
                  <a:lnTo>
                    <a:pt x="300" y="42"/>
                  </a:lnTo>
                  <a:lnTo>
                    <a:pt x="286" y="32"/>
                  </a:lnTo>
                  <a:lnTo>
                    <a:pt x="272" y="22"/>
                  </a:lnTo>
                  <a:lnTo>
                    <a:pt x="256" y="14"/>
                  </a:lnTo>
                  <a:lnTo>
                    <a:pt x="238" y="8"/>
                  </a:lnTo>
                  <a:lnTo>
                    <a:pt x="222" y="4"/>
                  </a:lnTo>
                  <a:lnTo>
                    <a:pt x="202" y="0"/>
                  </a:lnTo>
                  <a:lnTo>
                    <a:pt x="184" y="0"/>
                  </a:lnTo>
                  <a:lnTo>
                    <a:pt x="166" y="0"/>
                  </a:lnTo>
                  <a:lnTo>
                    <a:pt x="146" y="4"/>
                  </a:lnTo>
                  <a:lnTo>
                    <a:pt x="130" y="8"/>
                  </a:lnTo>
                  <a:lnTo>
                    <a:pt x="112" y="14"/>
                  </a:lnTo>
                  <a:lnTo>
                    <a:pt x="96" y="22"/>
                  </a:lnTo>
                  <a:lnTo>
                    <a:pt x="82" y="32"/>
                  </a:lnTo>
                  <a:lnTo>
                    <a:pt x="68" y="42"/>
                  </a:lnTo>
                  <a:lnTo>
                    <a:pt x="54" y="54"/>
                  </a:lnTo>
                  <a:lnTo>
                    <a:pt x="42" y="68"/>
                  </a:lnTo>
                  <a:lnTo>
                    <a:pt x="32" y="82"/>
                  </a:lnTo>
                  <a:lnTo>
                    <a:pt x="22" y="96"/>
                  </a:lnTo>
                  <a:lnTo>
                    <a:pt x="14" y="112"/>
                  </a:lnTo>
                  <a:lnTo>
                    <a:pt x="8" y="130"/>
                  </a:lnTo>
                  <a:lnTo>
                    <a:pt x="4" y="146"/>
                  </a:lnTo>
                  <a:lnTo>
                    <a:pt x="0" y="166"/>
                  </a:lnTo>
                  <a:lnTo>
                    <a:pt x="0" y="184"/>
                  </a:lnTo>
                  <a:close/>
                  <a:moveTo>
                    <a:pt x="80" y="184"/>
                  </a:moveTo>
                  <a:lnTo>
                    <a:pt x="80" y="184"/>
                  </a:lnTo>
                  <a:lnTo>
                    <a:pt x="82" y="164"/>
                  </a:lnTo>
                  <a:lnTo>
                    <a:pt x="88" y="144"/>
                  </a:lnTo>
                  <a:lnTo>
                    <a:pt x="98" y="126"/>
                  </a:lnTo>
                  <a:lnTo>
                    <a:pt x="110" y="110"/>
                  </a:lnTo>
                  <a:lnTo>
                    <a:pt x="126" y="98"/>
                  </a:lnTo>
                  <a:lnTo>
                    <a:pt x="144" y="88"/>
                  </a:lnTo>
                  <a:lnTo>
                    <a:pt x="164" y="82"/>
                  </a:lnTo>
                  <a:lnTo>
                    <a:pt x="184" y="80"/>
                  </a:lnTo>
                  <a:lnTo>
                    <a:pt x="204" y="82"/>
                  </a:lnTo>
                  <a:lnTo>
                    <a:pt x="224" y="88"/>
                  </a:lnTo>
                  <a:lnTo>
                    <a:pt x="242" y="98"/>
                  </a:lnTo>
                  <a:lnTo>
                    <a:pt x="258" y="110"/>
                  </a:lnTo>
                  <a:lnTo>
                    <a:pt x="270" y="126"/>
                  </a:lnTo>
                  <a:lnTo>
                    <a:pt x="280" y="144"/>
                  </a:lnTo>
                  <a:lnTo>
                    <a:pt x="286" y="164"/>
                  </a:lnTo>
                  <a:lnTo>
                    <a:pt x="288" y="184"/>
                  </a:lnTo>
                  <a:lnTo>
                    <a:pt x="286" y="204"/>
                  </a:lnTo>
                  <a:lnTo>
                    <a:pt x="280" y="224"/>
                  </a:lnTo>
                  <a:lnTo>
                    <a:pt x="270" y="242"/>
                  </a:lnTo>
                  <a:lnTo>
                    <a:pt x="258" y="258"/>
                  </a:lnTo>
                  <a:lnTo>
                    <a:pt x="242" y="270"/>
                  </a:lnTo>
                  <a:lnTo>
                    <a:pt x="224" y="280"/>
                  </a:lnTo>
                  <a:lnTo>
                    <a:pt x="204" y="286"/>
                  </a:lnTo>
                  <a:lnTo>
                    <a:pt x="184" y="288"/>
                  </a:lnTo>
                  <a:lnTo>
                    <a:pt x="164" y="286"/>
                  </a:lnTo>
                  <a:lnTo>
                    <a:pt x="144" y="280"/>
                  </a:lnTo>
                  <a:lnTo>
                    <a:pt x="126" y="270"/>
                  </a:lnTo>
                  <a:lnTo>
                    <a:pt x="110" y="258"/>
                  </a:lnTo>
                  <a:lnTo>
                    <a:pt x="98" y="242"/>
                  </a:lnTo>
                  <a:lnTo>
                    <a:pt x="88" y="224"/>
                  </a:lnTo>
                  <a:lnTo>
                    <a:pt x="82" y="204"/>
                  </a:lnTo>
                  <a:lnTo>
                    <a:pt x="80" y="18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71F65">
                    <a:tint val="66000"/>
                    <a:satMod val="160000"/>
                  </a:srgbClr>
                </a:gs>
                <a:gs pos="50000">
                  <a:srgbClr val="071F65">
                    <a:tint val="44500"/>
                    <a:satMod val="160000"/>
                  </a:srgbClr>
                </a:gs>
                <a:gs pos="100000">
                  <a:srgbClr val="071F65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74" name="Freeform 4"/>
            <p:cNvSpPr>
              <a:spLocks noEditPoints="1" noChangeArrowheads="1"/>
            </p:cNvSpPr>
            <p:nvPr/>
          </p:nvSpPr>
          <p:spPr bwMode="auto">
            <a:xfrm>
              <a:off x="288" y="288"/>
              <a:ext cx="656" cy="65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rgbClr val="404040">
                <a:alpha val="28999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75" name="Freeform 5"/>
            <p:cNvSpPr>
              <a:spLocks noEditPoints="1" noChangeArrowheads="1"/>
            </p:cNvSpPr>
            <p:nvPr/>
          </p:nvSpPr>
          <p:spPr bwMode="auto">
            <a:xfrm>
              <a:off x="144" y="144"/>
              <a:ext cx="944" cy="944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rgbClr val="404040">
                <a:alpha val="20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76" name="Freeform 6"/>
            <p:cNvSpPr>
              <a:spLocks noEditPoints="1" noChangeArrowheads="1"/>
            </p:cNvSpPr>
            <p:nvPr/>
          </p:nvSpPr>
          <p:spPr bwMode="auto">
            <a:xfrm>
              <a:off x="0" y="0"/>
              <a:ext cx="1232" cy="123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rgbClr val="404040">
                <a:alpha val="9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pic>
        <p:nvPicPr>
          <p:cNvPr id="2097198" name="图片 59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4972" y="315828"/>
            <a:ext cx="8944077" cy="6946584"/>
          </a:xfrm>
          <a:prstGeom prst="rect">
            <a:avLst/>
          </a:prstGeom>
          <a:effectLst>
            <a:outerShdw blurRad="215900" dist="203200" dir="20940000" sx="99000" sy="99000" algn="ctr" rotWithShape="0">
              <a:srgbClr val="000000">
                <a:alpha val="17000"/>
              </a:srgbClr>
            </a:outerShdw>
          </a:effectLst>
        </p:spPr>
      </p:pic>
      <p:sp>
        <p:nvSpPr>
          <p:cNvPr id="1048777" name="矩形 17"/>
          <p:cNvSpPr/>
          <p:nvPr/>
        </p:nvSpPr>
        <p:spPr>
          <a:xfrm>
            <a:off x="554182" y="2013527"/>
            <a:ext cx="5144654" cy="354676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45765" name="肘形连接符 3"/>
          <p:cNvCxnSpPr/>
          <p:nvPr/>
        </p:nvCxnSpPr>
        <p:spPr>
          <a:xfrm flipV="1">
            <a:off x="1010000" y="2430286"/>
            <a:ext cx="3489231" cy="1869231"/>
          </a:xfrm>
          <a:prstGeom prst="bentConnector3">
            <a:avLst>
              <a:gd name="adj1" fmla="val 12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8"/>
          <p:cNvGrpSpPr/>
          <p:nvPr/>
        </p:nvGrpSpPr>
        <p:grpSpPr>
          <a:xfrm>
            <a:off x="79283" y="1592115"/>
            <a:ext cx="6016717" cy="4500698"/>
            <a:chOff x="79283" y="1592115"/>
            <a:chExt cx="6016717" cy="4500698"/>
          </a:xfrm>
        </p:grpSpPr>
        <p:pic>
          <p:nvPicPr>
            <p:cNvPr id="2097199" name="图片 7"/>
            <p:cNvPicPr>
              <a:picLocks noChangeAspect="1"/>
            </p:cNvPicPr>
            <p:nvPr/>
          </p:nvPicPr>
          <p:blipFill rotWithShape="1">
            <a:blip r:embed="rId2"/>
            <a:srcRect l="10478" r="9432" b="13227"/>
            <a:stretch>
              <a:fillRect/>
            </a:stretch>
          </p:blipFill>
          <p:spPr>
            <a:xfrm>
              <a:off x="228987" y="1748886"/>
              <a:ext cx="5867013" cy="4343927"/>
            </a:xfrm>
            <a:prstGeom prst="rect">
              <a:avLst/>
            </a:prstGeom>
          </p:spPr>
        </p:pic>
        <p:pic>
          <p:nvPicPr>
            <p:cNvPr id="2097200" name="图片 36" descr="C:/Users/hugq/Desktop/图片2.png图片2"/>
            <p:cNvPicPr>
              <a:picLocks noChangeAspect="1"/>
            </p:cNvPicPr>
            <p:nvPr/>
          </p:nvPicPr>
          <p:blipFill>
            <a:blip r:embed="rId3"/>
            <a:srcRect l="4730" r="4730"/>
            <a:stretch>
              <a:fillRect/>
            </a:stretch>
          </p:blipFill>
          <p:spPr>
            <a:xfrm>
              <a:off x="79283" y="1592115"/>
              <a:ext cx="1720850" cy="1765935"/>
            </a:xfrm>
            <a:prstGeom prst="rect">
              <a:avLst/>
            </a:prstGeom>
            <a:effectLst>
              <a:outerShdw blurRad="50800" dist="127000" dir="21540000" sx="98000" sy="98000" algn="ctr" rotWithShape="0">
                <a:schemeClr val="tx2">
                  <a:lumMod val="75000"/>
                  <a:alpha val="67000"/>
                </a:schemeClr>
              </a:outerShdw>
            </a:effectLst>
          </p:spPr>
        </p:pic>
      </p:grpSp>
      <p:sp>
        <p:nvSpPr>
          <p:cNvPr id="1048778" name="文本框 28"/>
          <p:cNvSpPr txBox="1"/>
          <p:nvPr/>
        </p:nvSpPr>
        <p:spPr>
          <a:xfrm>
            <a:off x="1657902" y="2643988"/>
            <a:ext cx="3297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79" name="文本框 20"/>
          <p:cNvSpPr txBox="1"/>
          <p:nvPr/>
        </p:nvSpPr>
        <p:spPr>
          <a:xfrm>
            <a:off x="1348509" y="3429000"/>
            <a:ext cx="375920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80" name="矩形 41"/>
          <p:cNvSpPr/>
          <p:nvPr/>
        </p:nvSpPr>
        <p:spPr>
          <a:xfrm>
            <a:off x="6396198" y="2013527"/>
            <a:ext cx="5144654" cy="354676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201" name="图片 43"/>
          <p:cNvPicPr>
            <a:picLocks noChangeAspect="1"/>
          </p:cNvPicPr>
          <p:nvPr/>
        </p:nvPicPr>
        <p:blipFill rotWithShape="1">
          <a:blip r:embed="rId2"/>
          <a:srcRect l="10478" r="9432" b="13227"/>
          <a:stretch>
            <a:fillRect/>
          </a:stretch>
        </p:blipFill>
        <p:spPr>
          <a:xfrm>
            <a:off x="6071235" y="1748790"/>
            <a:ext cx="5866765" cy="4344035"/>
          </a:xfrm>
          <a:prstGeom prst="rect">
            <a:avLst/>
          </a:prstGeom>
        </p:spPr>
      </p:pic>
      <p:sp>
        <p:nvSpPr>
          <p:cNvPr id="1048781" name="文本框 39"/>
          <p:cNvSpPr txBox="1"/>
          <p:nvPr/>
        </p:nvSpPr>
        <p:spPr>
          <a:xfrm>
            <a:off x="7583749" y="2643988"/>
            <a:ext cx="329138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82" name="文本框 40"/>
          <p:cNvSpPr txBox="1"/>
          <p:nvPr/>
        </p:nvSpPr>
        <p:spPr>
          <a:xfrm>
            <a:off x="7190525" y="3429000"/>
            <a:ext cx="375920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110" name="组合 48"/>
          <p:cNvGrpSpPr/>
          <p:nvPr/>
        </p:nvGrpSpPr>
        <p:grpSpPr>
          <a:xfrm>
            <a:off x="-1210" y="1235190"/>
            <a:ext cx="5184000" cy="6646"/>
            <a:chOff x="-1209" y="1019383"/>
            <a:chExt cx="6097209" cy="6646"/>
          </a:xfrm>
        </p:grpSpPr>
        <p:cxnSp>
          <p:nvCxnSpPr>
            <p:cNvPr id="3145766" name="直接连接符 49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7" name="直接连接符 50"/>
            <p:cNvCxnSpPr/>
            <p:nvPr/>
          </p:nvCxnSpPr>
          <p:spPr>
            <a:xfrm flipV="1">
              <a:off x="3572967" y="1019383"/>
              <a:ext cx="2523033" cy="6646"/>
            </a:xfrm>
            <a:prstGeom prst="line">
              <a:avLst/>
            </a:prstGeom>
            <a:ln w="508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68" name="肘形连接符 2"/>
          <p:cNvCxnSpPr/>
          <p:nvPr/>
        </p:nvCxnSpPr>
        <p:spPr>
          <a:xfrm rot="10800000" flipV="1">
            <a:off x="7618956" y="3183635"/>
            <a:ext cx="3489231" cy="1869231"/>
          </a:xfrm>
          <a:prstGeom prst="bentConnector3">
            <a:avLst>
              <a:gd name="adj1" fmla="val -114"/>
            </a:avLst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  <p:pic>
        <p:nvPicPr>
          <p:cNvPr id="6" name="图片 36" descr="C:/Users/hugq/Desktop/图片2.png图片2"/>
          <p:cNvPicPr>
            <a:picLocks noChangeAspect="1"/>
          </p:cNvPicPr>
          <p:nvPr/>
        </p:nvPicPr>
        <p:blipFill>
          <a:blip r:embed="rId3"/>
          <a:srcRect l="4730" r="4730"/>
          <a:stretch>
            <a:fillRect/>
          </a:stretch>
        </p:blipFill>
        <p:spPr>
          <a:xfrm>
            <a:off x="10588533" y="1589575"/>
            <a:ext cx="1720850" cy="1765935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6700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矩形 4"/>
          <p:cNvSpPr/>
          <p:nvPr/>
        </p:nvSpPr>
        <p:spPr>
          <a:xfrm>
            <a:off x="183" y="2035429"/>
            <a:ext cx="12191634" cy="4816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 dirty="0"/>
          </a:p>
        </p:txBody>
      </p:sp>
      <p:sp>
        <p:nvSpPr>
          <p:cNvPr id="1048784" name="任意多边形: 形状 47"/>
          <p:cNvSpPr/>
          <p:nvPr/>
        </p:nvSpPr>
        <p:spPr>
          <a:xfrm>
            <a:off x="1307300" y="1661565"/>
            <a:ext cx="2250974" cy="740847"/>
          </a:xfrm>
          <a:custGeom>
            <a:avLst/>
            <a:gdLst>
              <a:gd name="connsiteX0" fmla="*/ 0 w 3251407"/>
              <a:gd name="connsiteY0" fmla="*/ 0 h 1070113"/>
              <a:gd name="connsiteX1" fmla="*/ 2716352 w 3251407"/>
              <a:gd name="connsiteY1" fmla="*/ 0 h 1070113"/>
              <a:gd name="connsiteX2" fmla="*/ 3251407 w 3251407"/>
              <a:gd name="connsiteY2" fmla="*/ 535057 h 1070113"/>
              <a:gd name="connsiteX3" fmla="*/ 2716352 w 3251407"/>
              <a:gd name="connsiteY3" fmla="*/ 1070113 h 1070113"/>
              <a:gd name="connsiteX4" fmla="*/ 8734 w 3251407"/>
              <a:gd name="connsiteY4" fmla="*/ 1070113 h 1070113"/>
              <a:gd name="connsiteX5" fmla="*/ 452611 w 3251407"/>
              <a:gd name="connsiteY5" fmla="*/ 535056 h 1070113"/>
              <a:gd name="connsiteX6" fmla="*/ 0 w 3251407"/>
              <a:gd name="connsiteY6" fmla="*/ 15220 h 1070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1407" h="1070113">
                <a:moveTo>
                  <a:pt x="0" y="0"/>
                </a:moveTo>
                <a:lnTo>
                  <a:pt x="2716352" y="0"/>
                </a:lnTo>
                <a:lnTo>
                  <a:pt x="3251407" y="535057"/>
                </a:lnTo>
                <a:lnTo>
                  <a:pt x="2716352" y="1070113"/>
                </a:lnTo>
                <a:lnTo>
                  <a:pt x="8734" y="1070113"/>
                </a:lnTo>
                <a:lnTo>
                  <a:pt x="452611" y="535056"/>
                </a:lnTo>
                <a:lnTo>
                  <a:pt x="0" y="1522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 此处输入你的正文</a:t>
            </a:r>
            <a:endParaRPr lang="zh-CN" altLang="en-US" sz="1600" b="1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85" name="矩形: 圆角 27"/>
          <p:cNvSpPr/>
          <p:nvPr/>
        </p:nvSpPr>
        <p:spPr>
          <a:xfrm>
            <a:off x="1408890" y="2885228"/>
            <a:ext cx="9160069" cy="209515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86" name="矩形: 圆角 28"/>
          <p:cNvSpPr/>
          <p:nvPr/>
        </p:nvSpPr>
        <p:spPr>
          <a:xfrm>
            <a:off x="1450785" y="2926064"/>
            <a:ext cx="5459277" cy="200099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 dirty="0"/>
          </a:p>
        </p:txBody>
      </p:sp>
      <p:sp>
        <p:nvSpPr>
          <p:cNvPr id="1048787" name="文本框 30"/>
          <p:cNvSpPr txBox="1"/>
          <p:nvPr/>
        </p:nvSpPr>
        <p:spPr>
          <a:xfrm>
            <a:off x="1763460" y="3117528"/>
            <a:ext cx="1066574" cy="18917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45" kern="0" dirty="0">
                <a:solidFill>
                  <a:srgbClr val="3D3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请在此处输入您的文本</a:t>
            </a:r>
            <a:endParaRPr lang="en-US" altLang="zh-CN" sz="1245" kern="0" dirty="0">
              <a:solidFill>
                <a:srgbClr val="3D3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0">
              <a:lnSpc>
                <a:spcPct val="130000"/>
              </a:lnSpc>
            </a:pPr>
            <a:r>
              <a:rPr lang="zh-CN" altLang="en-US" sz="1245" kern="0" dirty="0">
                <a:solidFill>
                  <a:srgbClr val="3D3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请在此处输入您的文本</a:t>
            </a:r>
            <a:endParaRPr lang="en-US" altLang="zh-CN" sz="1245" kern="0" dirty="0">
              <a:solidFill>
                <a:srgbClr val="3D3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sz="1245" dirty="0"/>
          </a:p>
          <a:p>
            <a:endParaRPr lang="zh-CN" altLang="en-US" sz="1245" dirty="0"/>
          </a:p>
        </p:txBody>
      </p:sp>
      <p:sp>
        <p:nvSpPr>
          <p:cNvPr id="1048788" name="文本框 31"/>
          <p:cNvSpPr txBox="1"/>
          <p:nvPr/>
        </p:nvSpPr>
        <p:spPr>
          <a:xfrm>
            <a:off x="1540561" y="3115539"/>
            <a:ext cx="432435" cy="170577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45" b="1" kern="0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请在此处输入您的文本</a:t>
            </a:r>
            <a:endParaRPr lang="zh-CN" altLang="en-US" sz="1245" b="1" kern="0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8789" name="矩形: 圆角 32"/>
          <p:cNvSpPr/>
          <p:nvPr/>
        </p:nvSpPr>
        <p:spPr>
          <a:xfrm>
            <a:off x="4582442" y="2932795"/>
            <a:ext cx="5953548" cy="2029926"/>
          </a:xfrm>
          <a:prstGeom prst="round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90" name="矩形 33"/>
          <p:cNvSpPr/>
          <p:nvPr/>
        </p:nvSpPr>
        <p:spPr>
          <a:xfrm>
            <a:off x="2040618" y="2921536"/>
            <a:ext cx="7466686" cy="20299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/>
          </a:p>
        </p:txBody>
      </p:sp>
      <p:sp>
        <p:nvSpPr>
          <p:cNvPr id="1048791" name="任意多边形: 形状 48"/>
          <p:cNvSpPr/>
          <p:nvPr/>
        </p:nvSpPr>
        <p:spPr>
          <a:xfrm>
            <a:off x="3701650" y="1673501"/>
            <a:ext cx="2250974" cy="740847"/>
          </a:xfrm>
          <a:custGeom>
            <a:avLst/>
            <a:gdLst>
              <a:gd name="connsiteX0" fmla="*/ 0 w 3251407"/>
              <a:gd name="connsiteY0" fmla="*/ 0 h 1070113"/>
              <a:gd name="connsiteX1" fmla="*/ 2716352 w 3251407"/>
              <a:gd name="connsiteY1" fmla="*/ 0 h 1070113"/>
              <a:gd name="connsiteX2" fmla="*/ 3251407 w 3251407"/>
              <a:gd name="connsiteY2" fmla="*/ 535057 h 1070113"/>
              <a:gd name="connsiteX3" fmla="*/ 2716352 w 3251407"/>
              <a:gd name="connsiteY3" fmla="*/ 1070113 h 1070113"/>
              <a:gd name="connsiteX4" fmla="*/ 8734 w 3251407"/>
              <a:gd name="connsiteY4" fmla="*/ 1070113 h 1070113"/>
              <a:gd name="connsiteX5" fmla="*/ 452611 w 3251407"/>
              <a:gd name="connsiteY5" fmla="*/ 535056 h 1070113"/>
              <a:gd name="connsiteX6" fmla="*/ 0 w 3251407"/>
              <a:gd name="connsiteY6" fmla="*/ 15220 h 1070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1407" h="1070113">
                <a:moveTo>
                  <a:pt x="0" y="0"/>
                </a:moveTo>
                <a:lnTo>
                  <a:pt x="2716352" y="0"/>
                </a:lnTo>
                <a:lnTo>
                  <a:pt x="3251407" y="535057"/>
                </a:lnTo>
                <a:lnTo>
                  <a:pt x="2716352" y="1070113"/>
                </a:lnTo>
                <a:lnTo>
                  <a:pt x="8734" y="1070113"/>
                </a:lnTo>
                <a:lnTo>
                  <a:pt x="452611" y="535056"/>
                </a:lnTo>
                <a:lnTo>
                  <a:pt x="0" y="1522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600" b="1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 此处输入</a:t>
            </a:r>
            <a:r>
              <a:rPr lang="zh-CN" altLang="en-US" sz="1600" b="1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你的正文</a:t>
            </a:r>
            <a:endParaRPr lang="zh-CN" altLang="en-US" sz="1600" b="1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92" name="任意多边形: 形状 49"/>
          <p:cNvSpPr/>
          <p:nvPr/>
        </p:nvSpPr>
        <p:spPr>
          <a:xfrm>
            <a:off x="6096000" y="1668970"/>
            <a:ext cx="2250974" cy="740847"/>
          </a:xfrm>
          <a:custGeom>
            <a:avLst/>
            <a:gdLst>
              <a:gd name="connsiteX0" fmla="*/ 0 w 3251407"/>
              <a:gd name="connsiteY0" fmla="*/ 0 h 1070113"/>
              <a:gd name="connsiteX1" fmla="*/ 2716352 w 3251407"/>
              <a:gd name="connsiteY1" fmla="*/ 0 h 1070113"/>
              <a:gd name="connsiteX2" fmla="*/ 3251407 w 3251407"/>
              <a:gd name="connsiteY2" fmla="*/ 535057 h 1070113"/>
              <a:gd name="connsiteX3" fmla="*/ 2716352 w 3251407"/>
              <a:gd name="connsiteY3" fmla="*/ 1070113 h 1070113"/>
              <a:gd name="connsiteX4" fmla="*/ 8734 w 3251407"/>
              <a:gd name="connsiteY4" fmla="*/ 1070113 h 1070113"/>
              <a:gd name="connsiteX5" fmla="*/ 452611 w 3251407"/>
              <a:gd name="connsiteY5" fmla="*/ 535056 h 1070113"/>
              <a:gd name="connsiteX6" fmla="*/ 0 w 3251407"/>
              <a:gd name="connsiteY6" fmla="*/ 15220 h 1070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1407" h="1070113">
                <a:moveTo>
                  <a:pt x="0" y="0"/>
                </a:moveTo>
                <a:lnTo>
                  <a:pt x="2716352" y="0"/>
                </a:lnTo>
                <a:lnTo>
                  <a:pt x="3251407" y="535057"/>
                </a:lnTo>
                <a:lnTo>
                  <a:pt x="2716352" y="1070113"/>
                </a:lnTo>
                <a:lnTo>
                  <a:pt x="8734" y="1070113"/>
                </a:lnTo>
                <a:lnTo>
                  <a:pt x="452611" y="535056"/>
                </a:lnTo>
                <a:lnTo>
                  <a:pt x="0" y="1522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600" b="1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 此处输入你的正文</a:t>
            </a:r>
            <a:endParaRPr lang="zh-CN" altLang="en-US" sz="1600" b="1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93" name="任意多边形: 形状 50"/>
          <p:cNvSpPr/>
          <p:nvPr/>
        </p:nvSpPr>
        <p:spPr>
          <a:xfrm>
            <a:off x="8490351" y="1673501"/>
            <a:ext cx="2250974" cy="740847"/>
          </a:xfrm>
          <a:custGeom>
            <a:avLst/>
            <a:gdLst>
              <a:gd name="connsiteX0" fmla="*/ 0 w 3251407"/>
              <a:gd name="connsiteY0" fmla="*/ 0 h 1070113"/>
              <a:gd name="connsiteX1" fmla="*/ 2716352 w 3251407"/>
              <a:gd name="connsiteY1" fmla="*/ 0 h 1070113"/>
              <a:gd name="connsiteX2" fmla="*/ 3251407 w 3251407"/>
              <a:gd name="connsiteY2" fmla="*/ 535057 h 1070113"/>
              <a:gd name="connsiteX3" fmla="*/ 2716352 w 3251407"/>
              <a:gd name="connsiteY3" fmla="*/ 1070113 h 1070113"/>
              <a:gd name="connsiteX4" fmla="*/ 8734 w 3251407"/>
              <a:gd name="connsiteY4" fmla="*/ 1070113 h 1070113"/>
              <a:gd name="connsiteX5" fmla="*/ 452611 w 3251407"/>
              <a:gd name="connsiteY5" fmla="*/ 535056 h 1070113"/>
              <a:gd name="connsiteX6" fmla="*/ 0 w 3251407"/>
              <a:gd name="connsiteY6" fmla="*/ 15220 h 1070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51407" h="1070113">
                <a:moveTo>
                  <a:pt x="0" y="0"/>
                </a:moveTo>
                <a:lnTo>
                  <a:pt x="2716352" y="0"/>
                </a:lnTo>
                <a:lnTo>
                  <a:pt x="3251407" y="535057"/>
                </a:lnTo>
                <a:lnTo>
                  <a:pt x="2716352" y="1070113"/>
                </a:lnTo>
                <a:lnTo>
                  <a:pt x="8734" y="1070113"/>
                </a:lnTo>
                <a:lnTo>
                  <a:pt x="452611" y="535056"/>
                </a:lnTo>
                <a:lnTo>
                  <a:pt x="0" y="1522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600" b="1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 此处输入</a:t>
            </a:r>
            <a:r>
              <a:rPr lang="zh-CN" altLang="en-US" sz="1600" b="1" dirty="0">
                <a:solidFill>
                  <a:srgbClr val="E7E6E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你的正文</a:t>
            </a:r>
            <a:endParaRPr lang="zh-CN" altLang="en-US" sz="1600" b="1" dirty="0">
              <a:solidFill>
                <a:srgbClr val="E7E6E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794" name="文本框 53"/>
          <p:cNvSpPr txBox="1"/>
          <p:nvPr/>
        </p:nvSpPr>
        <p:spPr>
          <a:xfrm>
            <a:off x="2424498" y="3102919"/>
            <a:ext cx="8037872" cy="164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90" b="1" dirty="0">
                <a:solidFill>
                  <a:srgbClr val="E7E6E6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</a:t>
            </a:r>
            <a:endParaRPr lang="zh-CN" altLang="en-US" sz="2490" b="1" dirty="0">
              <a:solidFill>
                <a:srgbClr val="E7E6E6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pPr lvl="0"/>
            <a:endParaRPr lang="zh-CN" altLang="en-US" sz="2490" b="1" dirty="0">
              <a:solidFill>
                <a:srgbClr val="E7E6E6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  <a:p>
            <a:r>
              <a:rPr lang="zh-CN" altLang="en-US" sz="1940" dirty="0">
                <a:solidFill>
                  <a:srgbClr val="E7E6E6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sz="1940" dirty="0">
              <a:solidFill>
                <a:srgbClr val="E7E6E6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24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795" name="文本框 8"/>
          <p:cNvSpPr txBox="1"/>
          <p:nvPr/>
        </p:nvSpPr>
        <p:spPr>
          <a:xfrm>
            <a:off x="2625993" y="5563924"/>
            <a:ext cx="8683863" cy="68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40" dirty="0">
                <a:solidFill>
                  <a:srgbClr val="E7E6E6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此处输入你的正文</a:t>
            </a:r>
            <a:r>
              <a:rPr lang="en-US" altLang="zh-CN" sz="1940" dirty="0">
                <a:solidFill>
                  <a:srgbClr val="E7E6E6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 </a:t>
            </a:r>
            <a:r>
              <a:rPr lang="zh-CN" altLang="en-US" sz="1940" dirty="0">
                <a:solidFill>
                  <a:srgbClr val="E7E6E6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文字是您理想的提炼，为了最终演示的良好效果，正文尽量简明扼要，内容可酌情增减文字，以便观者可以清楚理解您所传达的信息。</a:t>
            </a:r>
            <a:endParaRPr lang="zh-CN" altLang="en-US" sz="1940" dirty="0">
              <a:solidFill>
                <a:srgbClr val="E7E6E6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3145769" name="直接连接符 25"/>
          <p:cNvCxnSpPr/>
          <p:nvPr/>
        </p:nvCxnSpPr>
        <p:spPr>
          <a:xfrm>
            <a:off x="1578514" y="5196436"/>
            <a:ext cx="0" cy="1507945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34"/>
          <p:cNvGrpSpPr/>
          <p:nvPr/>
        </p:nvGrpSpPr>
        <p:grpSpPr>
          <a:xfrm>
            <a:off x="1298739" y="5298056"/>
            <a:ext cx="1134048" cy="1146878"/>
            <a:chOff x="14935638" y="4418522"/>
            <a:chExt cx="1841327" cy="1862158"/>
          </a:xfrm>
        </p:grpSpPr>
        <p:sp>
          <p:nvSpPr>
            <p:cNvPr id="1048796" name="Freeform 4"/>
            <p:cNvSpPr>
              <a:spLocks noEditPoints="1" noChangeArrowheads="1"/>
            </p:cNvSpPr>
            <p:nvPr/>
          </p:nvSpPr>
          <p:spPr bwMode="auto">
            <a:xfrm>
              <a:off x="15366078" y="4853832"/>
              <a:ext cx="980447" cy="991539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chemeClr val="accent1">
                <a:lumMod val="75000"/>
                <a:alpha val="28999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97" name="Freeform 5"/>
            <p:cNvSpPr>
              <a:spLocks noEditPoints="1" noChangeArrowheads="1"/>
            </p:cNvSpPr>
            <p:nvPr/>
          </p:nvSpPr>
          <p:spPr bwMode="auto">
            <a:xfrm>
              <a:off x="15150858" y="4636177"/>
              <a:ext cx="1410887" cy="1426848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chemeClr val="accent1">
                <a:lumMod val="75000"/>
                <a:alpha val="20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48798" name="Freeform 6"/>
            <p:cNvSpPr>
              <a:spLocks noEditPoints="1" noChangeArrowheads="1"/>
            </p:cNvSpPr>
            <p:nvPr/>
          </p:nvSpPr>
          <p:spPr bwMode="auto">
            <a:xfrm>
              <a:off x="14935638" y="4418522"/>
              <a:ext cx="1841327" cy="1862158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chemeClr val="accent1">
                <a:lumMod val="75000"/>
                <a:alpha val="9000"/>
              </a:scheme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pic>
        <p:nvPicPr>
          <p:cNvPr id="2097205" name="图片 22" descr="C:/Users/hugq/Desktop/图片2.png图片2"/>
          <p:cNvPicPr>
            <a:picLocks noChangeAspect="1"/>
          </p:cNvPicPr>
          <p:nvPr/>
        </p:nvPicPr>
        <p:blipFill>
          <a:blip r:embed="rId1"/>
          <a:srcRect l="4730" r="4730"/>
          <a:stretch>
            <a:fillRect/>
          </a:stretch>
        </p:blipFill>
        <p:spPr>
          <a:xfrm>
            <a:off x="1278255" y="5179060"/>
            <a:ext cx="1347470" cy="1383665"/>
          </a:xfrm>
          <a:prstGeom prst="rect">
            <a:avLst/>
          </a:prstGeom>
          <a:effectLst>
            <a:outerShdw blurRad="50800" dist="127000" dir="21540000" sx="98000" sy="98000" algn="ctr" rotWithShape="0">
              <a:schemeClr val="tx2">
                <a:lumMod val="75000"/>
                <a:alpha val="67000"/>
              </a:schemeClr>
            </a:outerShdw>
          </a:effectLst>
        </p:spPr>
      </p:pic>
      <p:grpSp>
        <p:nvGrpSpPr>
          <p:cNvPr id="113" name="组合 39"/>
          <p:cNvGrpSpPr/>
          <p:nvPr/>
        </p:nvGrpSpPr>
        <p:grpSpPr>
          <a:xfrm>
            <a:off x="-1210" y="1235190"/>
            <a:ext cx="5184000" cy="6646"/>
            <a:chOff x="-1209" y="1019383"/>
            <a:chExt cx="6097209" cy="6646"/>
          </a:xfrm>
        </p:grpSpPr>
        <p:cxnSp>
          <p:nvCxnSpPr>
            <p:cNvPr id="3145770" name="直接连接符 40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1" name="直接连接符 41"/>
            <p:cNvCxnSpPr/>
            <p:nvPr/>
          </p:nvCxnSpPr>
          <p:spPr>
            <a:xfrm flipV="1">
              <a:off x="3572967" y="1019383"/>
              <a:ext cx="2523033" cy="6646"/>
            </a:xfrm>
            <a:prstGeom prst="line">
              <a:avLst/>
            </a:prstGeom>
            <a:ln w="508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487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04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4" grpId="0" animBg="1"/>
      <p:bldP spid="1048788" grpId="0"/>
      <p:bldP spid="1048791" grpId="0" animBg="1"/>
      <p:bldP spid="1048792" grpId="0" animBg="1"/>
      <p:bldP spid="1048793" grpId="0" animBg="1"/>
      <p:bldP spid="1048794" grpId="0"/>
      <p:bldP spid="10487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6" name="图片 5" descr="C:/Users/hugq/Desktop/图片2.png图片2"/>
          <p:cNvPicPr>
            <a:picLocks noChangeAspect="1"/>
          </p:cNvPicPr>
          <p:nvPr/>
        </p:nvPicPr>
        <p:blipFill rotWithShape="1">
          <a:blip r:embed="rId1"/>
          <a:srcRect l="92" r="92"/>
          <a:stretch>
            <a:fillRect/>
          </a:stretch>
        </p:blipFill>
        <p:spPr>
          <a:xfrm>
            <a:off x="-3437890" y="568960"/>
            <a:ext cx="9895840" cy="9213215"/>
          </a:xfrm>
          <a:prstGeom prst="rect">
            <a:avLst/>
          </a:prstGeom>
          <a:ln>
            <a:noFill/>
          </a:ln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grpSp>
        <p:nvGrpSpPr>
          <p:cNvPr id="115" name="组合 13"/>
          <p:cNvGrpSpPr/>
          <p:nvPr/>
        </p:nvGrpSpPr>
        <p:grpSpPr>
          <a:xfrm>
            <a:off x="-1210" y="1235190"/>
            <a:ext cx="6624000" cy="6646"/>
            <a:chOff x="-1209" y="1019383"/>
            <a:chExt cx="6097209" cy="6646"/>
          </a:xfrm>
        </p:grpSpPr>
        <p:cxnSp>
          <p:nvCxnSpPr>
            <p:cNvPr id="3145772" name="直接连接符 14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3" name="直接连接符 15"/>
            <p:cNvCxnSpPr/>
            <p:nvPr/>
          </p:nvCxnSpPr>
          <p:spPr>
            <a:xfrm flipV="1">
              <a:off x="3572967" y="1019383"/>
              <a:ext cx="2523033" cy="6646"/>
            </a:xfrm>
            <a:prstGeom prst="line">
              <a:avLst/>
            </a:prstGeom>
            <a:ln w="508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799" name="矩形 6"/>
          <p:cNvSpPr/>
          <p:nvPr/>
        </p:nvSpPr>
        <p:spPr>
          <a:xfrm rot="12451847">
            <a:off x="5446662" y="-916711"/>
            <a:ext cx="7766971" cy="10145666"/>
          </a:xfrm>
          <a:custGeom>
            <a:avLst/>
            <a:gdLst>
              <a:gd name="connsiteX0" fmla="*/ 0 w 10546584"/>
              <a:gd name="connsiteY0" fmla="*/ 0 h 15621816"/>
              <a:gd name="connsiteX1" fmla="*/ 10546584 w 10546584"/>
              <a:gd name="connsiteY1" fmla="*/ 0 h 15621816"/>
              <a:gd name="connsiteX2" fmla="*/ 10546584 w 10546584"/>
              <a:gd name="connsiteY2" fmla="*/ 15621816 h 15621816"/>
              <a:gd name="connsiteX3" fmla="*/ 0 w 10546584"/>
              <a:gd name="connsiteY3" fmla="*/ 15621816 h 15621816"/>
              <a:gd name="connsiteX4" fmla="*/ 0 w 10546584"/>
              <a:gd name="connsiteY4" fmla="*/ 0 h 15621816"/>
              <a:gd name="connsiteX0-1" fmla="*/ 0 w 10546584"/>
              <a:gd name="connsiteY0-2" fmla="*/ 0 h 15621816"/>
              <a:gd name="connsiteX1-3" fmla="*/ 10546584 w 10546584"/>
              <a:gd name="connsiteY1-4" fmla="*/ 0 h 15621816"/>
              <a:gd name="connsiteX2-5" fmla="*/ 10538602 w 10546584"/>
              <a:gd name="connsiteY2-6" fmla="*/ 13463391 h 15621816"/>
              <a:gd name="connsiteX3-7" fmla="*/ 0 w 10546584"/>
              <a:gd name="connsiteY3-8" fmla="*/ 15621816 h 15621816"/>
              <a:gd name="connsiteX4-9" fmla="*/ 0 w 10546584"/>
              <a:gd name="connsiteY4-10" fmla="*/ 0 h 15621816"/>
              <a:gd name="connsiteX0-11" fmla="*/ 0 w 10579250"/>
              <a:gd name="connsiteY0-12" fmla="*/ 0 h 15621816"/>
              <a:gd name="connsiteX1-13" fmla="*/ 10546584 w 10579250"/>
              <a:gd name="connsiteY1-14" fmla="*/ 0 h 15621816"/>
              <a:gd name="connsiteX2-15" fmla="*/ 10579116 w 10579250"/>
              <a:gd name="connsiteY2-16" fmla="*/ 12497037 h 15621816"/>
              <a:gd name="connsiteX3-17" fmla="*/ 0 w 10579250"/>
              <a:gd name="connsiteY3-18" fmla="*/ 15621816 h 15621816"/>
              <a:gd name="connsiteX4-19" fmla="*/ 0 w 10579250"/>
              <a:gd name="connsiteY4-20" fmla="*/ 0 h 15621816"/>
              <a:gd name="connsiteX0-21" fmla="*/ 0 w 10579250"/>
              <a:gd name="connsiteY0-22" fmla="*/ 0 h 15652941"/>
              <a:gd name="connsiteX1-23" fmla="*/ 10546584 w 10579250"/>
              <a:gd name="connsiteY1-24" fmla="*/ 0 h 15652941"/>
              <a:gd name="connsiteX2-25" fmla="*/ 10579116 w 10579250"/>
              <a:gd name="connsiteY2-26" fmla="*/ 12497037 h 15652941"/>
              <a:gd name="connsiteX3-27" fmla="*/ 4556221 w 10579250"/>
              <a:gd name="connsiteY3-28" fmla="*/ 15652941 h 15652941"/>
              <a:gd name="connsiteX4-29" fmla="*/ 0 w 10579250"/>
              <a:gd name="connsiteY4-30" fmla="*/ 0 h 15652941"/>
              <a:gd name="connsiteX0-31" fmla="*/ 1 w 10589663"/>
              <a:gd name="connsiteY0-32" fmla="*/ 5535143 h 15652941"/>
              <a:gd name="connsiteX1-33" fmla="*/ 10556997 w 10589663"/>
              <a:gd name="connsiteY1-34" fmla="*/ 0 h 15652941"/>
              <a:gd name="connsiteX2-35" fmla="*/ 10589529 w 10589663"/>
              <a:gd name="connsiteY2-36" fmla="*/ 12497037 h 15652941"/>
              <a:gd name="connsiteX3-37" fmla="*/ 4566634 w 10589663"/>
              <a:gd name="connsiteY3-38" fmla="*/ 15652941 h 15652941"/>
              <a:gd name="connsiteX4-39" fmla="*/ 1 w 10589663"/>
              <a:gd name="connsiteY4-40" fmla="*/ 5535143 h 15652941"/>
              <a:gd name="connsiteX0-41" fmla="*/ 0 w 10702424"/>
              <a:gd name="connsiteY0-42" fmla="*/ 5535143 h 15652941"/>
              <a:gd name="connsiteX1-43" fmla="*/ 10556996 w 10702424"/>
              <a:gd name="connsiteY1-44" fmla="*/ 0 h 15652941"/>
              <a:gd name="connsiteX2-45" fmla="*/ 10702390 w 10702424"/>
              <a:gd name="connsiteY2-46" fmla="*/ 12715735 h 15652941"/>
              <a:gd name="connsiteX3-47" fmla="*/ 4566633 w 10702424"/>
              <a:gd name="connsiteY3-48" fmla="*/ 15652941 h 15652941"/>
              <a:gd name="connsiteX4-49" fmla="*/ 0 w 10702424"/>
              <a:gd name="connsiteY4-50" fmla="*/ 5535143 h 15652941"/>
              <a:gd name="connsiteX0-51" fmla="*/ 0 w 10702424"/>
              <a:gd name="connsiteY0-52" fmla="*/ 5535143 h 15557566"/>
              <a:gd name="connsiteX1-53" fmla="*/ 10556996 w 10702424"/>
              <a:gd name="connsiteY1-54" fmla="*/ 0 h 15557566"/>
              <a:gd name="connsiteX2-55" fmla="*/ 10702390 w 10702424"/>
              <a:gd name="connsiteY2-56" fmla="*/ 12715735 h 15557566"/>
              <a:gd name="connsiteX3-57" fmla="*/ 5213885 w 10702424"/>
              <a:gd name="connsiteY3-58" fmla="*/ 15557566 h 15557566"/>
              <a:gd name="connsiteX4-59" fmla="*/ 0 w 10702424"/>
              <a:gd name="connsiteY4-60" fmla="*/ 5535143 h 15557566"/>
              <a:gd name="connsiteX0-61" fmla="*/ 0 w 10695787"/>
              <a:gd name="connsiteY0-62" fmla="*/ 5535143 h 15557566"/>
              <a:gd name="connsiteX1-63" fmla="*/ 10556996 w 10695787"/>
              <a:gd name="connsiteY1-64" fmla="*/ 0 h 15557566"/>
              <a:gd name="connsiteX2-65" fmla="*/ 10695751 w 10695787"/>
              <a:gd name="connsiteY2-66" fmla="*/ 12702952 h 15557566"/>
              <a:gd name="connsiteX3-67" fmla="*/ 5213885 w 10695787"/>
              <a:gd name="connsiteY3-68" fmla="*/ 15557566 h 15557566"/>
              <a:gd name="connsiteX4-69" fmla="*/ 0 w 10695787"/>
              <a:gd name="connsiteY4-70" fmla="*/ 5535143 h 15557566"/>
              <a:gd name="connsiteX0-71" fmla="*/ 0 w 10695787"/>
              <a:gd name="connsiteY0-72" fmla="*/ 5535143 h 15575924"/>
              <a:gd name="connsiteX1-73" fmla="*/ 10556996 w 10695787"/>
              <a:gd name="connsiteY1-74" fmla="*/ 0 h 15575924"/>
              <a:gd name="connsiteX2-75" fmla="*/ 10695751 w 10695787"/>
              <a:gd name="connsiteY2-76" fmla="*/ 12702952 h 15575924"/>
              <a:gd name="connsiteX3-77" fmla="*/ 5272012 w 10695787"/>
              <a:gd name="connsiteY3-78" fmla="*/ 15575924 h 15575924"/>
              <a:gd name="connsiteX4-79" fmla="*/ 0 w 10695787"/>
              <a:gd name="connsiteY4-80" fmla="*/ 5535143 h 15575924"/>
              <a:gd name="connsiteX0-81" fmla="*/ 0 w 10695787"/>
              <a:gd name="connsiteY0-82" fmla="*/ 5535143 h 15525337"/>
              <a:gd name="connsiteX1-83" fmla="*/ 10556996 w 10695787"/>
              <a:gd name="connsiteY1-84" fmla="*/ 0 h 15525337"/>
              <a:gd name="connsiteX2-85" fmla="*/ 10695751 w 10695787"/>
              <a:gd name="connsiteY2-86" fmla="*/ 12702952 h 15525337"/>
              <a:gd name="connsiteX3-87" fmla="*/ 5213345 w 10695787"/>
              <a:gd name="connsiteY3-88" fmla="*/ 15525337 h 15525337"/>
              <a:gd name="connsiteX4-89" fmla="*/ 0 w 10695787"/>
              <a:gd name="connsiteY4-90" fmla="*/ 5535143 h 15525337"/>
              <a:gd name="connsiteX0-91" fmla="*/ 0 w 10695787"/>
              <a:gd name="connsiteY0-92" fmla="*/ 5535143 h 17031858"/>
              <a:gd name="connsiteX1-93" fmla="*/ 10556996 w 10695787"/>
              <a:gd name="connsiteY1-94" fmla="*/ 0 h 17031858"/>
              <a:gd name="connsiteX2-95" fmla="*/ 10695751 w 10695787"/>
              <a:gd name="connsiteY2-96" fmla="*/ 12702952 h 17031858"/>
              <a:gd name="connsiteX3-97" fmla="*/ 4833139 w 10695787"/>
              <a:gd name="connsiteY3-98" fmla="*/ 17031859 h 17031858"/>
              <a:gd name="connsiteX4-99" fmla="*/ 0 w 10695787"/>
              <a:gd name="connsiteY4-100" fmla="*/ 5535143 h 17031858"/>
              <a:gd name="connsiteX0-101" fmla="*/ 0 w 10695799"/>
              <a:gd name="connsiteY0-102" fmla="*/ 6585436 h 18082152"/>
              <a:gd name="connsiteX1-103" fmla="*/ 10592776 w 10695799"/>
              <a:gd name="connsiteY1-104" fmla="*/ 1 h 18082152"/>
              <a:gd name="connsiteX2-105" fmla="*/ 10695751 w 10695799"/>
              <a:gd name="connsiteY2-106" fmla="*/ 13753245 h 18082152"/>
              <a:gd name="connsiteX3-107" fmla="*/ 4833139 w 10695799"/>
              <a:gd name="connsiteY3-108" fmla="*/ 18082152 h 18082152"/>
              <a:gd name="connsiteX4-109" fmla="*/ 0 w 10695799"/>
              <a:gd name="connsiteY4-110" fmla="*/ 6585436 h 18082152"/>
              <a:gd name="connsiteX0-111" fmla="*/ 0 w 9150024"/>
              <a:gd name="connsiteY0-112" fmla="*/ 7701734 h 18082151"/>
              <a:gd name="connsiteX1-113" fmla="*/ 9047001 w 9150024"/>
              <a:gd name="connsiteY1-114" fmla="*/ 0 h 18082151"/>
              <a:gd name="connsiteX2-115" fmla="*/ 9149976 w 9150024"/>
              <a:gd name="connsiteY2-116" fmla="*/ 13753244 h 18082151"/>
              <a:gd name="connsiteX3-117" fmla="*/ 3287364 w 9150024"/>
              <a:gd name="connsiteY3-118" fmla="*/ 18082151 h 18082151"/>
              <a:gd name="connsiteX4-119" fmla="*/ 0 w 9150024"/>
              <a:gd name="connsiteY4-120" fmla="*/ 7701734 h 18082151"/>
              <a:gd name="connsiteX0-121" fmla="*/ 0 w 9739439"/>
              <a:gd name="connsiteY0-122" fmla="*/ 7268496 h 18082151"/>
              <a:gd name="connsiteX1-123" fmla="*/ 9636416 w 9739439"/>
              <a:gd name="connsiteY1-124" fmla="*/ 0 h 18082151"/>
              <a:gd name="connsiteX2-125" fmla="*/ 9739391 w 9739439"/>
              <a:gd name="connsiteY2-126" fmla="*/ 13753244 h 18082151"/>
              <a:gd name="connsiteX3-127" fmla="*/ 3876779 w 9739439"/>
              <a:gd name="connsiteY3-128" fmla="*/ 18082151 h 18082151"/>
              <a:gd name="connsiteX4-129" fmla="*/ 0 w 9739439"/>
              <a:gd name="connsiteY4-130" fmla="*/ 7268496 h 18082151"/>
              <a:gd name="connsiteX0-131" fmla="*/ 0 w 9718841"/>
              <a:gd name="connsiteY0-132" fmla="*/ 7268496 h 18082151"/>
              <a:gd name="connsiteX1-133" fmla="*/ 9636416 w 9718841"/>
              <a:gd name="connsiteY1-134" fmla="*/ 0 h 18082151"/>
              <a:gd name="connsiteX2-135" fmla="*/ 9718782 w 9718841"/>
              <a:gd name="connsiteY2-136" fmla="*/ 13627821 h 18082151"/>
              <a:gd name="connsiteX3-137" fmla="*/ 3876779 w 9718841"/>
              <a:gd name="connsiteY3-138" fmla="*/ 18082151 h 18082151"/>
              <a:gd name="connsiteX4-139" fmla="*/ 0 w 9718841"/>
              <a:gd name="connsiteY4-140" fmla="*/ 7268496 h 18082151"/>
              <a:gd name="connsiteX0-141" fmla="*/ 0 w 9699862"/>
              <a:gd name="connsiteY0-142" fmla="*/ 7268496 h 18082151"/>
              <a:gd name="connsiteX1-143" fmla="*/ 9636416 w 9699862"/>
              <a:gd name="connsiteY1-144" fmla="*/ 0 h 18082151"/>
              <a:gd name="connsiteX2-145" fmla="*/ 9699787 w 9699862"/>
              <a:gd name="connsiteY2-146" fmla="*/ 13642280 h 18082151"/>
              <a:gd name="connsiteX3-147" fmla="*/ 3876779 w 9699862"/>
              <a:gd name="connsiteY3-148" fmla="*/ 18082151 h 18082151"/>
              <a:gd name="connsiteX4-149" fmla="*/ 0 w 9699862"/>
              <a:gd name="connsiteY4-150" fmla="*/ 7268496 h 18082151"/>
              <a:gd name="connsiteX0-151" fmla="*/ 0 w 9724998"/>
              <a:gd name="connsiteY0-152" fmla="*/ 7268496 h 18082151"/>
              <a:gd name="connsiteX1-153" fmla="*/ 9636416 w 9724998"/>
              <a:gd name="connsiteY1-154" fmla="*/ 0 h 18082151"/>
              <a:gd name="connsiteX2-155" fmla="*/ 9724943 w 9724998"/>
              <a:gd name="connsiteY2-156" fmla="*/ 13746603 h 18082151"/>
              <a:gd name="connsiteX3-157" fmla="*/ 3876779 w 9724998"/>
              <a:gd name="connsiteY3-158" fmla="*/ 18082151 h 18082151"/>
              <a:gd name="connsiteX4-159" fmla="*/ 0 w 9724998"/>
              <a:gd name="connsiteY4-160" fmla="*/ 7268496 h 18082151"/>
              <a:gd name="connsiteX0-161" fmla="*/ 0 w 9724998"/>
              <a:gd name="connsiteY0-162" fmla="*/ 7268496 h 18158734"/>
              <a:gd name="connsiteX1-163" fmla="*/ 9636416 w 9724998"/>
              <a:gd name="connsiteY1-164" fmla="*/ 0 h 18158734"/>
              <a:gd name="connsiteX2-165" fmla="*/ 9724943 w 9724998"/>
              <a:gd name="connsiteY2-166" fmla="*/ 13746603 h 18158734"/>
              <a:gd name="connsiteX3-167" fmla="*/ 3892033 w 9724998"/>
              <a:gd name="connsiteY3-168" fmla="*/ 18158734 h 18158734"/>
              <a:gd name="connsiteX4-169" fmla="*/ 0 w 9724998"/>
              <a:gd name="connsiteY4-170" fmla="*/ 7268496 h 18158734"/>
              <a:gd name="connsiteX0-171" fmla="*/ 0 w 9725000"/>
              <a:gd name="connsiteY0-172" fmla="*/ 7359537 h 18249775"/>
              <a:gd name="connsiteX1-173" fmla="*/ 9640156 w 9725000"/>
              <a:gd name="connsiteY1-174" fmla="*/ 0 h 18249775"/>
              <a:gd name="connsiteX2-175" fmla="*/ 9724943 w 9725000"/>
              <a:gd name="connsiteY2-176" fmla="*/ 13837644 h 18249775"/>
              <a:gd name="connsiteX3-177" fmla="*/ 3892033 w 9725000"/>
              <a:gd name="connsiteY3-178" fmla="*/ 18249775 h 18249775"/>
              <a:gd name="connsiteX4-179" fmla="*/ 0 w 9725000"/>
              <a:gd name="connsiteY4-180" fmla="*/ 7359537 h 18249775"/>
              <a:gd name="connsiteX0-181" fmla="*/ 0 w 9755106"/>
              <a:gd name="connsiteY0-182" fmla="*/ 7241345 h 18249775"/>
              <a:gd name="connsiteX1-183" fmla="*/ 9670262 w 9755106"/>
              <a:gd name="connsiteY1-184" fmla="*/ 0 h 18249775"/>
              <a:gd name="connsiteX2-185" fmla="*/ 9755049 w 9755106"/>
              <a:gd name="connsiteY2-186" fmla="*/ 13837644 h 18249775"/>
              <a:gd name="connsiteX3-187" fmla="*/ 3922139 w 9755106"/>
              <a:gd name="connsiteY3-188" fmla="*/ 18249775 h 18249775"/>
              <a:gd name="connsiteX4-189" fmla="*/ 0 w 9755106"/>
              <a:gd name="connsiteY4-190" fmla="*/ 7241345 h 18249775"/>
              <a:gd name="connsiteX0-191" fmla="*/ 0 w 9670262"/>
              <a:gd name="connsiteY0-192" fmla="*/ 7241345 h 18249775"/>
              <a:gd name="connsiteX1-193" fmla="*/ 9670262 w 9670262"/>
              <a:gd name="connsiteY1-194" fmla="*/ 0 h 18249775"/>
              <a:gd name="connsiteX2-195" fmla="*/ 9538740 w 9670262"/>
              <a:gd name="connsiteY2-196" fmla="*/ 13773009 h 18249775"/>
              <a:gd name="connsiteX3-197" fmla="*/ 3922139 w 9670262"/>
              <a:gd name="connsiteY3-198" fmla="*/ 18249775 h 18249775"/>
              <a:gd name="connsiteX4-199" fmla="*/ 0 w 9670262"/>
              <a:gd name="connsiteY4-200" fmla="*/ 7241345 h 18249775"/>
              <a:gd name="connsiteX0-201" fmla="*/ 0 w 9670262"/>
              <a:gd name="connsiteY0-202" fmla="*/ 7241345 h 18249775"/>
              <a:gd name="connsiteX1-203" fmla="*/ 9670262 w 9670262"/>
              <a:gd name="connsiteY1-204" fmla="*/ 0 h 18249775"/>
              <a:gd name="connsiteX2-205" fmla="*/ 9535806 w 9670262"/>
              <a:gd name="connsiteY2-206" fmla="*/ 13933992 h 18249775"/>
              <a:gd name="connsiteX3-207" fmla="*/ 3922139 w 9670262"/>
              <a:gd name="connsiteY3-208" fmla="*/ 18249775 h 18249775"/>
              <a:gd name="connsiteX4-209" fmla="*/ 0 w 9670262"/>
              <a:gd name="connsiteY4-210" fmla="*/ 7241345 h 18249775"/>
              <a:gd name="connsiteX0-211" fmla="*/ 0 w 9528208"/>
              <a:gd name="connsiteY0-212" fmla="*/ 7097929 h 18249775"/>
              <a:gd name="connsiteX1-213" fmla="*/ 9528208 w 9528208"/>
              <a:gd name="connsiteY1-214" fmla="*/ 0 h 18249775"/>
              <a:gd name="connsiteX2-215" fmla="*/ 9393752 w 9528208"/>
              <a:gd name="connsiteY2-216" fmla="*/ 13933992 h 18249775"/>
              <a:gd name="connsiteX3-217" fmla="*/ 3780085 w 9528208"/>
              <a:gd name="connsiteY3-218" fmla="*/ 18249775 h 18249775"/>
              <a:gd name="connsiteX4-219" fmla="*/ 0 w 9528208"/>
              <a:gd name="connsiteY4-220" fmla="*/ 7097929 h 18249775"/>
              <a:gd name="connsiteX0-221" fmla="*/ 0 w 9655007"/>
              <a:gd name="connsiteY0-222" fmla="*/ 7317929 h 18249775"/>
              <a:gd name="connsiteX1-223" fmla="*/ 9655007 w 9655007"/>
              <a:gd name="connsiteY1-224" fmla="*/ 0 h 18249775"/>
              <a:gd name="connsiteX2-225" fmla="*/ 9520551 w 9655007"/>
              <a:gd name="connsiteY2-226" fmla="*/ 13933992 h 18249775"/>
              <a:gd name="connsiteX3-227" fmla="*/ 3906884 w 9655007"/>
              <a:gd name="connsiteY3-228" fmla="*/ 18249775 h 18249775"/>
              <a:gd name="connsiteX4-229" fmla="*/ 0 w 9655007"/>
              <a:gd name="connsiteY4-230" fmla="*/ 7317929 h 18249775"/>
              <a:gd name="connsiteX0-231" fmla="*/ 0 w 9655007"/>
              <a:gd name="connsiteY0-232" fmla="*/ 7317929 h 18249775"/>
              <a:gd name="connsiteX1-233" fmla="*/ 9655007 w 9655007"/>
              <a:gd name="connsiteY1-234" fmla="*/ 0 h 18249775"/>
              <a:gd name="connsiteX2-235" fmla="*/ 9392542 w 9655007"/>
              <a:gd name="connsiteY2-236" fmla="*/ 14049080 h 18249775"/>
              <a:gd name="connsiteX3-237" fmla="*/ 3906884 w 9655007"/>
              <a:gd name="connsiteY3-238" fmla="*/ 18249775 h 18249775"/>
              <a:gd name="connsiteX4-239" fmla="*/ 0 w 9655007"/>
              <a:gd name="connsiteY4-240" fmla="*/ 7317929 h 18249775"/>
              <a:gd name="connsiteX0-241" fmla="*/ 0 w 9460921"/>
              <a:gd name="connsiteY0-242" fmla="*/ 7117261 h 18049107"/>
              <a:gd name="connsiteX1-243" fmla="*/ 9460921 w 9460921"/>
              <a:gd name="connsiteY1-244" fmla="*/ 0 h 18049107"/>
              <a:gd name="connsiteX2-245" fmla="*/ 9392542 w 9460921"/>
              <a:gd name="connsiteY2-246" fmla="*/ 13848412 h 18049107"/>
              <a:gd name="connsiteX3-247" fmla="*/ 3906884 w 9460921"/>
              <a:gd name="connsiteY3-248" fmla="*/ 18049107 h 18049107"/>
              <a:gd name="connsiteX4-249" fmla="*/ 0 w 9460921"/>
              <a:gd name="connsiteY4-250" fmla="*/ 7117261 h 180491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460921" h="18049107">
                <a:moveTo>
                  <a:pt x="0" y="7117261"/>
                </a:moveTo>
                <a:lnTo>
                  <a:pt x="9460921" y="0"/>
                </a:lnTo>
                <a:cubicBezTo>
                  <a:pt x="9458260" y="4487797"/>
                  <a:pt x="9395203" y="9360615"/>
                  <a:pt x="9392542" y="13848412"/>
                </a:cubicBezTo>
                <a:lnTo>
                  <a:pt x="3906884" y="18049107"/>
                </a:lnTo>
                <a:lnTo>
                  <a:pt x="0" y="7117261"/>
                </a:lnTo>
                <a:close/>
              </a:path>
            </a:pathLst>
          </a:custGeom>
          <a:gradFill flip="none" rotWithShape="1">
            <a:gsLst>
              <a:gs pos="14000">
                <a:schemeClr val="accent1">
                  <a:lumMod val="67000"/>
                </a:schemeClr>
              </a:gs>
              <a:gs pos="66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45" dirty="0"/>
          </a:p>
        </p:txBody>
      </p:sp>
      <p:sp>
        <p:nvSpPr>
          <p:cNvPr id="1048800" name="文本框 8"/>
          <p:cNvSpPr txBox="1"/>
          <p:nvPr/>
        </p:nvSpPr>
        <p:spPr>
          <a:xfrm>
            <a:off x="7352161" y="1498455"/>
            <a:ext cx="5043750" cy="3116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830" b="1" dirty="0">
                <a:solidFill>
                  <a:schemeClr val="bg2"/>
                </a:solidFill>
                <a:effectLst>
                  <a:outerShdw blurRad="50800" dist="50800" dir="5400000" algn="ctr" rotWithShape="0">
                    <a:schemeClr val="tx1">
                      <a:lumMod val="50000"/>
                      <a:lumOff val="5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 谢</a:t>
            </a:r>
            <a:endParaRPr lang="en-US" altLang="zh-CN" sz="9830" b="1" dirty="0">
              <a:solidFill>
                <a:schemeClr val="bg2"/>
              </a:solidFill>
              <a:effectLst>
                <a:outerShdw blurRad="50800" dist="50800" dir="5400000" algn="ctr" rotWithShape="0">
                  <a:schemeClr val="tx1">
                    <a:lumMod val="50000"/>
                    <a:lumOff val="5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9830" b="1" dirty="0">
                <a:solidFill>
                  <a:schemeClr val="bg2"/>
                </a:solidFill>
                <a:effectLst>
                  <a:outerShdw blurRad="50800" dist="50800" dir="5400000" algn="ctr" rotWithShape="0">
                    <a:schemeClr val="tx1">
                      <a:lumMod val="50000"/>
                      <a:lumOff val="5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 看</a:t>
            </a:r>
            <a:endParaRPr lang="zh-CN" altLang="en-US" sz="9830" b="1" dirty="0">
              <a:solidFill>
                <a:schemeClr val="bg2"/>
              </a:solidFill>
              <a:effectLst>
                <a:outerShdw blurRad="50800" dist="50800" dir="5400000" algn="ctr" rotWithShape="0">
                  <a:schemeClr val="tx1">
                    <a:lumMod val="50000"/>
                    <a:lumOff val="5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8801" name="文本框 9"/>
          <p:cNvSpPr txBox="1"/>
          <p:nvPr/>
        </p:nvSpPr>
        <p:spPr>
          <a:xfrm>
            <a:off x="6628986" y="5114509"/>
            <a:ext cx="5808626" cy="516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70" dirty="0">
                <a:solidFill>
                  <a:schemeClr val="bg2">
                    <a:lumMod val="90000"/>
                  </a:schemeClr>
                </a:solidFill>
                <a:effectLst>
                  <a:outerShdw blurRad="50800" dist="50800" dir="5400000" algn="ctr" rotWithShape="0">
                    <a:schemeClr val="bg2">
                      <a:lumMod val="25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Thank you for your listening </a:t>
            </a:r>
            <a:r>
              <a:rPr lang="zh-CN" altLang="en-US" sz="2770" dirty="0">
                <a:solidFill>
                  <a:schemeClr val="bg2">
                    <a:lumMod val="90000"/>
                  </a:schemeClr>
                </a:solidFill>
                <a:effectLst>
                  <a:outerShdw blurRad="50800" dist="50800" dir="5400000" algn="ctr" rotWithShape="0">
                    <a:schemeClr val="bg2">
                      <a:lumMod val="25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！</a:t>
            </a:r>
            <a:endParaRPr lang="zh-CN" altLang="en-US" sz="2770" dirty="0">
              <a:solidFill>
                <a:schemeClr val="bg2">
                  <a:lumMod val="90000"/>
                </a:schemeClr>
              </a:solidFill>
              <a:effectLst>
                <a:outerShdw blurRad="50800" dist="50800" dir="5400000" algn="ctr" rotWithShape="0">
                  <a:schemeClr val="bg2">
                    <a:lumMod val="25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88" y="0"/>
            <a:ext cx="4465329" cy="152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4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4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99" grpId="0" animBg="1"/>
      <p:bldP spid="1048800" grpId="0"/>
      <p:bldP spid="104880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42.72881889763784,&quot;left&quot;:37.68952755905512,&quot;top&quot;:167.99999999999994,&quot;width&quot;:888.5388188976376}"/>
</p:tagLst>
</file>

<file path=ppt/tags/tag2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3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4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5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6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7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8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9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0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1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2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3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4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5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6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7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8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19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20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21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22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23.xml><?xml version="1.0" encoding="utf-8"?>
<p:tagLst xmlns:p="http://schemas.openxmlformats.org/presentationml/2006/main">
  <p:tag name="KSO_WM_DIAGRAM_VIRTUALLY_FRAME" val="{&quot;height&quot;:342.7288188976378,&quot;left&quot;:37.68952755905512,&quot;top&quot;:167.99999999999994,&quot;width&quot;:888.5388188976376}"/>
</p:tagLst>
</file>

<file path=ppt/tags/tag24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25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26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27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28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29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0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1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2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3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4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5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6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7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8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39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0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1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2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3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4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5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6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7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8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49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50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51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52.xml><?xml version="1.0" encoding="utf-8"?>
<p:tagLst xmlns:p="http://schemas.openxmlformats.org/presentationml/2006/main">
  <p:tag name="KSO_WM_DIAGRAM_VIRTUALLY_FRAME" val="{&quot;height&quot;:380.17167830878935,&quot;left&quot;:53.325826771653546,&quot;top&quot;:110.46779527559056,&quot;width&quot;:818.7544094488188}"/>
</p:tagLst>
</file>

<file path=ppt/tags/tag53.xml><?xml version="1.0" encoding="utf-8"?>
<p:tagLst xmlns:p="http://schemas.openxmlformats.org/presentationml/2006/main">
  <p:tag name="KSO_WM_DIAGRAM_VIRTUALLY_FRAME" val="{&quot;height&quot;:342.72881889763784,&quot;left&quot;:37.68952755905512,&quot;top&quot;:167.99999999999994,&quot;width&quot;:888.5388188976376}"/>
</p:tagLst>
</file>

<file path=ppt/tags/tag54.xml><?xml version="1.0" encoding="utf-8"?>
<p:tagLst xmlns:p="http://schemas.openxmlformats.org/presentationml/2006/main">
  <p:tag name="KSO_WM_DIAGRAM_VIRTUALLY_FRAME" val="{&quot;height&quot;:342.72881889763784,&quot;left&quot;:37.68952755905512,&quot;top&quot;:167.99999999999994,&quot;width&quot;:888.5388188976376}"/>
</p:tagLst>
</file>

<file path=ppt/tags/tag55.xml><?xml version="1.0" encoding="utf-8"?>
<p:tagLst xmlns:p="http://schemas.openxmlformats.org/presentationml/2006/main">
  <p:tag name="KSO_WM_DIAGRAM_VIRTUALLY_FRAME" val="{&quot;height&quot;:342.72881889763784,&quot;left&quot;:37.68952755905512,&quot;top&quot;:167.99999999999994,&quot;width&quot;:888.5388188976376}"/>
</p:tagLst>
</file>

<file path=ppt/tags/tag56.xml><?xml version="1.0" encoding="utf-8"?>
<p:tagLst xmlns:p="http://schemas.openxmlformats.org/presentationml/2006/main">
  <p:tag name="KSO_WM_DIAGRAM_VIRTUALLY_FRAME" val="{&quot;height&quot;:342.72881889763784,&quot;left&quot;:37.68952755905512,&quot;top&quot;:167.99999999999994,&quot;width&quot;:888.5388188976376}"/>
</p:tagLst>
</file>

<file path=ppt/tags/tag57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58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59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0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1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2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3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4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5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6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7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8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69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0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1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2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3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4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5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6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7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8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79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0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1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2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3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4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5.xml><?xml version="1.0" encoding="utf-8"?>
<p:tagLst xmlns:p="http://schemas.openxmlformats.org/presentationml/2006/main">
  <p:tag name="KSO_WM_DIAGRAM_VIRTUALLY_FRAME" val="{&quot;height&quot;:416.2720472440945,&quot;left&quot;:-3.52511811023622,&quot;top&quot;:71.5103937007874,&quot;width&quot;:931.6330708661417}"/>
</p:tagLst>
</file>

<file path=ppt/tags/tag86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87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88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89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0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1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2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3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4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5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6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7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8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9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00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01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02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03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04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05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06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07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08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09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0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1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2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3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4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5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6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7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8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19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0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1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2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3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4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5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6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7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8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29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30.xml><?xml version="1.0" encoding="utf-8"?>
<p:tagLst xmlns:p="http://schemas.openxmlformats.org/presentationml/2006/main">
  <p:tag name="KSO_WM_DIAGRAM_VIRTUALLY_FRAME" val="{&quot;height&quot;:383.35118110236226,&quot;left&quot;:46.446377952755896,&quot;top&quot;:92.35047244094487,&quot;width&quot;:874.9170078740157}"/>
</p:tagLst>
</file>

<file path=ppt/tags/tag131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2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3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4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5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6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7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8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39.xml><?xml version="1.0" encoding="utf-8"?>
<p:tagLst xmlns:p="http://schemas.openxmlformats.org/presentationml/2006/main">
  <p:tag name="KSO_WM_DIAGRAM_VIRTUALLY_FRAME" val="{&quot;height&quot;:327.67102362204724,&quot;left&quot;:192.17582677165353,&quot;top&quot;:137.5796062992126,&quot;width&quot;:663.7314960629922}"/>
</p:tagLst>
</file>

<file path=ppt/tags/tag140.xml><?xml version="1.0" encoding="utf-8"?>
<p:tagLst xmlns:p="http://schemas.openxmlformats.org/presentationml/2006/main">
  <p:tag name="COMMONDATA" val="eyJoZGlkIjoiNDI1NGQ4MDY4NjMxYWVlMzc3ODM2NDE0MmU1ODUxYzYifQ=="/>
  <p:tag name="commondata" val="eyJoZGlkIjoiN2ViN2M3MDNlZGRiNjQwZjhmNzhmZGNkNzY4NzYwMG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2573</Words>
  <Application>WPS 演示</Application>
  <PresentationFormat>Widescreen</PresentationFormat>
  <Paragraphs>255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汉仪雅酷黑-85J</vt:lpstr>
      <vt:lpstr>HYXuanSong 75J</vt:lpstr>
      <vt:lpstr>Calibri</vt:lpstr>
      <vt:lpstr>Microsoft YaHei UI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hugq</cp:lastModifiedBy>
  <cp:revision>6</cp:revision>
  <dcterms:created xsi:type="dcterms:W3CDTF">2024-02-29T12:43:00Z</dcterms:created>
  <dcterms:modified xsi:type="dcterms:W3CDTF">2024-03-02T00:53:23Z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AD00EC4D54B14C96AA616DE2A4457462_12</vt:lpwstr>
  </property>
  <property fmtid="{D5CDD505-2E9C-101B-9397-08002B2CF9AE}" pid="3" name="KSOProductBuildVer">
    <vt:lpwstr>2052-12.1.0.16388</vt:lpwstr>
  </property>
</Properties>
</file>