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81" r:id="rId2"/>
    <p:sldId id="260" r:id="rId3"/>
    <p:sldId id="263" r:id="rId4"/>
    <p:sldId id="262" r:id="rId5"/>
    <p:sldId id="256" r:id="rId6"/>
    <p:sldId id="259" r:id="rId7"/>
    <p:sldId id="257" r:id="rId8"/>
    <p:sldId id="266" r:id="rId9"/>
    <p:sldId id="267" r:id="rId10"/>
    <p:sldId id="268" r:id="rId11"/>
    <p:sldId id="269" r:id="rId12"/>
    <p:sldId id="270" r:id="rId13"/>
    <p:sldId id="271" r:id="rId14"/>
    <p:sldId id="273" r:id="rId15"/>
    <p:sldId id="272" r:id="rId16"/>
    <p:sldId id="283" r:id="rId17"/>
    <p:sldId id="282" r:id="rId18"/>
  </p:sldIdLst>
  <p:sldSz cx="12192000" cy="6858000"/>
  <p:notesSz cx="6858000" cy="9144000"/>
  <p:embeddedFontLs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  <p:embeddedFont>
      <p:font typeface="汉仪瑞意宋X 75简" panose="00020600040101010101" pitchFamily="18" charset="-122"/>
      <p:bold r:id="rId22"/>
    </p:embeddedFont>
    <p:embeddedFont>
      <p:font typeface="汉仪润圆-45简" panose="00020600040101010101" pitchFamily="18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F89"/>
    <a:srgbClr val="B03034"/>
    <a:srgbClr val="F1F1F1"/>
    <a:srgbClr val="B13135"/>
    <a:srgbClr val="003E87"/>
    <a:srgbClr val="9A1B1E"/>
    <a:srgbClr val="EEEFF2"/>
    <a:srgbClr val="E3EAF2"/>
    <a:srgbClr val="EEF1F6"/>
    <a:srgbClr val="E3E1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>
        <p:scale>
          <a:sx n="76" d="100"/>
          <a:sy n="76" d="100"/>
        </p:scale>
        <p:origin x="672" y="31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9FB813-9A75-D1F7-71E9-17D10A457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D54EB2-A11B-0A75-715C-F3AD7A43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\</a:t>
            </a:r>
            <a:fld id="{611348A5-A3CD-40E9-9B60-3C042C79CEF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0442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696701-E0C7-3CD0-C387-2EAFDCF80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D7D289-2E36-6015-DDB7-1A30FEE8F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5F74CF-7220-1ABB-3359-8B710BA68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BFDC-9748-4ED0-B2F4-748D88EEE568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FF6264-D837-4051-E40C-A42B84232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7792A3-8C06-D715-ED64-C57CE53C1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48A5-A3CD-40E9-9B60-3C042C79C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883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B9DEBC-5F94-EDEF-8825-7F24B69CE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6AAD93-17C5-EF24-7B4D-A83720081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6985D5-9F95-B56A-AA9E-1A91D3198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BFDC-9748-4ED0-B2F4-748D88EEE568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3AC215-B13A-D18E-13F4-5212C91AA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2E4E81-65DC-7EC4-C4A1-827676760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48A5-A3CD-40E9-9B60-3C042C79C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563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C21037-A6E9-881D-E06F-D00FC3810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4C513E-C10C-5742-444F-3C9EA86B3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22DD10-F01D-338F-B3D9-B27225952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63D742-D92F-0926-B020-29081129A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BFDC-9748-4ED0-B2F4-748D88EEE568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D5C663-AA4C-2228-AF21-BA382BCA5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1EDC6C-2B5C-DFD5-0AB7-3D24258FB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48A5-A3CD-40E9-9B60-3C042C79C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937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DFE024-734C-A09C-51C2-AE165A49F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124793-5AB9-E6B3-360C-BBA203E76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C44DC7-CBA8-0E24-1273-3693967AF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E702CDE-E3C9-C897-AA34-CC41725FC4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D0598E-EE84-1C62-06CC-240D1925EF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F67187E-342B-BF6D-D050-35DE30D3E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BFDC-9748-4ED0-B2F4-748D88EEE568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7A58ADE-AC8B-6BA7-9FD0-E9437531D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85B777-CBFD-47B4-F9C9-C42C18B57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48A5-A3CD-40E9-9B60-3C042C79C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603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A523DB-6A51-1B83-9EEC-DF3EAAD77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C5FDFC-C584-42E6-7ABE-38F3443AD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BFDC-9748-4ED0-B2F4-748D88EEE568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D444DF-F2D4-576F-C73F-91B6C1934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8DE0D6-1EEF-8C35-9511-16C196F01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48A5-A3CD-40E9-9B60-3C042C79C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658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B5F4E76-0C76-F7AE-5967-FB49DEA7E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BFDC-9748-4ED0-B2F4-748D88EEE568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00B339-01E6-3F11-CCEE-F5AAB44D7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61A050-3C2F-761F-9FAF-AE54AE72D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48A5-A3CD-40E9-9B60-3C042C79C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208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7CB8EA-9E67-1E28-8151-7977F6FF2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C23248-F44D-8DF8-4F31-BA2C89388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300337-1586-1D94-CA82-02089477A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208F33-EB9D-BB0F-7C6F-45C2EFC6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BFDC-9748-4ED0-B2F4-748D88EEE568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003C6D-4D64-4269-3071-8C6C17A6C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F38723-B712-96FC-6A7E-53FE1C545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48A5-A3CD-40E9-9B60-3C042C79C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712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2D0923-5D34-29DD-5973-43D3B01DC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ED0C8EC-8675-9759-5140-71407DD00E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6E89FF-B109-CF75-81FA-36C55DA71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BFBD0F-696A-721E-730C-AE9C918E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BFDC-9748-4ED0-B2F4-748D88EEE568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7DCBB0-71E7-EC31-6B35-BA2580F5A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BEC0D3-551F-CF92-433C-BF555C2A8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48A5-A3CD-40E9-9B60-3C042C79C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834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06D631-1561-C5DD-3DEE-B87E52F4F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55621A-3DA0-19D6-2081-0FB211A05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188EE-110F-54F6-91C9-2FAEF6CE6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BFDC-9748-4ED0-B2F4-748D88EEE568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EE8FFE-C382-419D-0F15-579ADD973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056703-188E-BBB4-CBB8-422C6B719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48A5-A3CD-40E9-9B60-3C042C79C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174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6C806BA-F9FB-4D72-46B5-3F2A596E59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EEB851-0BB6-70EC-604B-1D45D8AA7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CC135F-161E-D60E-414E-3F153D8ED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8BFDC-9748-4ED0-B2F4-748D88EEE568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FB5EFB-1A81-E4E0-5DCF-9DF4CE66F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F3A1D5-A711-5C21-768A-A436A139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48A5-A3CD-40E9-9B60-3C042C79C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1365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BBB7028-B126-2BBC-78A2-0A5F28328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5211F6-6D98-8365-0B48-0FAC22957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7AF2A2-F844-39D6-A9A8-C758DADC5B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8BFDC-9748-4ED0-B2F4-748D88EEE568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33FA19-4BB2-78B3-B50E-0272997000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FBA714-B003-AD7D-6C23-CF6744F6E3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1348A5-A3CD-40E9-9B60-3C042C79C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237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microsoft.com/office/2007/relationships/hdphoto" Target="../media/hdphoto1.wdp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>
            <a:extLst>
              <a:ext uri="{FF2B5EF4-FFF2-40B4-BE49-F238E27FC236}">
                <a16:creationId xmlns:a16="http://schemas.microsoft.com/office/drawing/2014/main" id="{DD963D03-839F-F99F-CBB8-AE6C8BC3A23D}"/>
              </a:ext>
            </a:extLst>
          </p:cNvPr>
          <p:cNvGrpSpPr/>
          <p:nvPr/>
        </p:nvGrpSpPr>
        <p:grpSpPr>
          <a:xfrm>
            <a:off x="6052087" y="-45"/>
            <a:ext cx="6161870" cy="6902082"/>
            <a:chOff x="6052087" y="-45"/>
            <a:chExt cx="6161870" cy="6902082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D98F4D6F-6A78-786D-49AE-5F0678A2F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52087" y="-45"/>
              <a:ext cx="6139913" cy="3429045"/>
            </a:xfrm>
            <a:prstGeom prst="rect">
              <a:avLst/>
            </a:prstGeom>
          </p:spPr>
        </p:pic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763C91C4-B033-74F5-1239-8A4890A340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74044" y="3429001"/>
              <a:ext cx="6139913" cy="3473036"/>
            </a:xfrm>
            <a:prstGeom prst="rect">
              <a:avLst/>
            </a:prstGeom>
          </p:spPr>
        </p:pic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4D044DB-BFF0-0D5D-BCF8-B1F9E94AF4BB}"/>
              </a:ext>
            </a:extLst>
          </p:cNvPr>
          <p:cNvGrpSpPr/>
          <p:nvPr/>
        </p:nvGrpSpPr>
        <p:grpSpPr>
          <a:xfrm>
            <a:off x="0" y="0"/>
            <a:ext cx="6096000" cy="6858000"/>
            <a:chOff x="0" y="0"/>
            <a:chExt cx="6096000" cy="68580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5441B1DE-184C-19C4-DB70-276553B69FDE}"/>
                </a:ext>
              </a:extLst>
            </p:cNvPr>
            <p:cNvSpPr/>
            <p:nvPr/>
          </p:nvSpPr>
          <p:spPr>
            <a:xfrm>
              <a:off x="0" y="0"/>
              <a:ext cx="6096000" cy="6858000"/>
            </a:xfrm>
            <a:prstGeom prst="rect">
              <a:avLst/>
            </a:prstGeom>
            <a:solidFill>
              <a:srgbClr val="003F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3630318C-A909-4EEE-7842-B813CC1AAE3A}"/>
                </a:ext>
              </a:extLst>
            </p:cNvPr>
            <p:cNvSpPr/>
            <p:nvPr/>
          </p:nvSpPr>
          <p:spPr>
            <a:xfrm rot="5400000" flipH="1" flipV="1">
              <a:off x="69591" y="4325454"/>
              <a:ext cx="2462955" cy="2602137"/>
            </a:xfrm>
            <a:custGeom>
              <a:avLst/>
              <a:gdLst>
                <a:gd name="connsiteX0" fmla="*/ 0 w 1464435"/>
                <a:gd name="connsiteY0" fmla="*/ 0 h 1547190"/>
                <a:gd name="connsiteX1" fmla="*/ 1464435 w 1464435"/>
                <a:gd name="connsiteY1" fmla="*/ 0 h 1547190"/>
                <a:gd name="connsiteX2" fmla="*/ 1314628 w 1464435"/>
                <a:gd name="connsiteY2" fmla="*/ 22863 h 1547190"/>
                <a:gd name="connsiteX3" fmla="*/ 3759 w 1464435"/>
                <a:gd name="connsiteY3" fmla="*/ 1472763 h 1547190"/>
                <a:gd name="connsiteX4" fmla="*/ 0 w 1464435"/>
                <a:gd name="connsiteY4" fmla="*/ 1547190 h 154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4435" h="1547190">
                  <a:moveTo>
                    <a:pt x="0" y="0"/>
                  </a:moveTo>
                  <a:lnTo>
                    <a:pt x="1464435" y="0"/>
                  </a:lnTo>
                  <a:lnTo>
                    <a:pt x="1314628" y="22863"/>
                  </a:lnTo>
                  <a:cubicBezTo>
                    <a:pt x="615432" y="165940"/>
                    <a:pt x="77096" y="750618"/>
                    <a:pt x="3759" y="1472763"/>
                  </a:cubicBezTo>
                  <a:lnTo>
                    <a:pt x="0" y="15471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712DD68D-3FF9-6A44-AEE3-AE77071B61F7}"/>
              </a:ext>
            </a:extLst>
          </p:cNvPr>
          <p:cNvSpPr txBox="1"/>
          <p:nvPr/>
        </p:nvSpPr>
        <p:spPr>
          <a:xfrm>
            <a:off x="1246524" y="5350603"/>
            <a:ext cx="1801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汇报人：</a:t>
            </a:r>
            <a:r>
              <a:rPr lang="en-US" altLang="zh-CN" sz="2000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XXX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02530A-546F-457B-C45C-A806BD4E6051}"/>
              </a:ext>
            </a:extLst>
          </p:cNvPr>
          <p:cNvSpPr txBox="1"/>
          <p:nvPr/>
        </p:nvSpPr>
        <p:spPr>
          <a:xfrm>
            <a:off x="3686971" y="5345285"/>
            <a:ext cx="1801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2024</a:t>
            </a:r>
            <a:r>
              <a:rPr lang="zh-CN" altLang="en-US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年</a:t>
            </a:r>
            <a:r>
              <a:rPr lang="en-US" altLang="zh-CN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X</a:t>
            </a:r>
            <a:r>
              <a:rPr lang="zh-CN" altLang="en-US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月</a:t>
            </a:r>
            <a:r>
              <a:rPr lang="en-US" altLang="zh-CN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X</a:t>
            </a:r>
            <a:r>
              <a:rPr lang="zh-CN" altLang="en-US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日</a:t>
            </a:r>
            <a:endParaRPr lang="zh-CN" altLang="en-US" sz="2000" b="1" dirty="0">
              <a:solidFill>
                <a:schemeClr val="bg1"/>
              </a:solidFill>
              <a:latin typeface="汉仪润圆-45简" panose="00020600040101010101" pitchFamily="18" charset="-122"/>
              <a:ea typeface="汉仪润圆-45简" panose="00020600040101010101" pitchFamily="18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BDD67F2-90DB-B2D4-8525-F132CAC51A3F}"/>
              </a:ext>
            </a:extLst>
          </p:cNvPr>
          <p:cNvGrpSpPr/>
          <p:nvPr/>
        </p:nvGrpSpPr>
        <p:grpSpPr>
          <a:xfrm>
            <a:off x="9579868" y="3769052"/>
            <a:ext cx="2612133" cy="3186142"/>
            <a:chOff x="9579868" y="3769052"/>
            <a:chExt cx="2612133" cy="3186142"/>
          </a:xfrm>
          <a:solidFill>
            <a:srgbClr val="003F89"/>
          </a:solidFill>
        </p:grpSpPr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80B1817B-DDD6-608C-7B8B-9C2BDBAD1DB7}"/>
                </a:ext>
              </a:extLst>
            </p:cNvPr>
            <p:cNvSpPr/>
            <p:nvPr/>
          </p:nvSpPr>
          <p:spPr>
            <a:xfrm rot="10800000" flipV="1">
              <a:off x="9719583" y="5313835"/>
              <a:ext cx="2472417" cy="1641359"/>
            </a:xfrm>
            <a:custGeom>
              <a:avLst/>
              <a:gdLst>
                <a:gd name="connsiteX0" fmla="*/ 0 w 1464435"/>
                <a:gd name="connsiteY0" fmla="*/ 0 h 1547190"/>
                <a:gd name="connsiteX1" fmla="*/ 1464435 w 1464435"/>
                <a:gd name="connsiteY1" fmla="*/ 0 h 1547190"/>
                <a:gd name="connsiteX2" fmla="*/ 1314628 w 1464435"/>
                <a:gd name="connsiteY2" fmla="*/ 22863 h 1547190"/>
                <a:gd name="connsiteX3" fmla="*/ 3759 w 1464435"/>
                <a:gd name="connsiteY3" fmla="*/ 1472763 h 1547190"/>
                <a:gd name="connsiteX4" fmla="*/ 0 w 1464435"/>
                <a:gd name="connsiteY4" fmla="*/ 1547190 h 154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4435" h="1547190">
                  <a:moveTo>
                    <a:pt x="0" y="0"/>
                  </a:moveTo>
                  <a:lnTo>
                    <a:pt x="1464435" y="0"/>
                  </a:lnTo>
                  <a:lnTo>
                    <a:pt x="1314628" y="22863"/>
                  </a:lnTo>
                  <a:cubicBezTo>
                    <a:pt x="615432" y="165940"/>
                    <a:pt x="77096" y="750618"/>
                    <a:pt x="3759" y="1472763"/>
                  </a:cubicBezTo>
                  <a:lnTo>
                    <a:pt x="0" y="154719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66E2BD13-6708-EACE-72D1-A55A59688FDA}"/>
                </a:ext>
              </a:extLst>
            </p:cNvPr>
            <p:cNvSpPr/>
            <p:nvPr/>
          </p:nvSpPr>
          <p:spPr>
            <a:xfrm rot="16200000" flipV="1">
              <a:off x="10109151" y="3239769"/>
              <a:ext cx="1553567" cy="2612133"/>
            </a:xfrm>
            <a:custGeom>
              <a:avLst/>
              <a:gdLst>
                <a:gd name="connsiteX0" fmla="*/ 0 w 1464435"/>
                <a:gd name="connsiteY0" fmla="*/ 0 h 1547190"/>
                <a:gd name="connsiteX1" fmla="*/ 1464435 w 1464435"/>
                <a:gd name="connsiteY1" fmla="*/ 0 h 1547190"/>
                <a:gd name="connsiteX2" fmla="*/ 1314628 w 1464435"/>
                <a:gd name="connsiteY2" fmla="*/ 22863 h 1547190"/>
                <a:gd name="connsiteX3" fmla="*/ 3759 w 1464435"/>
                <a:gd name="connsiteY3" fmla="*/ 1472763 h 1547190"/>
                <a:gd name="connsiteX4" fmla="*/ 0 w 1464435"/>
                <a:gd name="connsiteY4" fmla="*/ 1547190 h 154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4435" h="1547190">
                  <a:moveTo>
                    <a:pt x="0" y="0"/>
                  </a:moveTo>
                  <a:lnTo>
                    <a:pt x="1464435" y="0"/>
                  </a:lnTo>
                  <a:lnTo>
                    <a:pt x="1314628" y="22863"/>
                  </a:lnTo>
                  <a:cubicBezTo>
                    <a:pt x="615432" y="165940"/>
                    <a:pt x="77096" y="750618"/>
                    <a:pt x="3759" y="1472763"/>
                  </a:cubicBezTo>
                  <a:lnTo>
                    <a:pt x="0" y="154719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5" name="椭圆 14">
            <a:extLst>
              <a:ext uri="{FF2B5EF4-FFF2-40B4-BE49-F238E27FC236}">
                <a16:creationId xmlns:a16="http://schemas.microsoft.com/office/drawing/2014/main" id="{C661D2CD-CB1D-A593-5AD7-81E320587290}"/>
              </a:ext>
            </a:extLst>
          </p:cNvPr>
          <p:cNvSpPr/>
          <p:nvPr/>
        </p:nvSpPr>
        <p:spPr>
          <a:xfrm>
            <a:off x="9529600" y="5269280"/>
            <a:ext cx="120125" cy="120125"/>
          </a:xfrm>
          <a:prstGeom prst="ellipse">
            <a:avLst/>
          </a:prstGeom>
          <a:solidFill>
            <a:srgbClr val="003F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FD44F61-6627-B2EE-1834-970D38ED94E6}"/>
              </a:ext>
            </a:extLst>
          </p:cNvPr>
          <p:cNvGrpSpPr/>
          <p:nvPr/>
        </p:nvGrpSpPr>
        <p:grpSpPr>
          <a:xfrm>
            <a:off x="6076950" y="6035381"/>
            <a:ext cx="6219761" cy="956570"/>
            <a:chOff x="0" y="5107371"/>
            <a:chExt cx="12434293" cy="1958184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73FCE9F0-C1EC-A5C1-6BAA-6A5A8B5AE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DA8276"/>
                </a:clrFrom>
                <a:clrTo>
                  <a:srgbClr val="DA8276">
                    <a:alpha val="0"/>
                  </a:srgbClr>
                </a:clrTo>
              </a:clrChange>
              <a:duotone>
                <a:prstClr val="black"/>
                <a:srgbClr val="003F8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63059" y="5275943"/>
              <a:ext cx="2771234" cy="1582057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38F9545-ADEB-948D-9E2B-4C50106701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7E5C1"/>
                </a:clrFrom>
                <a:clrTo>
                  <a:srgbClr val="F7E5C1">
                    <a:alpha val="0"/>
                  </a:srgbClr>
                </a:clrTo>
              </a:clrChange>
              <a:duotone>
                <a:prstClr val="black"/>
                <a:srgbClr val="003F8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107371"/>
              <a:ext cx="3570418" cy="1774075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A5A3DAFA-D5A5-56B9-A554-1BE14A465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E6E8E9"/>
                </a:clrFrom>
                <a:clrTo>
                  <a:srgbClr val="E6E8E9">
                    <a:alpha val="0"/>
                  </a:srgbClr>
                </a:clrTo>
              </a:clrChange>
              <a:duotone>
                <a:prstClr val="black"/>
                <a:srgbClr val="003F8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4374" y="6014537"/>
              <a:ext cx="2801522" cy="866909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4DE332AD-624C-869B-C338-525C41FCC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C9DD76"/>
                </a:clrFrom>
                <a:clrTo>
                  <a:srgbClr val="C9DD76">
                    <a:alpha val="0"/>
                  </a:srgbClr>
                </a:clrTo>
              </a:clrChange>
              <a:duotone>
                <a:prstClr val="black"/>
                <a:srgbClr val="003F8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9219" y="5487733"/>
              <a:ext cx="851371" cy="1393805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9A239FED-1358-AE01-7F0D-2C4AF97BB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E2DFEE"/>
                </a:clrFrom>
                <a:clrTo>
                  <a:srgbClr val="E2DFEE">
                    <a:alpha val="0"/>
                  </a:srgbClr>
                </a:clrTo>
              </a:clrChange>
              <a:duotone>
                <a:prstClr val="black"/>
                <a:srgbClr val="003F8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5545" y="5857803"/>
              <a:ext cx="3301589" cy="1023643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CA860D1D-D8AB-7337-625B-2FDAAEE8B1D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CA9191"/>
                </a:clrFrom>
                <a:clrTo>
                  <a:srgbClr val="CA9191">
                    <a:alpha val="0"/>
                  </a:srgbClr>
                </a:clrTo>
              </a:clrChange>
              <a:duotone>
                <a:prstClr val="black"/>
                <a:srgbClr val="003F8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5810" y="5563058"/>
              <a:ext cx="2313046" cy="1408570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E642F856-F7AB-E6AF-B557-C5B2908F0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D0E7D6"/>
                </a:clrFrom>
                <a:clrTo>
                  <a:srgbClr val="D0E7D6">
                    <a:alpha val="0"/>
                  </a:srgbClr>
                </a:clrTo>
              </a:clrChange>
              <a:duotone>
                <a:prstClr val="black"/>
                <a:srgbClr val="003F8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55006" y="5382047"/>
              <a:ext cx="1524257" cy="1683508"/>
            </a:xfrm>
            <a:prstGeom prst="rect">
              <a:avLst/>
            </a:pr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7D4646F-EAD8-CA2C-FE07-2D50092EAF6C}"/>
              </a:ext>
            </a:extLst>
          </p:cNvPr>
          <p:cNvSpPr txBox="1"/>
          <p:nvPr/>
        </p:nvSpPr>
        <p:spPr>
          <a:xfrm>
            <a:off x="729046" y="1735047"/>
            <a:ext cx="677129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solidFill>
                  <a:srgbClr val="B03034"/>
                </a:solidFill>
                <a:latin typeface="汉仪瑞意宋X 75简" panose="00020600040101010101" pitchFamily="18" charset="-122"/>
                <a:ea typeface="汉仪瑞意宋X 75简" panose="00020600040101010101" pitchFamily="18" charset="-122"/>
              </a:rPr>
              <a:t>红</a:t>
            </a:r>
            <a:r>
              <a:rPr lang="zh-CN" altLang="en-US" sz="8000" dirty="0">
                <a:solidFill>
                  <a:schemeClr val="bg1"/>
                </a:solidFill>
                <a:latin typeface="汉仪瑞意宋X 75简" panose="00020600040101010101" pitchFamily="18" charset="-122"/>
                <a:ea typeface="汉仪瑞意宋X 75简" panose="00020600040101010101" pitchFamily="18" charset="-122"/>
              </a:rPr>
              <a:t>蓝</a:t>
            </a:r>
            <a:endParaRPr lang="en-US" altLang="zh-CN" sz="8000" dirty="0">
              <a:solidFill>
                <a:schemeClr val="bg1"/>
              </a:solidFill>
              <a:latin typeface="汉仪瑞意宋X 75简" panose="00020600040101010101" pitchFamily="18" charset="-122"/>
              <a:ea typeface="汉仪瑞意宋X 75简" panose="00020600040101010101" pitchFamily="18" charset="-122"/>
            </a:endParaRPr>
          </a:p>
          <a:p>
            <a:r>
              <a:rPr lang="zh-CN" altLang="en-US" sz="8000" dirty="0">
                <a:solidFill>
                  <a:schemeClr val="bg1"/>
                </a:solidFill>
                <a:latin typeface="汉仪瑞意宋X 75简" panose="00020600040101010101" pitchFamily="18" charset="-122"/>
                <a:ea typeface="汉仪瑞意宋X 75简" panose="00020600040101010101" pitchFamily="18" charset="-122"/>
              </a:rPr>
              <a:t>撞色风模板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6A87D22A-9F21-88E7-F9FB-7DEF25491B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815" y="270712"/>
            <a:ext cx="1893576" cy="5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592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A1BD79-723B-EA8D-7A16-B086EB4AF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1902AF3-C41A-C2E8-D95A-289D48D6CA5C}"/>
              </a:ext>
            </a:extLst>
          </p:cNvPr>
          <p:cNvSpPr txBox="1"/>
          <p:nvPr/>
        </p:nvSpPr>
        <p:spPr>
          <a:xfrm>
            <a:off x="812801" y="858535"/>
            <a:ext cx="2140856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solidFill>
                  <a:srgbClr val="003F89"/>
                </a:solidFill>
                <a:latin typeface="汉仪瑞意宋X 75简" panose="00020600040101010101" pitchFamily="18" charset="-122"/>
                <a:ea typeface="汉仪瑞意宋X 75简" panose="00020600040101010101" pitchFamily="18" charset="-122"/>
              </a:rPr>
              <a:t>目录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44CF0B6-264F-CFA5-A913-28875ACA0DD0}"/>
              </a:ext>
            </a:extLst>
          </p:cNvPr>
          <p:cNvCxnSpPr>
            <a:cxnSpLocks/>
          </p:cNvCxnSpPr>
          <p:nvPr/>
        </p:nvCxnSpPr>
        <p:spPr>
          <a:xfrm flipH="1">
            <a:off x="6095999" y="2815771"/>
            <a:ext cx="1" cy="1814286"/>
          </a:xfrm>
          <a:prstGeom prst="line">
            <a:avLst/>
          </a:prstGeom>
          <a:ln w="12700" cap="rnd">
            <a:solidFill>
              <a:srgbClr val="B03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493E52A-072E-8CB8-7D69-B82183668124}"/>
              </a:ext>
            </a:extLst>
          </p:cNvPr>
          <p:cNvCxnSpPr>
            <a:cxnSpLocks/>
          </p:cNvCxnSpPr>
          <p:nvPr/>
        </p:nvCxnSpPr>
        <p:spPr>
          <a:xfrm>
            <a:off x="2217057" y="3759201"/>
            <a:ext cx="7757885" cy="0"/>
          </a:xfrm>
          <a:prstGeom prst="line">
            <a:avLst/>
          </a:prstGeom>
          <a:ln w="12700" cap="rnd">
            <a:solidFill>
              <a:srgbClr val="003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DA271321-C787-DC61-286C-39E0EB94C43E}"/>
              </a:ext>
            </a:extLst>
          </p:cNvPr>
          <p:cNvSpPr txBox="1"/>
          <p:nvPr/>
        </p:nvSpPr>
        <p:spPr>
          <a:xfrm>
            <a:off x="2217057" y="2651591"/>
            <a:ext cx="1445986" cy="1015663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23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rgbClr val="B03034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  <a:cs typeface="Arial" panose="020B0604020202020204" pitchFamily="34" charset="0"/>
              </a:rPr>
              <a:t>01</a:t>
            </a:r>
            <a:endParaRPr lang="zh-CN" altLang="en-US" sz="6000" dirty="0">
              <a:solidFill>
                <a:srgbClr val="B03034"/>
              </a:solidFill>
              <a:latin typeface="汉仪润圆-45简" panose="00020600040101010101" pitchFamily="18" charset="-122"/>
              <a:ea typeface="汉仪润圆-45简" panose="00020600040101010101" pitchFamily="18" charset="-122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A3DE354-3825-962D-3963-D4203D8901E9}"/>
              </a:ext>
            </a:extLst>
          </p:cNvPr>
          <p:cNvSpPr txBox="1"/>
          <p:nvPr/>
        </p:nvSpPr>
        <p:spPr>
          <a:xfrm>
            <a:off x="6184951" y="2664237"/>
            <a:ext cx="1424621" cy="1015663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23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rgbClr val="003F89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  <a:cs typeface="Arial" panose="020B0604020202020204" pitchFamily="34" charset="0"/>
              </a:rPr>
              <a:t>02</a:t>
            </a:r>
            <a:endParaRPr lang="zh-CN" altLang="en-US" sz="6000" dirty="0">
              <a:solidFill>
                <a:srgbClr val="003F89"/>
              </a:solidFill>
              <a:latin typeface="汉仪润圆-45简" panose="00020600040101010101" pitchFamily="18" charset="-122"/>
              <a:ea typeface="汉仪润圆-45简" panose="00020600040101010101" pitchFamily="18" charset="-122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5D09B8B-591F-AFA5-34A0-2165D4A98237}"/>
              </a:ext>
            </a:extLst>
          </p:cNvPr>
          <p:cNvSpPr txBox="1"/>
          <p:nvPr/>
        </p:nvSpPr>
        <p:spPr>
          <a:xfrm>
            <a:off x="2217057" y="3798945"/>
            <a:ext cx="1283720" cy="1015663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23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3F89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03</a:t>
            </a:r>
            <a:endParaRPr lang="zh-CN" altLang="en-US" sz="6000" b="1" dirty="0">
              <a:solidFill>
                <a:srgbClr val="003F89"/>
              </a:solidFill>
              <a:latin typeface="汉仪润圆-45简" panose="00020600040101010101" pitchFamily="18" charset="-122"/>
              <a:ea typeface="汉仪润圆-45简" panose="00020600040101010101" pitchFamily="18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22E7F75-675B-C5E5-F7E9-B49210202CBB}"/>
              </a:ext>
            </a:extLst>
          </p:cNvPr>
          <p:cNvSpPr txBox="1"/>
          <p:nvPr/>
        </p:nvSpPr>
        <p:spPr>
          <a:xfrm>
            <a:off x="6184951" y="3798945"/>
            <a:ext cx="1370524" cy="1015663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23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B03034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04</a:t>
            </a:r>
            <a:endParaRPr lang="zh-CN" altLang="en-US" sz="6000" b="1" dirty="0">
              <a:solidFill>
                <a:srgbClr val="B03034"/>
              </a:solidFill>
              <a:latin typeface="汉仪润圆-45简" panose="00020600040101010101" pitchFamily="18" charset="-122"/>
              <a:ea typeface="汉仪润圆-45简" panose="00020600040101010101" pitchFamily="18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3DC974B-B84B-D26E-624E-834DA8A11EFB}"/>
              </a:ext>
            </a:extLst>
          </p:cNvPr>
          <p:cNvSpPr txBox="1"/>
          <p:nvPr/>
        </p:nvSpPr>
        <p:spPr>
          <a:xfrm>
            <a:off x="3250278" y="2825815"/>
            <a:ext cx="1944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rgbClr val="B03034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添加标题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69F760D-FDD0-155C-867D-BF8766023D19}"/>
              </a:ext>
            </a:extLst>
          </p:cNvPr>
          <p:cNvSpPr txBox="1"/>
          <p:nvPr/>
        </p:nvSpPr>
        <p:spPr>
          <a:xfrm>
            <a:off x="3250278" y="3172068"/>
            <a:ext cx="2605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请在此处输入你的正文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E104423-3D1E-FA48-F8B9-C602CF044E3C}"/>
              </a:ext>
            </a:extLst>
          </p:cNvPr>
          <p:cNvSpPr txBox="1"/>
          <p:nvPr/>
        </p:nvSpPr>
        <p:spPr>
          <a:xfrm>
            <a:off x="7293856" y="3975267"/>
            <a:ext cx="1627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rgbClr val="B03034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添加标题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EDA21BB-AFEF-002F-79F1-054DF8B74ED2}"/>
              </a:ext>
            </a:extLst>
          </p:cNvPr>
          <p:cNvSpPr txBox="1"/>
          <p:nvPr/>
        </p:nvSpPr>
        <p:spPr>
          <a:xfrm>
            <a:off x="3286565" y="3964382"/>
            <a:ext cx="1944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rgbClr val="B03034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添加标题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191BDB6-A516-D4D4-2A71-D6C2506B43BF}"/>
              </a:ext>
            </a:extLst>
          </p:cNvPr>
          <p:cNvSpPr txBox="1"/>
          <p:nvPr/>
        </p:nvSpPr>
        <p:spPr>
          <a:xfrm>
            <a:off x="7259822" y="2819591"/>
            <a:ext cx="1944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rgbClr val="B03034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添加标题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586360E-B651-B82C-1771-76A72669027E}"/>
              </a:ext>
            </a:extLst>
          </p:cNvPr>
          <p:cNvSpPr txBox="1"/>
          <p:nvPr/>
        </p:nvSpPr>
        <p:spPr>
          <a:xfrm>
            <a:off x="7293856" y="4318328"/>
            <a:ext cx="2385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请在此处输入你的正文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8D1212B-C193-D35D-AA2B-DA29B2CD4469}"/>
              </a:ext>
            </a:extLst>
          </p:cNvPr>
          <p:cNvSpPr txBox="1"/>
          <p:nvPr/>
        </p:nvSpPr>
        <p:spPr>
          <a:xfrm>
            <a:off x="3286565" y="4295158"/>
            <a:ext cx="2385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请在此处输入你的正文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ACE6943-5BCE-0711-F371-A0C0FE949B81}"/>
              </a:ext>
            </a:extLst>
          </p:cNvPr>
          <p:cNvSpPr txBox="1"/>
          <p:nvPr/>
        </p:nvSpPr>
        <p:spPr>
          <a:xfrm>
            <a:off x="7259822" y="3165270"/>
            <a:ext cx="2385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请在此处输入你的正文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47B8400-0850-791E-B8D0-FDC3B59F067A}"/>
              </a:ext>
            </a:extLst>
          </p:cNvPr>
          <p:cNvSpPr txBox="1"/>
          <p:nvPr/>
        </p:nvSpPr>
        <p:spPr>
          <a:xfrm>
            <a:off x="919897" y="1783448"/>
            <a:ext cx="2602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B03034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  <a:cs typeface="Times New Roman" panose="02020603050405020304" pitchFamily="18" charset="0"/>
              </a:rPr>
              <a:t>CONTENTS</a:t>
            </a:r>
            <a:endParaRPr lang="zh-CN" altLang="en-US" sz="2000" b="1" dirty="0">
              <a:solidFill>
                <a:srgbClr val="B03034"/>
              </a:solidFill>
              <a:latin typeface="汉仪润圆-45简" panose="00020600040101010101" pitchFamily="18" charset="-122"/>
              <a:ea typeface="汉仪润圆-45简" panose="00020600040101010101" pitchFamily="18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4B7ADB3-7178-4496-7F53-366D04662DA3}"/>
              </a:ext>
            </a:extLst>
          </p:cNvPr>
          <p:cNvGrpSpPr/>
          <p:nvPr/>
        </p:nvGrpSpPr>
        <p:grpSpPr>
          <a:xfrm>
            <a:off x="-55241" y="5099458"/>
            <a:ext cx="12460506" cy="1955678"/>
            <a:chOff x="0" y="5107371"/>
            <a:chExt cx="12434293" cy="1958184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3BD82515-BB40-83FC-23D9-02091AE3C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DA8276"/>
                </a:clrFrom>
                <a:clrTo>
                  <a:srgbClr val="DA8276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63059" y="5275943"/>
              <a:ext cx="2771234" cy="1582057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F34FA12-DEA0-976D-DFE1-92114CC86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7E5C1"/>
                </a:clrFrom>
                <a:clrTo>
                  <a:srgbClr val="F7E5C1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107371"/>
              <a:ext cx="3570418" cy="1774075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D5AABDD7-A16B-C292-593C-7D7114BFF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E6E8E9"/>
                </a:clrFrom>
                <a:clrTo>
                  <a:srgbClr val="E6E8E9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4374" y="6014537"/>
              <a:ext cx="2801522" cy="866909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08E772B3-F0BF-AF01-79BE-B6259E05C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C9DD76"/>
                </a:clrFrom>
                <a:clrTo>
                  <a:srgbClr val="C9DD76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9219" y="5487733"/>
              <a:ext cx="851371" cy="1393805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91ADBEC-7ACA-3AB7-2B67-446921497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E2DFEE"/>
                </a:clrFrom>
                <a:clrTo>
                  <a:srgbClr val="E2DFEE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5545" y="5857803"/>
              <a:ext cx="3301589" cy="1023643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607C7089-B406-BF94-9D56-3EF20C228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CA9191"/>
                </a:clrFrom>
                <a:clrTo>
                  <a:srgbClr val="CA9191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5810" y="5563058"/>
              <a:ext cx="2313046" cy="1408570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22A43F2-7C13-607D-0D27-A0D5B8C8F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D0E7D6"/>
                </a:clrFrom>
                <a:clrTo>
                  <a:srgbClr val="D0E7D6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55006" y="5382047"/>
              <a:ext cx="1524257" cy="1683508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F31E33E-749C-1F45-2915-FCDF9D757B3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815" y="270712"/>
            <a:ext cx="1893576" cy="5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95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6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11C61CA7-EA42-1D66-5732-CD7DFF267F72}"/>
              </a:ext>
            </a:extLst>
          </p:cNvPr>
          <p:cNvSpPr/>
          <p:nvPr/>
        </p:nvSpPr>
        <p:spPr>
          <a:xfrm>
            <a:off x="-1" y="0"/>
            <a:ext cx="5124735" cy="6858000"/>
          </a:xfrm>
          <a:custGeom>
            <a:avLst/>
            <a:gdLst>
              <a:gd name="connsiteX0" fmla="*/ 0 w 1527683"/>
              <a:gd name="connsiteY0" fmla="*/ 0 h 1574042"/>
              <a:gd name="connsiteX1" fmla="*/ 1527683 w 1527683"/>
              <a:gd name="connsiteY1" fmla="*/ 0 h 1574042"/>
              <a:gd name="connsiteX2" fmla="*/ 726310 w 1527683"/>
              <a:gd name="connsiteY2" fmla="*/ 1574042 h 1574042"/>
              <a:gd name="connsiteX3" fmla="*/ 0 w 1527683"/>
              <a:gd name="connsiteY3" fmla="*/ 1574042 h 1574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7683" h="1574042">
                <a:moveTo>
                  <a:pt x="0" y="0"/>
                </a:moveTo>
                <a:lnTo>
                  <a:pt x="1527683" y="0"/>
                </a:lnTo>
                <a:lnTo>
                  <a:pt x="726310" y="1574042"/>
                </a:lnTo>
                <a:lnTo>
                  <a:pt x="0" y="1574042"/>
                </a:lnTo>
                <a:close/>
              </a:path>
            </a:pathLst>
          </a:custGeom>
          <a:solidFill>
            <a:srgbClr val="003E87">
              <a:alpha val="59000"/>
            </a:srgbClr>
          </a:solidFill>
          <a:ln>
            <a:noFill/>
          </a:ln>
          <a:effectLst>
            <a:outerShdw blurRad="368300" dist="38100" algn="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C374E0D5-3D95-3ADC-051D-E8658015247F}"/>
              </a:ext>
            </a:extLst>
          </p:cNvPr>
          <p:cNvSpPr/>
          <p:nvPr/>
        </p:nvSpPr>
        <p:spPr>
          <a:xfrm>
            <a:off x="2434163" y="0"/>
            <a:ext cx="3794451" cy="6858000"/>
          </a:xfrm>
          <a:custGeom>
            <a:avLst/>
            <a:gdLst>
              <a:gd name="connsiteX0" fmla="*/ 2692010 w 3794451"/>
              <a:gd name="connsiteY0" fmla="*/ 0 h 6858000"/>
              <a:gd name="connsiteX1" fmla="*/ 3794451 w 3794451"/>
              <a:gd name="connsiteY1" fmla="*/ 0 h 6858000"/>
              <a:gd name="connsiteX2" fmla="*/ 1102441 w 3794451"/>
              <a:gd name="connsiteY2" fmla="*/ 6858000 h 6858000"/>
              <a:gd name="connsiteX3" fmla="*/ 0 w 379445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94451" h="6858000">
                <a:moveTo>
                  <a:pt x="2692010" y="0"/>
                </a:moveTo>
                <a:lnTo>
                  <a:pt x="3794451" y="0"/>
                </a:lnTo>
                <a:lnTo>
                  <a:pt x="11024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E87">
              <a:alpha val="15000"/>
            </a:srgbClr>
          </a:solidFill>
          <a:ln>
            <a:noFill/>
          </a:ln>
          <a:effectLst>
            <a:outerShdw blurRad="3683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266A4D07-AB7A-56B0-6A69-0B0D82A27577}"/>
              </a:ext>
            </a:extLst>
          </p:cNvPr>
          <p:cNvSpPr/>
          <p:nvPr/>
        </p:nvSpPr>
        <p:spPr>
          <a:xfrm>
            <a:off x="3539570" y="0"/>
            <a:ext cx="3310740" cy="6858000"/>
          </a:xfrm>
          <a:custGeom>
            <a:avLst/>
            <a:gdLst>
              <a:gd name="connsiteX0" fmla="*/ 2692010 w 3310740"/>
              <a:gd name="connsiteY0" fmla="*/ 0 h 6858000"/>
              <a:gd name="connsiteX1" fmla="*/ 3310740 w 3310740"/>
              <a:gd name="connsiteY1" fmla="*/ 0 h 6858000"/>
              <a:gd name="connsiteX2" fmla="*/ 618730 w 3310740"/>
              <a:gd name="connsiteY2" fmla="*/ 6858000 h 6858000"/>
              <a:gd name="connsiteX3" fmla="*/ 0 w 33107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0740" h="6858000">
                <a:moveTo>
                  <a:pt x="2692010" y="0"/>
                </a:moveTo>
                <a:lnTo>
                  <a:pt x="3310740" y="0"/>
                </a:lnTo>
                <a:lnTo>
                  <a:pt x="61873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E87">
              <a:alpha val="3000"/>
            </a:srgbClr>
          </a:solidFill>
          <a:ln>
            <a:noFill/>
          </a:ln>
          <a:effectLst>
            <a:outerShdw blurRad="3683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6A2C9C-4B4A-FD17-E661-76569CB6E67A}"/>
              </a:ext>
            </a:extLst>
          </p:cNvPr>
          <p:cNvSpPr txBox="1"/>
          <p:nvPr/>
        </p:nvSpPr>
        <p:spPr>
          <a:xfrm>
            <a:off x="428929" y="3867592"/>
            <a:ext cx="19111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solidFill>
                  <a:srgbClr val="003F89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  <a:cs typeface="Times New Roman" panose="02020603050405020304" pitchFamily="18" charset="0"/>
              </a:rPr>
              <a:t>01</a:t>
            </a:r>
            <a:endParaRPr lang="zh-CN" altLang="en-US" sz="8800" dirty="0">
              <a:solidFill>
                <a:srgbClr val="003F89"/>
              </a:solidFill>
              <a:latin typeface="汉仪润圆-45简" panose="00020600040101010101" pitchFamily="18" charset="-122"/>
              <a:ea typeface="汉仪润圆-45简" panose="00020600040101010101" pitchFamily="18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AABDAC-7BF2-615A-0D66-011C9A85EA1D}"/>
              </a:ext>
            </a:extLst>
          </p:cNvPr>
          <p:cNvSpPr txBox="1"/>
          <p:nvPr/>
        </p:nvSpPr>
        <p:spPr>
          <a:xfrm>
            <a:off x="1703438" y="4152088"/>
            <a:ext cx="5014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汉仪瑞意宋X 75简" panose="00020600040101010101" pitchFamily="18" charset="-122"/>
                <a:ea typeface="汉仪瑞意宋X 75简" panose="00020600040101010101" pitchFamily="18" charset="-122"/>
              </a:rPr>
              <a:t>请在此处添加你的标题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4C8EB4E-F152-48AC-2E1A-7296624D5529}"/>
              </a:ext>
            </a:extLst>
          </p:cNvPr>
          <p:cNvSpPr txBox="1"/>
          <p:nvPr/>
        </p:nvSpPr>
        <p:spPr>
          <a:xfrm>
            <a:off x="1703439" y="4735418"/>
            <a:ext cx="5014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汉仪润圆-45简" panose="00020600040101010101" pitchFamily="18" charset="-122"/>
                <a:ea typeface="汉仪润圆-45简" panose="00020600040101010101" pitchFamily="18" charset="-122"/>
                <a:cs typeface="Times New Roman" panose="02020603050405020304" pitchFamily="18" charset="0"/>
              </a:rPr>
              <a:t>请在此处输入你的正文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492A2E4-F3C1-6201-1506-282C565CD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815" y="270712"/>
            <a:ext cx="1893576" cy="5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180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BA45028-3792-B4E6-75B9-FDBECB828D63}"/>
              </a:ext>
            </a:extLst>
          </p:cNvPr>
          <p:cNvSpPr/>
          <p:nvPr/>
        </p:nvSpPr>
        <p:spPr>
          <a:xfrm>
            <a:off x="783608" y="1766816"/>
            <a:ext cx="3440373" cy="3480748"/>
          </a:xfrm>
          <a:prstGeom prst="rect">
            <a:avLst/>
          </a:prstGeom>
          <a:solidFill>
            <a:srgbClr val="003F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CD64BB3-62C0-016F-7894-DE2BB6A144AE}"/>
              </a:ext>
            </a:extLst>
          </p:cNvPr>
          <p:cNvSpPr/>
          <p:nvPr/>
        </p:nvSpPr>
        <p:spPr>
          <a:xfrm>
            <a:off x="667603" y="1610436"/>
            <a:ext cx="3440373" cy="34807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8794B12-792A-0CCE-7DFF-812FB31A7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3609" y="1766816"/>
            <a:ext cx="3324367" cy="3324367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68ADF31-79D2-814E-F4A3-DA598CE5F75E}"/>
              </a:ext>
            </a:extLst>
          </p:cNvPr>
          <p:cNvCxnSpPr>
            <a:cxnSpLocks/>
          </p:cNvCxnSpPr>
          <p:nvPr/>
        </p:nvCxnSpPr>
        <p:spPr>
          <a:xfrm>
            <a:off x="2893325" y="5008729"/>
            <a:ext cx="1480783" cy="0"/>
          </a:xfrm>
          <a:prstGeom prst="line">
            <a:avLst/>
          </a:prstGeom>
          <a:ln w="76200">
            <a:solidFill>
              <a:srgbClr val="B03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23562C1-5024-8A4A-78E8-83D866EDDA00}"/>
              </a:ext>
            </a:extLst>
          </p:cNvPr>
          <p:cNvCxnSpPr>
            <a:cxnSpLocks/>
          </p:cNvCxnSpPr>
          <p:nvPr/>
        </p:nvCxnSpPr>
        <p:spPr>
          <a:xfrm flipV="1">
            <a:off x="887103" y="1398896"/>
            <a:ext cx="0" cy="922999"/>
          </a:xfrm>
          <a:prstGeom prst="line">
            <a:avLst/>
          </a:prstGeom>
          <a:ln w="76200">
            <a:solidFill>
              <a:srgbClr val="B03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7EDB9407-C7A7-2D0E-C878-EC5B2C46BFA0}"/>
              </a:ext>
            </a:extLst>
          </p:cNvPr>
          <p:cNvSpPr/>
          <p:nvPr/>
        </p:nvSpPr>
        <p:spPr>
          <a:xfrm>
            <a:off x="4630339" y="1515683"/>
            <a:ext cx="7136001" cy="3731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A4C622F-0DC0-65F8-0238-8A097DC84ABE}"/>
              </a:ext>
            </a:extLst>
          </p:cNvPr>
          <p:cNvSpPr txBox="1"/>
          <p:nvPr/>
        </p:nvSpPr>
        <p:spPr>
          <a:xfrm>
            <a:off x="4884721" y="1874218"/>
            <a:ext cx="46519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汉仪瑞意宋X 75简" panose="00020600040101010101" pitchFamily="18" charset="-122"/>
                <a:ea typeface="汉仪瑞意宋X 75简" panose="00020600040101010101" pitchFamily="18" charset="-122"/>
              </a:rPr>
              <a:t>请在此处添加你的标题</a:t>
            </a: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13025A5A-5371-824C-B322-17C6883A641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7030A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703090" y="775293"/>
            <a:ext cx="1480781" cy="1480781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A2491677-19D7-B71D-931B-4131ECC2C117}"/>
              </a:ext>
            </a:extLst>
          </p:cNvPr>
          <p:cNvSpPr txBox="1"/>
          <p:nvPr/>
        </p:nvSpPr>
        <p:spPr>
          <a:xfrm>
            <a:off x="4884721" y="2948532"/>
            <a:ext cx="5622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E83438F-5A2A-C93C-89FB-D3B90CA189D3}"/>
              </a:ext>
            </a:extLst>
          </p:cNvPr>
          <p:cNvSpPr txBox="1"/>
          <p:nvPr/>
        </p:nvSpPr>
        <p:spPr>
          <a:xfrm>
            <a:off x="4884721" y="2378762"/>
            <a:ext cx="4142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3F89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请在此处输入你的正文</a:t>
            </a:r>
            <a:endParaRPr lang="en-US" altLang="zh-CN" sz="2000" dirty="0">
              <a:solidFill>
                <a:srgbClr val="003F89"/>
              </a:solidFill>
              <a:latin typeface="汉仪润圆-45简" panose="00020600040101010101" pitchFamily="18" charset="-122"/>
              <a:ea typeface="汉仪润圆-45简" panose="00020600040101010101" pitchFamily="18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B1171E-9EE3-6E8B-181B-31B0ACD3332F}"/>
              </a:ext>
            </a:extLst>
          </p:cNvPr>
          <p:cNvSpPr/>
          <p:nvPr/>
        </p:nvSpPr>
        <p:spPr>
          <a:xfrm>
            <a:off x="0" y="6598508"/>
            <a:ext cx="12192000" cy="259491"/>
          </a:xfrm>
          <a:prstGeom prst="rect">
            <a:avLst/>
          </a:prstGeom>
          <a:solidFill>
            <a:srgbClr val="003F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C500342-D6F9-F3D3-A6BA-BC8F87DC41DF}"/>
              </a:ext>
            </a:extLst>
          </p:cNvPr>
          <p:cNvSpPr txBox="1"/>
          <p:nvPr/>
        </p:nvSpPr>
        <p:spPr>
          <a:xfrm>
            <a:off x="4884721" y="4019527"/>
            <a:ext cx="5622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83474E2-F3DA-7906-0603-D1C8205ABA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815" y="270712"/>
            <a:ext cx="1893576" cy="5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461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F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CF8333CB-58C1-3667-1ABB-B122C7008AF9}"/>
              </a:ext>
            </a:extLst>
          </p:cNvPr>
          <p:cNvSpPr/>
          <p:nvPr/>
        </p:nvSpPr>
        <p:spPr>
          <a:xfrm>
            <a:off x="6089379" y="-1397"/>
            <a:ext cx="6096000" cy="6858000"/>
          </a:xfrm>
          <a:prstGeom prst="rect">
            <a:avLst/>
          </a:prstGeom>
          <a:solidFill>
            <a:srgbClr val="B03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>
            <a:extLst>
              <a:ext uri="{FF2B5EF4-FFF2-40B4-BE49-F238E27FC236}">
                <a16:creationId xmlns:a16="http://schemas.microsoft.com/office/drawing/2014/main" id="{E165EB51-1EB9-429C-3802-DF83E811DC7F}"/>
              </a:ext>
            </a:extLst>
          </p:cNvPr>
          <p:cNvSpPr/>
          <p:nvPr/>
        </p:nvSpPr>
        <p:spPr>
          <a:xfrm rot="5400000" flipH="1">
            <a:off x="-478230" y="468593"/>
            <a:ext cx="6814853" cy="5874874"/>
          </a:xfrm>
          <a:prstGeom prst="triangle">
            <a:avLst/>
          </a:prstGeom>
          <a:solidFill>
            <a:srgbClr val="B03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>
            <a:extLst>
              <a:ext uri="{FF2B5EF4-FFF2-40B4-BE49-F238E27FC236}">
                <a16:creationId xmlns:a16="http://schemas.microsoft.com/office/drawing/2014/main" id="{CC610302-F6C9-F77F-C637-A2969C3F99C0}"/>
              </a:ext>
            </a:extLst>
          </p:cNvPr>
          <p:cNvSpPr/>
          <p:nvPr/>
        </p:nvSpPr>
        <p:spPr>
          <a:xfrm rot="16200000">
            <a:off x="5852070" y="511739"/>
            <a:ext cx="6814853" cy="5874874"/>
          </a:xfrm>
          <a:prstGeom prst="triangle">
            <a:avLst/>
          </a:prstGeom>
          <a:solidFill>
            <a:srgbClr val="003E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6555E6-2739-E7F5-F772-2A49FEC32FD6}"/>
              </a:ext>
            </a:extLst>
          </p:cNvPr>
          <p:cNvSpPr/>
          <p:nvPr/>
        </p:nvSpPr>
        <p:spPr>
          <a:xfrm>
            <a:off x="345989" y="1008093"/>
            <a:ext cx="11557687" cy="53090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EA94F7F-57DE-CB23-9868-263EF60964E0}"/>
              </a:ext>
            </a:extLst>
          </p:cNvPr>
          <p:cNvSpPr txBox="1"/>
          <p:nvPr/>
        </p:nvSpPr>
        <p:spPr>
          <a:xfrm>
            <a:off x="1452019" y="1483205"/>
            <a:ext cx="2138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添加你的标题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BF461F5-4CA3-1FE1-8D6B-69B286145A42}"/>
              </a:ext>
            </a:extLst>
          </p:cNvPr>
          <p:cNvSpPr txBox="1"/>
          <p:nvPr/>
        </p:nvSpPr>
        <p:spPr>
          <a:xfrm>
            <a:off x="1452019" y="1987162"/>
            <a:ext cx="10163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31018DE-D1EF-AAA5-575C-90B3C4BACC25}"/>
              </a:ext>
            </a:extLst>
          </p:cNvPr>
          <p:cNvSpPr txBox="1"/>
          <p:nvPr/>
        </p:nvSpPr>
        <p:spPr>
          <a:xfrm>
            <a:off x="1452019" y="3127139"/>
            <a:ext cx="2138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添加你的标题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394B261-D4E1-62D5-FE7D-2014BDF934C8}"/>
              </a:ext>
            </a:extLst>
          </p:cNvPr>
          <p:cNvSpPr txBox="1"/>
          <p:nvPr/>
        </p:nvSpPr>
        <p:spPr>
          <a:xfrm>
            <a:off x="1452019" y="3624142"/>
            <a:ext cx="10163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F465C82-20F8-E54E-714F-5A2B8C4FE594}"/>
              </a:ext>
            </a:extLst>
          </p:cNvPr>
          <p:cNvSpPr txBox="1"/>
          <p:nvPr/>
        </p:nvSpPr>
        <p:spPr>
          <a:xfrm>
            <a:off x="1452019" y="4764627"/>
            <a:ext cx="2068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添加你的标题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E0DD62D-A275-5181-2AD6-8F1EAEEE1278}"/>
              </a:ext>
            </a:extLst>
          </p:cNvPr>
          <p:cNvSpPr txBox="1"/>
          <p:nvPr/>
        </p:nvSpPr>
        <p:spPr>
          <a:xfrm>
            <a:off x="1452019" y="5247339"/>
            <a:ext cx="10163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9079E1B-DA4A-0B9C-82B0-29949F00EFA5}"/>
              </a:ext>
            </a:extLst>
          </p:cNvPr>
          <p:cNvGrpSpPr/>
          <p:nvPr/>
        </p:nvGrpSpPr>
        <p:grpSpPr>
          <a:xfrm>
            <a:off x="332714" y="1022709"/>
            <a:ext cx="875360" cy="1704473"/>
            <a:chOff x="357726" y="552695"/>
            <a:chExt cx="1547190" cy="3012640"/>
          </a:xfrm>
          <a:solidFill>
            <a:srgbClr val="003F89"/>
          </a:solidFill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0B0118DF-C6E6-8348-7DBE-8629D6C2FDED}"/>
                </a:ext>
              </a:extLst>
            </p:cNvPr>
            <p:cNvSpPr/>
            <p:nvPr/>
          </p:nvSpPr>
          <p:spPr>
            <a:xfrm rot="10800000" flipH="1" flipV="1">
              <a:off x="357726" y="2018145"/>
              <a:ext cx="1464435" cy="1547190"/>
            </a:xfrm>
            <a:custGeom>
              <a:avLst/>
              <a:gdLst>
                <a:gd name="connsiteX0" fmla="*/ 0 w 1464435"/>
                <a:gd name="connsiteY0" fmla="*/ 0 h 1547190"/>
                <a:gd name="connsiteX1" fmla="*/ 1464435 w 1464435"/>
                <a:gd name="connsiteY1" fmla="*/ 0 h 1547190"/>
                <a:gd name="connsiteX2" fmla="*/ 1314628 w 1464435"/>
                <a:gd name="connsiteY2" fmla="*/ 22863 h 1547190"/>
                <a:gd name="connsiteX3" fmla="*/ 3759 w 1464435"/>
                <a:gd name="connsiteY3" fmla="*/ 1472763 h 1547190"/>
                <a:gd name="connsiteX4" fmla="*/ 0 w 1464435"/>
                <a:gd name="connsiteY4" fmla="*/ 1547190 h 154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4435" h="1547190">
                  <a:moveTo>
                    <a:pt x="0" y="0"/>
                  </a:moveTo>
                  <a:lnTo>
                    <a:pt x="1464435" y="0"/>
                  </a:lnTo>
                  <a:lnTo>
                    <a:pt x="1314628" y="22863"/>
                  </a:lnTo>
                  <a:cubicBezTo>
                    <a:pt x="615432" y="165940"/>
                    <a:pt x="77096" y="750618"/>
                    <a:pt x="3759" y="1472763"/>
                  </a:cubicBezTo>
                  <a:lnTo>
                    <a:pt x="0" y="154719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6DAE7FB5-A288-30AC-6E70-DA7D47518DAC}"/>
                </a:ext>
              </a:extLst>
            </p:cNvPr>
            <p:cNvSpPr/>
            <p:nvPr/>
          </p:nvSpPr>
          <p:spPr>
            <a:xfrm rot="5400000" flipH="1" flipV="1">
              <a:off x="399103" y="511318"/>
              <a:ext cx="1464435" cy="1547190"/>
            </a:xfrm>
            <a:custGeom>
              <a:avLst/>
              <a:gdLst>
                <a:gd name="connsiteX0" fmla="*/ 0 w 1464435"/>
                <a:gd name="connsiteY0" fmla="*/ 0 h 1547190"/>
                <a:gd name="connsiteX1" fmla="*/ 1464435 w 1464435"/>
                <a:gd name="connsiteY1" fmla="*/ 0 h 1547190"/>
                <a:gd name="connsiteX2" fmla="*/ 1314628 w 1464435"/>
                <a:gd name="connsiteY2" fmla="*/ 22863 h 1547190"/>
                <a:gd name="connsiteX3" fmla="*/ 3759 w 1464435"/>
                <a:gd name="connsiteY3" fmla="*/ 1472763 h 1547190"/>
                <a:gd name="connsiteX4" fmla="*/ 0 w 1464435"/>
                <a:gd name="connsiteY4" fmla="*/ 1547190 h 154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4435" h="1547190">
                  <a:moveTo>
                    <a:pt x="0" y="0"/>
                  </a:moveTo>
                  <a:lnTo>
                    <a:pt x="1464435" y="0"/>
                  </a:lnTo>
                  <a:lnTo>
                    <a:pt x="1314628" y="22863"/>
                  </a:lnTo>
                  <a:cubicBezTo>
                    <a:pt x="615432" y="165940"/>
                    <a:pt x="77096" y="750618"/>
                    <a:pt x="3759" y="1472763"/>
                  </a:cubicBezTo>
                  <a:lnTo>
                    <a:pt x="0" y="154719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9EEFA78C-792C-86E5-BD52-5469FA3074CF}"/>
              </a:ext>
            </a:extLst>
          </p:cNvPr>
          <p:cNvGrpSpPr/>
          <p:nvPr/>
        </p:nvGrpSpPr>
        <p:grpSpPr>
          <a:xfrm>
            <a:off x="345988" y="2687680"/>
            <a:ext cx="875360" cy="1689233"/>
            <a:chOff x="345988" y="2687680"/>
            <a:chExt cx="875360" cy="1689233"/>
          </a:xfrm>
          <a:solidFill>
            <a:srgbClr val="003F89"/>
          </a:solidFill>
        </p:grpSpPr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5D64057D-DDD1-48BE-182E-9BB43F555A2A}"/>
                </a:ext>
              </a:extLst>
            </p:cNvPr>
            <p:cNvSpPr/>
            <p:nvPr/>
          </p:nvSpPr>
          <p:spPr>
            <a:xfrm rot="10800000" flipH="1" flipV="1">
              <a:off x="345988" y="3501553"/>
              <a:ext cx="828539" cy="875360"/>
            </a:xfrm>
            <a:custGeom>
              <a:avLst/>
              <a:gdLst>
                <a:gd name="connsiteX0" fmla="*/ 0 w 1464435"/>
                <a:gd name="connsiteY0" fmla="*/ 0 h 1547190"/>
                <a:gd name="connsiteX1" fmla="*/ 1464435 w 1464435"/>
                <a:gd name="connsiteY1" fmla="*/ 0 h 1547190"/>
                <a:gd name="connsiteX2" fmla="*/ 1314628 w 1464435"/>
                <a:gd name="connsiteY2" fmla="*/ 22863 h 1547190"/>
                <a:gd name="connsiteX3" fmla="*/ 3759 w 1464435"/>
                <a:gd name="connsiteY3" fmla="*/ 1472763 h 1547190"/>
                <a:gd name="connsiteX4" fmla="*/ 0 w 1464435"/>
                <a:gd name="connsiteY4" fmla="*/ 1547190 h 154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4435" h="1547190">
                  <a:moveTo>
                    <a:pt x="0" y="0"/>
                  </a:moveTo>
                  <a:lnTo>
                    <a:pt x="1464435" y="0"/>
                  </a:lnTo>
                  <a:lnTo>
                    <a:pt x="1314628" y="22863"/>
                  </a:lnTo>
                  <a:cubicBezTo>
                    <a:pt x="615432" y="165940"/>
                    <a:pt x="77096" y="750618"/>
                    <a:pt x="3759" y="1472763"/>
                  </a:cubicBezTo>
                  <a:lnTo>
                    <a:pt x="0" y="154719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64B3B590-7962-BE92-57F7-0550CF9BF1DF}"/>
                </a:ext>
              </a:extLst>
            </p:cNvPr>
            <p:cNvSpPr/>
            <p:nvPr/>
          </p:nvSpPr>
          <p:spPr>
            <a:xfrm rot="5400000" flipH="1" flipV="1">
              <a:off x="369398" y="2664270"/>
              <a:ext cx="828539" cy="875360"/>
            </a:xfrm>
            <a:custGeom>
              <a:avLst/>
              <a:gdLst>
                <a:gd name="connsiteX0" fmla="*/ 0 w 1464435"/>
                <a:gd name="connsiteY0" fmla="*/ 0 h 1547190"/>
                <a:gd name="connsiteX1" fmla="*/ 1464435 w 1464435"/>
                <a:gd name="connsiteY1" fmla="*/ 0 h 1547190"/>
                <a:gd name="connsiteX2" fmla="*/ 1314628 w 1464435"/>
                <a:gd name="connsiteY2" fmla="*/ 22863 h 1547190"/>
                <a:gd name="connsiteX3" fmla="*/ 3759 w 1464435"/>
                <a:gd name="connsiteY3" fmla="*/ 1472763 h 1547190"/>
                <a:gd name="connsiteX4" fmla="*/ 0 w 1464435"/>
                <a:gd name="connsiteY4" fmla="*/ 1547190 h 154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4435" h="1547190">
                  <a:moveTo>
                    <a:pt x="0" y="0"/>
                  </a:moveTo>
                  <a:lnTo>
                    <a:pt x="1464435" y="0"/>
                  </a:lnTo>
                  <a:lnTo>
                    <a:pt x="1314628" y="22863"/>
                  </a:lnTo>
                  <a:cubicBezTo>
                    <a:pt x="615432" y="165940"/>
                    <a:pt x="77096" y="750618"/>
                    <a:pt x="3759" y="1472763"/>
                  </a:cubicBezTo>
                  <a:lnTo>
                    <a:pt x="0" y="154719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A1ADE0F-E8AA-4F0D-713C-BB52636F042A}"/>
              </a:ext>
            </a:extLst>
          </p:cNvPr>
          <p:cNvGrpSpPr/>
          <p:nvPr/>
        </p:nvGrpSpPr>
        <p:grpSpPr>
          <a:xfrm>
            <a:off x="337442" y="4291788"/>
            <a:ext cx="875360" cy="1704473"/>
            <a:chOff x="357726" y="552695"/>
            <a:chExt cx="1547190" cy="3012640"/>
          </a:xfrm>
          <a:solidFill>
            <a:srgbClr val="003F89"/>
          </a:solidFill>
        </p:grpSpPr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8D5DD358-F015-3EAA-A71F-B6D931CBD9EC}"/>
                </a:ext>
              </a:extLst>
            </p:cNvPr>
            <p:cNvSpPr/>
            <p:nvPr/>
          </p:nvSpPr>
          <p:spPr>
            <a:xfrm rot="10800000" flipH="1" flipV="1">
              <a:off x="357726" y="2018145"/>
              <a:ext cx="1464435" cy="1547190"/>
            </a:xfrm>
            <a:custGeom>
              <a:avLst/>
              <a:gdLst>
                <a:gd name="connsiteX0" fmla="*/ 0 w 1464435"/>
                <a:gd name="connsiteY0" fmla="*/ 0 h 1547190"/>
                <a:gd name="connsiteX1" fmla="*/ 1464435 w 1464435"/>
                <a:gd name="connsiteY1" fmla="*/ 0 h 1547190"/>
                <a:gd name="connsiteX2" fmla="*/ 1314628 w 1464435"/>
                <a:gd name="connsiteY2" fmla="*/ 22863 h 1547190"/>
                <a:gd name="connsiteX3" fmla="*/ 3759 w 1464435"/>
                <a:gd name="connsiteY3" fmla="*/ 1472763 h 1547190"/>
                <a:gd name="connsiteX4" fmla="*/ 0 w 1464435"/>
                <a:gd name="connsiteY4" fmla="*/ 1547190 h 154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4435" h="1547190">
                  <a:moveTo>
                    <a:pt x="0" y="0"/>
                  </a:moveTo>
                  <a:lnTo>
                    <a:pt x="1464435" y="0"/>
                  </a:lnTo>
                  <a:lnTo>
                    <a:pt x="1314628" y="22863"/>
                  </a:lnTo>
                  <a:cubicBezTo>
                    <a:pt x="615432" y="165940"/>
                    <a:pt x="77096" y="750618"/>
                    <a:pt x="3759" y="1472763"/>
                  </a:cubicBezTo>
                  <a:lnTo>
                    <a:pt x="0" y="154719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010C9A4E-D2F5-5425-F349-11A172C82F33}"/>
                </a:ext>
              </a:extLst>
            </p:cNvPr>
            <p:cNvSpPr/>
            <p:nvPr/>
          </p:nvSpPr>
          <p:spPr>
            <a:xfrm rot="5400000" flipH="1" flipV="1">
              <a:off x="399103" y="511318"/>
              <a:ext cx="1464435" cy="1547190"/>
            </a:xfrm>
            <a:custGeom>
              <a:avLst/>
              <a:gdLst>
                <a:gd name="connsiteX0" fmla="*/ 0 w 1464435"/>
                <a:gd name="connsiteY0" fmla="*/ 0 h 1547190"/>
                <a:gd name="connsiteX1" fmla="*/ 1464435 w 1464435"/>
                <a:gd name="connsiteY1" fmla="*/ 0 h 1547190"/>
                <a:gd name="connsiteX2" fmla="*/ 1314628 w 1464435"/>
                <a:gd name="connsiteY2" fmla="*/ 22863 h 1547190"/>
                <a:gd name="connsiteX3" fmla="*/ 3759 w 1464435"/>
                <a:gd name="connsiteY3" fmla="*/ 1472763 h 1547190"/>
                <a:gd name="connsiteX4" fmla="*/ 0 w 1464435"/>
                <a:gd name="connsiteY4" fmla="*/ 1547190 h 154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4435" h="1547190">
                  <a:moveTo>
                    <a:pt x="0" y="0"/>
                  </a:moveTo>
                  <a:lnTo>
                    <a:pt x="1464435" y="0"/>
                  </a:lnTo>
                  <a:lnTo>
                    <a:pt x="1314628" y="22863"/>
                  </a:lnTo>
                  <a:cubicBezTo>
                    <a:pt x="615432" y="165940"/>
                    <a:pt x="77096" y="750618"/>
                    <a:pt x="3759" y="1472763"/>
                  </a:cubicBezTo>
                  <a:lnTo>
                    <a:pt x="0" y="154719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B3869DB-F989-C003-42C5-450A699F378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815" y="270712"/>
            <a:ext cx="1893576" cy="5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476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3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BFB39EF1-06A6-8F91-925B-BD4B56D73B03}"/>
              </a:ext>
            </a:extLst>
          </p:cNvPr>
          <p:cNvSpPr/>
          <p:nvPr/>
        </p:nvSpPr>
        <p:spPr>
          <a:xfrm>
            <a:off x="-1" y="0"/>
            <a:ext cx="5124735" cy="6858000"/>
          </a:xfrm>
          <a:custGeom>
            <a:avLst/>
            <a:gdLst>
              <a:gd name="connsiteX0" fmla="*/ 0 w 1527683"/>
              <a:gd name="connsiteY0" fmla="*/ 0 h 1574042"/>
              <a:gd name="connsiteX1" fmla="*/ 1527683 w 1527683"/>
              <a:gd name="connsiteY1" fmla="*/ 0 h 1574042"/>
              <a:gd name="connsiteX2" fmla="*/ 726310 w 1527683"/>
              <a:gd name="connsiteY2" fmla="*/ 1574042 h 1574042"/>
              <a:gd name="connsiteX3" fmla="*/ 0 w 1527683"/>
              <a:gd name="connsiteY3" fmla="*/ 1574042 h 1574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7683" h="1574042">
                <a:moveTo>
                  <a:pt x="0" y="0"/>
                </a:moveTo>
                <a:lnTo>
                  <a:pt x="1527683" y="0"/>
                </a:lnTo>
                <a:lnTo>
                  <a:pt x="726310" y="1574042"/>
                </a:lnTo>
                <a:lnTo>
                  <a:pt x="0" y="1574042"/>
                </a:lnTo>
                <a:close/>
              </a:path>
            </a:pathLst>
          </a:custGeom>
          <a:solidFill>
            <a:srgbClr val="9A1B1E">
              <a:alpha val="59000"/>
            </a:srgbClr>
          </a:solidFill>
          <a:ln>
            <a:noFill/>
          </a:ln>
          <a:effectLst>
            <a:outerShdw blurRad="368300" dist="38100" algn="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D82E9A33-6430-0E4C-C656-B8CFCD7D5ECC}"/>
              </a:ext>
            </a:extLst>
          </p:cNvPr>
          <p:cNvSpPr/>
          <p:nvPr/>
        </p:nvSpPr>
        <p:spPr>
          <a:xfrm>
            <a:off x="2434163" y="0"/>
            <a:ext cx="3794451" cy="6858000"/>
          </a:xfrm>
          <a:custGeom>
            <a:avLst/>
            <a:gdLst>
              <a:gd name="connsiteX0" fmla="*/ 2692010 w 3794451"/>
              <a:gd name="connsiteY0" fmla="*/ 0 h 6858000"/>
              <a:gd name="connsiteX1" fmla="*/ 3794451 w 3794451"/>
              <a:gd name="connsiteY1" fmla="*/ 0 h 6858000"/>
              <a:gd name="connsiteX2" fmla="*/ 1102441 w 3794451"/>
              <a:gd name="connsiteY2" fmla="*/ 6858000 h 6858000"/>
              <a:gd name="connsiteX3" fmla="*/ 0 w 379445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94451" h="6858000">
                <a:moveTo>
                  <a:pt x="2692010" y="0"/>
                </a:moveTo>
                <a:lnTo>
                  <a:pt x="3794451" y="0"/>
                </a:lnTo>
                <a:lnTo>
                  <a:pt x="11024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A1B1E">
              <a:alpha val="15000"/>
            </a:srgbClr>
          </a:solidFill>
          <a:ln>
            <a:noFill/>
          </a:ln>
          <a:effectLst>
            <a:outerShdw blurRad="3683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E3584133-FF19-17E7-7BFD-7CFE4D92C25C}"/>
              </a:ext>
            </a:extLst>
          </p:cNvPr>
          <p:cNvSpPr/>
          <p:nvPr/>
        </p:nvSpPr>
        <p:spPr>
          <a:xfrm>
            <a:off x="3539570" y="0"/>
            <a:ext cx="3310740" cy="6858000"/>
          </a:xfrm>
          <a:custGeom>
            <a:avLst/>
            <a:gdLst>
              <a:gd name="connsiteX0" fmla="*/ 2692010 w 3310740"/>
              <a:gd name="connsiteY0" fmla="*/ 0 h 6858000"/>
              <a:gd name="connsiteX1" fmla="*/ 3310740 w 3310740"/>
              <a:gd name="connsiteY1" fmla="*/ 0 h 6858000"/>
              <a:gd name="connsiteX2" fmla="*/ 618730 w 3310740"/>
              <a:gd name="connsiteY2" fmla="*/ 6858000 h 6858000"/>
              <a:gd name="connsiteX3" fmla="*/ 0 w 33107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0740" h="6858000">
                <a:moveTo>
                  <a:pt x="2692010" y="0"/>
                </a:moveTo>
                <a:lnTo>
                  <a:pt x="3310740" y="0"/>
                </a:lnTo>
                <a:lnTo>
                  <a:pt x="61873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A1B1E">
              <a:alpha val="3000"/>
            </a:srgbClr>
          </a:solidFill>
          <a:ln>
            <a:noFill/>
          </a:ln>
          <a:effectLst>
            <a:outerShdw blurRad="3683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2CAC3E-A296-9E32-9076-C7C206F52A3B}"/>
              </a:ext>
            </a:extLst>
          </p:cNvPr>
          <p:cNvSpPr txBox="1"/>
          <p:nvPr/>
        </p:nvSpPr>
        <p:spPr>
          <a:xfrm>
            <a:off x="260817" y="3856706"/>
            <a:ext cx="17757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solidFill>
                  <a:srgbClr val="B03034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  <a:cs typeface="Times New Roman" panose="02020603050405020304" pitchFamily="18" charset="0"/>
              </a:rPr>
              <a:t>02</a:t>
            </a:r>
            <a:endParaRPr lang="zh-CN" altLang="en-US" sz="8800" dirty="0">
              <a:solidFill>
                <a:srgbClr val="B03034"/>
              </a:solidFill>
              <a:latin typeface="汉仪润圆-45简" panose="00020600040101010101" pitchFamily="18" charset="-122"/>
              <a:ea typeface="汉仪润圆-45简" panose="00020600040101010101" pitchFamily="18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2BA760-13D9-A3BC-C13E-589E8DABC0EF}"/>
              </a:ext>
            </a:extLst>
          </p:cNvPr>
          <p:cNvSpPr txBox="1"/>
          <p:nvPr/>
        </p:nvSpPr>
        <p:spPr>
          <a:xfrm>
            <a:off x="1703439" y="4152088"/>
            <a:ext cx="4792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汉仪瑞意宋X 75简" panose="00020600040101010101" pitchFamily="18" charset="-122"/>
                <a:ea typeface="汉仪瑞意宋X 75简" panose="00020600040101010101" pitchFamily="18" charset="-122"/>
              </a:rPr>
              <a:t>请在此处添加你的标题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A76699-F0E0-FBA9-5F44-2735F2BAF4ED}"/>
              </a:ext>
            </a:extLst>
          </p:cNvPr>
          <p:cNvSpPr txBox="1"/>
          <p:nvPr/>
        </p:nvSpPr>
        <p:spPr>
          <a:xfrm>
            <a:off x="1703439" y="4735418"/>
            <a:ext cx="5014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汉仪润圆-45简" panose="00020600040101010101" pitchFamily="18" charset="-122"/>
                <a:ea typeface="汉仪润圆-45简" panose="00020600040101010101" pitchFamily="18" charset="-122"/>
                <a:cs typeface="Times New Roman" panose="02020603050405020304" pitchFamily="18" charset="0"/>
              </a:rPr>
              <a:t>请在此处输入你的正文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055B9D3-F0AD-F432-B08D-3499745242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815" y="270712"/>
            <a:ext cx="1893576" cy="5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251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椭圆 1031">
            <a:extLst>
              <a:ext uri="{FF2B5EF4-FFF2-40B4-BE49-F238E27FC236}">
                <a16:creationId xmlns:a16="http://schemas.microsoft.com/office/drawing/2014/main" id="{8935BF2C-3BC2-370D-0592-032A6F98E63B}"/>
              </a:ext>
            </a:extLst>
          </p:cNvPr>
          <p:cNvSpPr/>
          <p:nvPr/>
        </p:nvSpPr>
        <p:spPr>
          <a:xfrm>
            <a:off x="3910817" y="1285894"/>
            <a:ext cx="4313396" cy="4313396"/>
          </a:xfrm>
          <a:prstGeom prst="ellipse">
            <a:avLst/>
          </a:prstGeom>
          <a:solidFill>
            <a:srgbClr val="003F89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8" name="椭圆 1027">
            <a:extLst>
              <a:ext uri="{FF2B5EF4-FFF2-40B4-BE49-F238E27FC236}">
                <a16:creationId xmlns:a16="http://schemas.microsoft.com/office/drawing/2014/main" id="{6171C078-30FE-B94C-CD4B-6278FDDB85BB}"/>
              </a:ext>
            </a:extLst>
          </p:cNvPr>
          <p:cNvSpPr/>
          <p:nvPr/>
        </p:nvSpPr>
        <p:spPr>
          <a:xfrm>
            <a:off x="3927466" y="1285894"/>
            <a:ext cx="4313396" cy="4313396"/>
          </a:xfrm>
          <a:prstGeom prst="ellipse">
            <a:avLst/>
          </a:prstGeom>
          <a:noFill/>
          <a:ln>
            <a:solidFill>
              <a:srgbClr val="003E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4" name="椭圆 1073">
            <a:extLst>
              <a:ext uri="{FF2B5EF4-FFF2-40B4-BE49-F238E27FC236}">
                <a16:creationId xmlns:a16="http://schemas.microsoft.com/office/drawing/2014/main" id="{A5551625-094A-C7BB-CCDB-8CB2C9077AD9}"/>
              </a:ext>
            </a:extLst>
          </p:cNvPr>
          <p:cNvSpPr/>
          <p:nvPr/>
        </p:nvSpPr>
        <p:spPr>
          <a:xfrm>
            <a:off x="4214600" y="1547851"/>
            <a:ext cx="3762298" cy="3762298"/>
          </a:xfrm>
          <a:prstGeom prst="ellipse">
            <a:avLst/>
          </a:prstGeom>
          <a:noFill/>
          <a:ln>
            <a:solidFill>
              <a:srgbClr val="003E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31" name="椭圆 1030">
            <a:extLst>
              <a:ext uri="{FF2B5EF4-FFF2-40B4-BE49-F238E27FC236}">
                <a16:creationId xmlns:a16="http://schemas.microsoft.com/office/drawing/2014/main" id="{3435A1C3-497D-EBD3-7F2A-C533CEA2F628}"/>
              </a:ext>
            </a:extLst>
          </p:cNvPr>
          <p:cNvSpPr/>
          <p:nvPr/>
        </p:nvSpPr>
        <p:spPr>
          <a:xfrm>
            <a:off x="4210244" y="1525200"/>
            <a:ext cx="3762298" cy="3762298"/>
          </a:xfrm>
          <a:prstGeom prst="ellipse">
            <a:avLst/>
          </a:prstGeom>
          <a:solidFill>
            <a:srgbClr val="B03034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DCE2FF99-9222-FFBC-03B6-2BFDF859CA1B}"/>
              </a:ext>
            </a:extLst>
          </p:cNvPr>
          <p:cNvGrpSpPr/>
          <p:nvPr/>
        </p:nvGrpSpPr>
        <p:grpSpPr>
          <a:xfrm>
            <a:off x="6677367" y="889470"/>
            <a:ext cx="4608286" cy="4557486"/>
            <a:chOff x="3726542" y="1092200"/>
            <a:chExt cx="4608286" cy="4557486"/>
          </a:xfrm>
          <a:noFill/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9E003C7B-D725-F29D-22D6-9486771B20A8}"/>
                </a:ext>
              </a:extLst>
            </p:cNvPr>
            <p:cNvSpPr/>
            <p:nvPr/>
          </p:nvSpPr>
          <p:spPr>
            <a:xfrm>
              <a:off x="3726542" y="1092200"/>
              <a:ext cx="4608286" cy="455748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C730C1CD-D52A-3E6F-D9B3-1974C3170A1D}"/>
                </a:ext>
              </a:extLst>
            </p:cNvPr>
            <p:cNvSpPr/>
            <p:nvPr/>
          </p:nvSpPr>
          <p:spPr>
            <a:xfrm>
              <a:off x="4541740" y="1882871"/>
              <a:ext cx="3009318" cy="29761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58" name="椭圆 1057">
            <a:extLst>
              <a:ext uri="{FF2B5EF4-FFF2-40B4-BE49-F238E27FC236}">
                <a16:creationId xmlns:a16="http://schemas.microsoft.com/office/drawing/2014/main" id="{AD086B3B-9115-51AB-8EFF-B42BE6204A7F}"/>
              </a:ext>
            </a:extLst>
          </p:cNvPr>
          <p:cNvSpPr/>
          <p:nvPr/>
        </p:nvSpPr>
        <p:spPr>
          <a:xfrm>
            <a:off x="4287500" y="1699063"/>
            <a:ext cx="715188" cy="715188"/>
          </a:xfrm>
          <a:prstGeom prst="ellipse">
            <a:avLst/>
          </a:prstGeom>
          <a:solidFill>
            <a:srgbClr val="003F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7" name="椭圆 1056">
            <a:extLst>
              <a:ext uri="{FF2B5EF4-FFF2-40B4-BE49-F238E27FC236}">
                <a16:creationId xmlns:a16="http://schemas.microsoft.com/office/drawing/2014/main" id="{4B400198-C1BC-FAF9-92CE-6C7DDA1B169D}"/>
              </a:ext>
            </a:extLst>
          </p:cNvPr>
          <p:cNvSpPr/>
          <p:nvPr/>
        </p:nvSpPr>
        <p:spPr>
          <a:xfrm>
            <a:off x="4249845" y="1582481"/>
            <a:ext cx="774458" cy="817048"/>
          </a:xfrm>
          <a:prstGeom prst="ellipse">
            <a:avLst/>
          </a:prstGeom>
          <a:solidFill>
            <a:srgbClr val="003F89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42" name="TextBox 35">
            <a:extLst>
              <a:ext uri="{FF2B5EF4-FFF2-40B4-BE49-F238E27FC236}">
                <a16:creationId xmlns:a16="http://schemas.microsoft.com/office/drawing/2014/main" id="{DB9B6AA0-59A0-828E-F7B5-656FA425CC32}"/>
              </a:ext>
            </a:extLst>
          </p:cNvPr>
          <p:cNvSpPr txBox="1"/>
          <p:nvPr/>
        </p:nvSpPr>
        <p:spPr>
          <a:xfrm>
            <a:off x="4348038" y="1723980"/>
            <a:ext cx="602263" cy="645696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1025" name="TextBox 36">
            <a:extLst>
              <a:ext uri="{FF2B5EF4-FFF2-40B4-BE49-F238E27FC236}">
                <a16:creationId xmlns:a16="http://schemas.microsoft.com/office/drawing/2014/main" id="{F04B9394-FE4B-76C3-B9DF-0C97F9A4B405}"/>
              </a:ext>
            </a:extLst>
          </p:cNvPr>
          <p:cNvSpPr txBox="1"/>
          <p:nvPr/>
        </p:nvSpPr>
        <p:spPr>
          <a:xfrm>
            <a:off x="4285091" y="1802903"/>
            <a:ext cx="706727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3999"/>
              </a:lnSpc>
              <a:spcBef>
                <a:spcPct val="0"/>
              </a:spcBef>
            </a:pPr>
            <a:r>
              <a:rPr lang="en-US" sz="3200" u="none" strike="noStrike" dirty="0">
                <a:solidFill>
                  <a:srgbClr val="FFFFFF"/>
                </a:solidFill>
                <a:latin typeface="汉仪瑞意宋X 75简" panose="00020600040101010101" pitchFamily="18" charset="-122"/>
                <a:ea typeface="汉仪瑞意宋X 75简" panose="00020600040101010101" pitchFamily="18" charset="-122"/>
              </a:rPr>
              <a:t>01</a:t>
            </a:r>
          </a:p>
        </p:txBody>
      </p:sp>
      <p:sp>
        <p:nvSpPr>
          <p:cNvPr id="1063" name="椭圆 1062">
            <a:extLst>
              <a:ext uri="{FF2B5EF4-FFF2-40B4-BE49-F238E27FC236}">
                <a16:creationId xmlns:a16="http://schemas.microsoft.com/office/drawing/2014/main" id="{4D80C482-0C75-26CB-B4D7-D3E005D5E615}"/>
              </a:ext>
            </a:extLst>
          </p:cNvPr>
          <p:cNvSpPr/>
          <p:nvPr/>
        </p:nvSpPr>
        <p:spPr>
          <a:xfrm>
            <a:off x="7173865" y="1602848"/>
            <a:ext cx="774458" cy="817048"/>
          </a:xfrm>
          <a:prstGeom prst="ellipse">
            <a:avLst/>
          </a:prstGeom>
          <a:solidFill>
            <a:srgbClr val="003F89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67" name="椭圆 1066">
            <a:extLst>
              <a:ext uri="{FF2B5EF4-FFF2-40B4-BE49-F238E27FC236}">
                <a16:creationId xmlns:a16="http://schemas.microsoft.com/office/drawing/2014/main" id="{EA5A77A9-A92C-7674-2763-44A47DCAAA38}"/>
              </a:ext>
            </a:extLst>
          </p:cNvPr>
          <p:cNvSpPr/>
          <p:nvPr/>
        </p:nvSpPr>
        <p:spPr>
          <a:xfrm>
            <a:off x="7207834" y="1680036"/>
            <a:ext cx="715188" cy="740215"/>
          </a:xfrm>
          <a:prstGeom prst="ellipse">
            <a:avLst/>
          </a:prstGeom>
          <a:solidFill>
            <a:srgbClr val="003F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9" name="椭圆 1068">
            <a:extLst>
              <a:ext uri="{FF2B5EF4-FFF2-40B4-BE49-F238E27FC236}">
                <a16:creationId xmlns:a16="http://schemas.microsoft.com/office/drawing/2014/main" id="{2DB7FF1D-191C-B86D-C044-D2882F76314C}"/>
              </a:ext>
            </a:extLst>
          </p:cNvPr>
          <p:cNvSpPr/>
          <p:nvPr/>
        </p:nvSpPr>
        <p:spPr>
          <a:xfrm>
            <a:off x="7131492" y="4438104"/>
            <a:ext cx="774458" cy="817048"/>
          </a:xfrm>
          <a:prstGeom prst="ellipse">
            <a:avLst/>
          </a:prstGeom>
          <a:solidFill>
            <a:srgbClr val="003F89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0" name="椭圆 1069">
            <a:extLst>
              <a:ext uri="{FF2B5EF4-FFF2-40B4-BE49-F238E27FC236}">
                <a16:creationId xmlns:a16="http://schemas.microsoft.com/office/drawing/2014/main" id="{7B3F5DD6-AFA1-43BC-5C66-5B7EDAF9BECF}"/>
              </a:ext>
            </a:extLst>
          </p:cNvPr>
          <p:cNvSpPr/>
          <p:nvPr/>
        </p:nvSpPr>
        <p:spPr>
          <a:xfrm>
            <a:off x="7156731" y="4535304"/>
            <a:ext cx="715188" cy="740215"/>
          </a:xfrm>
          <a:prstGeom prst="ellipse">
            <a:avLst/>
          </a:prstGeom>
          <a:solidFill>
            <a:srgbClr val="003F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1" name="椭圆 1070">
            <a:extLst>
              <a:ext uri="{FF2B5EF4-FFF2-40B4-BE49-F238E27FC236}">
                <a16:creationId xmlns:a16="http://schemas.microsoft.com/office/drawing/2014/main" id="{E9A87FDE-B81E-0303-E60F-098CEA9574B7}"/>
              </a:ext>
            </a:extLst>
          </p:cNvPr>
          <p:cNvSpPr/>
          <p:nvPr/>
        </p:nvSpPr>
        <p:spPr>
          <a:xfrm>
            <a:off x="4292861" y="4444553"/>
            <a:ext cx="774458" cy="817048"/>
          </a:xfrm>
          <a:prstGeom prst="ellipse">
            <a:avLst/>
          </a:prstGeom>
          <a:solidFill>
            <a:srgbClr val="003F89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2" name="椭圆 1071">
            <a:extLst>
              <a:ext uri="{FF2B5EF4-FFF2-40B4-BE49-F238E27FC236}">
                <a16:creationId xmlns:a16="http://schemas.microsoft.com/office/drawing/2014/main" id="{8A5E1DB8-E5A1-746A-0387-42E01C139EF8}"/>
              </a:ext>
            </a:extLst>
          </p:cNvPr>
          <p:cNvSpPr/>
          <p:nvPr/>
        </p:nvSpPr>
        <p:spPr>
          <a:xfrm>
            <a:off x="4321635" y="4535304"/>
            <a:ext cx="715188" cy="740215"/>
          </a:xfrm>
          <a:prstGeom prst="ellipse">
            <a:avLst/>
          </a:prstGeom>
          <a:solidFill>
            <a:srgbClr val="003F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7" name="TextBox 43">
            <a:extLst>
              <a:ext uri="{FF2B5EF4-FFF2-40B4-BE49-F238E27FC236}">
                <a16:creationId xmlns:a16="http://schemas.microsoft.com/office/drawing/2014/main" id="{3BC68D0E-AAFE-81B6-DF8E-26B49F973145}"/>
              </a:ext>
            </a:extLst>
          </p:cNvPr>
          <p:cNvSpPr txBox="1"/>
          <p:nvPr/>
        </p:nvSpPr>
        <p:spPr>
          <a:xfrm>
            <a:off x="4317576" y="4666924"/>
            <a:ext cx="706727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3999"/>
              </a:lnSpc>
            </a:pPr>
            <a:r>
              <a:rPr lang="en-US" sz="3200" u="none" strike="noStrike" dirty="0">
                <a:solidFill>
                  <a:srgbClr val="FFFFFF"/>
                </a:solidFill>
                <a:latin typeface="汉仪瑞意宋X 75简" panose="00020600040101010101" pitchFamily="18" charset="-122"/>
                <a:ea typeface="汉仪瑞意宋X 75简" panose="00020600040101010101" pitchFamily="18" charset="-122"/>
              </a:rPr>
              <a:t>02</a:t>
            </a:r>
          </a:p>
        </p:txBody>
      </p:sp>
      <p:sp>
        <p:nvSpPr>
          <p:cNvPr id="1029" name="TextBox 50">
            <a:extLst>
              <a:ext uri="{FF2B5EF4-FFF2-40B4-BE49-F238E27FC236}">
                <a16:creationId xmlns:a16="http://schemas.microsoft.com/office/drawing/2014/main" id="{E2AA3E70-BA7D-1A4E-FF43-083EF1B5009C}"/>
              </a:ext>
            </a:extLst>
          </p:cNvPr>
          <p:cNvSpPr txBox="1"/>
          <p:nvPr/>
        </p:nvSpPr>
        <p:spPr>
          <a:xfrm>
            <a:off x="7303783" y="1802903"/>
            <a:ext cx="560150" cy="523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3999"/>
              </a:lnSpc>
              <a:spcBef>
                <a:spcPct val="0"/>
              </a:spcBef>
            </a:pPr>
            <a:r>
              <a:rPr lang="en-US" sz="3200" u="none" strike="noStrike" dirty="0">
                <a:solidFill>
                  <a:srgbClr val="FFFFFF"/>
                </a:solidFill>
                <a:latin typeface="汉仪瑞意宋X 75简" panose="00020600040101010101" pitchFamily="18" charset="-122"/>
                <a:ea typeface="汉仪瑞意宋X 75简" panose="00020600040101010101" pitchFamily="18" charset="-122"/>
              </a:rPr>
              <a:t>03</a:t>
            </a:r>
          </a:p>
        </p:txBody>
      </p:sp>
      <p:sp>
        <p:nvSpPr>
          <p:cNvPr id="1034" name="TextBox 57">
            <a:extLst>
              <a:ext uri="{FF2B5EF4-FFF2-40B4-BE49-F238E27FC236}">
                <a16:creationId xmlns:a16="http://schemas.microsoft.com/office/drawing/2014/main" id="{B7E10D9E-BD9A-19F2-C60B-E9DA9463093B}"/>
              </a:ext>
            </a:extLst>
          </p:cNvPr>
          <p:cNvSpPr txBox="1"/>
          <p:nvPr/>
        </p:nvSpPr>
        <p:spPr>
          <a:xfrm>
            <a:off x="7168724" y="4656285"/>
            <a:ext cx="706727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3999"/>
              </a:lnSpc>
              <a:spcBef>
                <a:spcPct val="0"/>
              </a:spcBef>
            </a:pPr>
            <a:r>
              <a:rPr lang="en-US" sz="3200" u="none" strike="noStrike" dirty="0">
                <a:solidFill>
                  <a:srgbClr val="FFFFFF"/>
                </a:solidFill>
                <a:latin typeface="汉仪瑞意宋X 75简" panose="00020600040101010101" pitchFamily="18" charset="-122"/>
                <a:ea typeface="汉仪瑞意宋X 75简" panose="00020600040101010101" pitchFamily="18" charset="-122"/>
              </a:rPr>
              <a:t>04</a:t>
            </a:r>
          </a:p>
        </p:txBody>
      </p:sp>
      <p:sp>
        <p:nvSpPr>
          <p:cNvPr id="1049" name="椭圆 1048">
            <a:extLst>
              <a:ext uri="{FF2B5EF4-FFF2-40B4-BE49-F238E27FC236}">
                <a16:creationId xmlns:a16="http://schemas.microsoft.com/office/drawing/2014/main" id="{ED0A2848-FAA6-89DC-F462-2299C76B9010}"/>
              </a:ext>
            </a:extLst>
          </p:cNvPr>
          <p:cNvSpPr/>
          <p:nvPr/>
        </p:nvSpPr>
        <p:spPr>
          <a:xfrm>
            <a:off x="4790015" y="2123015"/>
            <a:ext cx="2611970" cy="2611970"/>
          </a:xfrm>
          <a:prstGeom prst="ellipse">
            <a:avLst/>
          </a:prstGeom>
          <a:solidFill>
            <a:srgbClr val="003F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文本框 1052">
            <a:extLst>
              <a:ext uri="{FF2B5EF4-FFF2-40B4-BE49-F238E27FC236}">
                <a16:creationId xmlns:a16="http://schemas.microsoft.com/office/drawing/2014/main" id="{95631C24-28A8-3060-C91A-5173C0086DB2}"/>
              </a:ext>
            </a:extLst>
          </p:cNvPr>
          <p:cNvSpPr txBox="1"/>
          <p:nvPr/>
        </p:nvSpPr>
        <p:spPr>
          <a:xfrm>
            <a:off x="943026" y="616912"/>
            <a:ext cx="5480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汉仪瑞意宋X 75简" panose="00020600040101010101" pitchFamily="18" charset="-122"/>
                <a:ea typeface="汉仪瑞意宋X 75简" panose="00020600040101010101" pitchFamily="18" charset="-122"/>
              </a:rPr>
              <a:t>请在此处添加你的标题</a:t>
            </a:r>
          </a:p>
        </p:txBody>
      </p:sp>
      <p:sp>
        <p:nvSpPr>
          <p:cNvPr id="1075" name="文本框 1074">
            <a:extLst>
              <a:ext uri="{FF2B5EF4-FFF2-40B4-BE49-F238E27FC236}">
                <a16:creationId xmlns:a16="http://schemas.microsoft.com/office/drawing/2014/main" id="{335AAB7E-C689-C935-FBFE-86DD10015674}"/>
              </a:ext>
            </a:extLst>
          </p:cNvPr>
          <p:cNvSpPr txBox="1"/>
          <p:nvPr/>
        </p:nvSpPr>
        <p:spPr>
          <a:xfrm>
            <a:off x="2250339" y="1602848"/>
            <a:ext cx="1751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添加你的标题</a:t>
            </a:r>
          </a:p>
        </p:txBody>
      </p:sp>
      <p:sp>
        <p:nvSpPr>
          <p:cNvPr id="1076" name="文本框 1075">
            <a:extLst>
              <a:ext uri="{FF2B5EF4-FFF2-40B4-BE49-F238E27FC236}">
                <a16:creationId xmlns:a16="http://schemas.microsoft.com/office/drawing/2014/main" id="{C003F251-0975-2CFD-8024-DB99CF5E0377}"/>
              </a:ext>
            </a:extLst>
          </p:cNvPr>
          <p:cNvSpPr txBox="1"/>
          <p:nvPr/>
        </p:nvSpPr>
        <p:spPr>
          <a:xfrm>
            <a:off x="545514" y="1971592"/>
            <a:ext cx="34390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1077" name="文本框 1076">
            <a:extLst>
              <a:ext uri="{FF2B5EF4-FFF2-40B4-BE49-F238E27FC236}">
                <a16:creationId xmlns:a16="http://schemas.microsoft.com/office/drawing/2014/main" id="{48C52905-667C-CC16-D86C-2BBF882A633B}"/>
              </a:ext>
            </a:extLst>
          </p:cNvPr>
          <p:cNvSpPr txBox="1"/>
          <p:nvPr/>
        </p:nvSpPr>
        <p:spPr>
          <a:xfrm>
            <a:off x="2250339" y="4290134"/>
            <a:ext cx="1751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添加你的标题</a:t>
            </a:r>
          </a:p>
        </p:txBody>
      </p:sp>
      <p:sp>
        <p:nvSpPr>
          <p:cNvPr id="1078" name="文本框 1077">
            <a:extLst>
              <a:ext uri="{FF2B5EF4-FFF2-40B4-BE49-F238E27FC236}">
                <a16:creationId xmlns:a16="http://schemas.microsoft.com/office/drawing/2014/main" id="{B87B7577-AF61-6B7B-1238-F9D2FA79BCE3}"/>
              </a:ext>
            </a:extLst>
          </p:cNvPr>
          <p:cNvSpPr txBox="1"/>
          <p:nvPr/>
        </p:nvSpPr>
        <p:spPr>
          <a:xfrm>
            <a:off x="605595" y="4690244"/>
            <a:ext cx="34455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1079" name="文本框 1078">
            <a:extLst>
              <a:ext uri="{FF2B5EF4-FFF2-40B4-BE49-F238E27FC236}">
                <a16:creationId xmlns:a16="http://schemas.microsoft.com/office/drawing/2014/main" id="{B8696B81-6026-46FC-812F-AAAA8F145616}"/>
              </a:ext>
            </a:extLst>
          </p:cNvPr>
          <p:cNvSpPr txBox="1"/>
          <p:nvPr/>
        </p:nvSpPr>
        <p:spPr>
          <a:xfrm>
            <a:off x="8177187" y="1539880"/>
            <a:ext cx="2105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添加你的标题</a:t>
            </a:r>
          </a:p>
        </p:txBody>
      </p:sp>
      <p:sp>
        <p:nvSpPr>
          <p:cNvPr id="1080" name="文本框 1079">
            <a:extLst>
              <a:ext uri="{FF2B5EF4-FFF2-40B4-BE49-F238E27FC236}">
                <a16:creationId xmlns:a16="http://schemas.microsoft.com/office/drawing/2014/main" id="{056B69F2-8F26-6254-B2AC-F3A595102213}"/>
              </a:ext>
            </a:extLst>
          </p:cNvPr>
          <p:cNvSpPr txBox="1"/>
          <p:nvPr/>
        </p:nvSpPr>
        <p:spPr>
          <a:xfrm>
            <a:off x="8207753" y="1950629"/>
            <a:ext cx="34397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1081" name="文本框 1080">
            <a:extLst>
              <a:ext uri="{FF2B5EF4-FFF2-40B4-BE49-F238E27FC236}">
                <a16:creationId xmlns:a16="http://schemas.microsoft.com/office/drawing/2014/main" id="{5D8C851A-37EE-2F49-CBAB-0AF5178FD3D1}"/>
              </a:ext>
            </a:extLst>
          </p:cNvPr>
          <p:cNvSpPr txBox="1"/>
          <p:nvPr/>
        </p:nvSpPr>
        <p:spPr>
          <a:xfrm>
            <a:off x="8224152" y="4290134"/>
            <a:ext cx="1850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添加你的标题</a:t>
            </a:r>
          </a:p>
        </p:txBody>
      </p:sp>
      <p:sp>
        <p:nvSpPr>
          <p:cNvPr id="1082" name="文本框 1081">
            <a:extLst>
              <a:ext uri="{FF2B5EF4-FFF2-40B4-BE49-F238E27FC236}">
                <a16:creationId xmlns:a16="http://schemas.microsoft.com/office/drawing/2014/main" id="{4C0874CD-B65A-2C9A-96A5-BEC85AD5036E}"/>
              </a:ext>
            </a:extLst>
          </p:cNvPr>
          <p:cNvSpPr txBox="1"/>
          <p:nvPr/>
        </p:nvSpPr>
        <p:spPr>
          <a:xfrm>
            <a:off x="8207753" y="4700805"/>
            <a:ext cx="34948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29708F29-6801-7E92-EB06-89A7046060B8}"/>
              </a:ext>
            </a:extLst>
          </p:cNvPr>
          <p:cNvSpPr/>
          <p:nvPr/>
        </p:nvSpPr>
        <p:spPr>
          <a:xfrm rot="16200000" flipV="1">
            <a:off x="10126479" y="4804867"/>
            <a:ext cx="2008763" cy="2122278"/>
          </a:xfrm>
          <a:custGeom>
            <a:avLst/>
            <a:gdLst>
              <a:gd name="connsiteX0" fmla="*/ 0 w 1464435"/>
              <a:gd name="connsiteY0" fmla="*/ 0 h 1547190"/>
              <a:gd name="connsiteX1" fmla="*/ 1464435 w 1464435"/>
              <a:gd name="connsiteY1" fmla="*/ 0 h 1547190"/>
              <a:gd name="connsiteX2" fmla="*/ 1314628 w 1464435"/>
              <a:gd name="connsiteY2" fmla="*/ 22863 h 1547190"/>
              <a:gd name="connsiteX3" fmla="*/ 3759 w 1464435"/>
              <a:gd name="connsiteY3" fmla="*/ 1472763 h 1547190"/>
              <a:gd name="connsiteX4" fmla="*/ 0 w 1464435"/>
              <a:gd name="connsiteY4" fmla="*/ 1547190 h 1547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4435" h="1547190">
                <a:moveTo>
                  <a:pt x="0" y="0"/>
                </a:moveTo>
                <a:lnTo>
                  <a:pt x="1464435" y="0"/>
                </a:lnTo>
                <a:lnTo>
                  <a:pt x="1314628" y="22863"/>
                </a:lnTo>
                <a:cubicBezTo>
                  <a:pt x="615432" y="165940"/>
                  <a:pt x="77096" y="750618"/>
                  <a:pt x="3759" y="1472763"/>
                </a:cubicBezTo>
                <a:lnTo>
                  <a:pt x="0" y="1547190"/>
                </a:lnTo>
                <a:close/>
              </a:path>
            </a:pathLst>
          </a:custGeom>
          <a:solidFill>
            <a:srgbClr val="9A1B1E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CFF94C18-2D97-F0E3-1CB7-4BE9F7D4DFD8}"/>
              </a:ext>
            </a:extLst>
          </p:cNvPr>
          <p:cNvSpPr txBox="1"/>
          <p:nvPr/>
        </p:nvSpPr>
        <p:spPr>
          <a:xfrm>
            <a:off x="5396640" y="3253350"/>
            <a:ext cx="1648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汉仪瑞意宋X 75简" panose="00020600040101010101" pitchFamily="18" charset="-122"/>
                <a:ea typeface="汉仪瑞意宋X 75简" panose="00020600040101010101" pitchFamily="18" charset="-122"/>
              </a:rPr>
              <a:t>标题文本</a:t>
            </a:r>
          </a:p>
        </p:txBody>
      </p:sp>
      <p:sp>
        <p:nvSpPr>
          <p:cNvPr id="1095" name="椭圆 1094">
            <a:extLst>
              <a:ext uri="{FF2B5EF4-FFF2-40B4-BE49-F238E27FC236}">
                <a16:creationId xmlns:a16="http://schemas.microsoft.com/office/drawing/2014/main" id="{0CAFA574-EE27-7C55-4112-5B2001E117CF}"/>
              </a:ext>
            </a:extLst>
          </p:cNvPr>
          <p:cNvSpPr/>
          <p:nvPr/>
        </p:nvSpPr>
        <p:spPr>
          <a:xfrm>
            <a:off x="778917" y="885854"/>
            <a:ext cx="120125" cy="120125"/>
          </a:xfrm>
          <a:prstGeom prst="ellipse">
            <a:avLst/>
          </a:prstGeom>
          <a:solidFill>
            <a:srgbClr val="B03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96" name="组合 1095">
            <a:extLst>
              <a:ext uri="{FF2B5EF4-FFF2-40B4-BE49-F238E27FC236}">
                <a16:creationId xmlns:a16="http://schemas.microsoft.com/office/drawing/2014/main" id="{90CA112F-5077-1023-7B4A-4216078FCDA7}"/>
              </a:ext>
            </a:extLst>
          </p:cNvPr>
          <p:cNvGrpSpPr/>
          <p:nvPr/>
        </p:nvGrpSpPr>
        <p:grpSpPr>
          <a:xfrm>
            <a:off x="0" y="111538"/>
            <a:ext cx="875360" cy="1704473"/>
            <a:chOff x="357726" y="552695"/>
            <a:chExt cx="1547190" cy="3012640"/>
          </a:xfrm>
          <a:solidFill>
            <a:srgbClr val="B03034"/>
          </a:solidFill>
        </p:grpSpPr>
        <p:sp>
          <p:nvSpPr>
            <p:cNvPr id="1097" name="任意多边形: 形状 1096">
              <a:extLst>
                <a:ext uri="{FF2B5EF4-FFF2-40B4-BE49-F238E27FC236}">
                  <a16:creationId xmlns:a16="http://schemas.microsoft.com/office/drawing/2014/main" id="{9AA5508C-7716-FD2D-108D-AA421AE02572}"/>
                </a:ext>
              </a:extLst>
            </p:cNvPr>
            <p:cNvSpPr/>
            <p:nvPr/>
          </p:nvSpPr>
          <p:spPr>
            <a:xfrm rot="10800000" flipH="1" flipV="1">
              <a:off x="357726" y="2018145"/>
              <a:ext cx="1464435" cy="1547190"/>
            </a:xfrm>
            <a:custGeom>
              <a:avLst/>
              <a:gdLst>
                <a:gd name="connsiteX0" fmla="*/ 0 w 1464435"/>
                <a:gd name="connsiteY0" fmla="*/ 0 h 1547190"/>
                <a:gd name="connsiteX1" fmla="*/ 1464435 w 1464435"/>
                <a:gd name="connsiteY1" fmla="*/ 0 h 1547190"/>
                <a:gd name="connsiteX2" fmla="*/ 1314628 w 1464435"/>
                <a:gd name="connsiteY2" fmla="*/ 22863 h 1547190"/>
                <a:gd name="connsiteX3" fmla="*/ 3759 w 1464435"/>
                <a:gd name="connsiteY3" fmla="*/ 1472763 h 1547190"/>
                <a:gd name="connsiteX4" fmla="*/ 0 w 1464435"/>
                <a:gd name="connsiteY4" fmla="*/ 1547190 h 154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4435" h="1547190">
                  <a:moveTo>
                    <a:pt x="0" y="0"/>
                  </a:moveTo>
                  <a:lnTo>
                    <a:pt x="1464435" y="0"/>
                  </a:lnTo>
                  <a:lnTo>
                    <a:pt x="1314628" y="22863"/>
                  </a:lnTo>
                  <a:cubicBezTo>
                    <a:pt x="615432" y="165940"/>
                    <a:pt x="77096" y="750618"/>
                    <a:pt x="3759" y="1472763"/>
                  </a:cubicBezTo>
                  <a:lnTo>
                    <a:pt x="0" y="154719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98" name="任意多边形: 形状 1097">
              <a:extLst>
                <a:ext uri="{FF2B5EF4-FFF2-40B4-BE49-F238E27FC236}">
                  <a16:creationId xmlns:a16="http://schemas.microsoft.com/office/drawing/2014/main" id="{14D4629A-18E7-542F-13F9-B4FED2C6C85D}"/>
                </a:ext>
              </a:extLst>
            </p:cNvPr>
            <p:cNvSpPr/>
            <p:nvPr/>
          </p:nvSpPr>
          <p:spPr>
            <a:xfrm rot="5400000" flipH="1" flipV="1">
              <a:off x="399103" y="511318"/>
              <a:ext cx="1464435" cy="1547190"/>
            </a:xfrm>
            <a:custGeom>
              <a:avLst/>
              <a:gdLst>
                <a:gd name="connsiteX0" fmla="*/ 0 w 1464435"/>
                <a:gd name="connsiteY0" fmla="*/ 0 h 1547190"/>
                <a:gd name="connsiteX1" fmla="*/ 1464435 w 1464435"/>
                <a:gd name="connsiteY1" fmla="*/ 0 h 1547190"/>
                <a:gd name="connsiteX2" fmla="*/ 1314628 w 1464435"/>
                <a:gd name="connsiteY2" fmla="*/ 22863 h 1547190"/>
                <a:gd name="connsiteX3" fmla="*/ 3759 w 1464435"/>
                <a:gd name="connsiteY3" fmla="*/ 1472763 h 1547190"/>
                <a:gd name="connsiteX4" fmla="*/ 0 w 1464435"/>
                <a:gd name="connsiteY4" fmla="*/ 1547190 h 154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4435" h="1547190">
                  <a:moveTo>
                    <a:pt x="0" y="0"/>
                  </a:moveTo>
                  <a:lnTo>
                    <a:pt x="1464435" y="0"/>
                  </a:lnTo>
                  <a:lnTo>
                    <a:pt x="1314628" y="22863"/>
                  </a:lnTo>
                  <a:cubicBezTo>
                    <a:pt x="615432" y="165940"/>
                    <a:pt x="77096" y="750618"/>
                    <a:pt x="3759" y="1472763"/>
                  </a:cubicBezTo>
                  <a:lnTo>
                    <a:pt x="0" y="154719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F86003E2-68FF-FB3B-FBFF-04445410D6DB}"/>
              </a:ext>
            </a:extLst>
          </p:cNvPr>
          <p:cNvSpPr/>
          <p:nvPr/>
        </p:nvSpPr>
        <p:spPr>
          <a:xfrm rot="16200000" flipV="1">
            <a:off x="10670048" y="5336048"/>
            <a:ext cx="1480131" cy="1563773"/>
          </a:xfrm>
          <a:custGeom>
            <a:avLst/>
            <a:gdLst>
              <a:gd name="connsiteX0" fmla="*/ 0 w 1464435"/>
              <a:gd name="connsiteY0" fmla="*/ 0 h 1547190"/>
              <a:gd name="connsiteX1" fmla="*/ 1464435 w 1464435"/>
              <a:gd name="connsiteY1" fmla="*/ 0 h 1547190"/>
              <a:gd name="connsiteX2" fmla="*/ 1314628 w 1464435"/>
              <a:gd name="connsiteY2" fmla="*/ 22863 h 1547190"/>
              <a:gd name="connsiteX3" fmla="*/ 3759 w 1464435"/>
              <a:gd name="connsiteY3" fmla="*/ 1472763 h 1547190"/>
              <a:gd name="connsiteX4" fmla="*/ 0 w 1464435"/>
              <a:gd name="connsiteY4" fmla="*/ 1547190 h 1547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4435" h="1547190">
                <a:moveTo>
                  <a:pt x="0" y="0"/>
                </a:moveTo>
                <a:lnTo>
                  <a:pt x="1464435" y="0"/>
                </a:lnTo>
                <a:lnTo>
                  <a:pt x="1314628" y="22863"/>
                </a:lnTo>
                <a:cubicBezTo>
                  <a:pt x="615432" y="165940"/>
                  <a:pt x="77096" y="750618"/>
                  <a:pt x="3759" y="1472763"/>
                </a:cubicBezTo>
                <a:lnTo>
                  <a:pt x="0" y="1547190"/>
                </a:lnTo>
                <a:close/>
              </a:path>
            </a:pathLst>
          </a:custGeom>
          <a:solidFill>
            <a:srgbClr val="B03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DD6D78B-5CD7-79D7-AC0B-90FE29108246}"/>
              </a:ext>
            </a:extLst>
          </p:cNvPr>
          <p:cNvGrpSpPr/>
          <p:nvPr/>
        </p:nvGrpSpPr>
        <p:grpSpPr>
          <a:xfrm>
            <a:off x="-1" y="5906092"/>
            <a:ext cx="875361" cy="964296"/>
            <a:chOff x="-1" y="5906092"/>
            <a:chExt cx="875361" cy="964296"/>
          </a:xfrm>
        </p:grpSpPr>
        <p:sp>
          <p:nvSpPr>
            <p:cNvPr id="1033" name="矩形 1032">
              <a:extLst>
                <a:ext uri="{FF2B5EF4-FFF2-40B4-BE49-F238E27FC236}">
                  <a16:creationId xmlns:a16="http://schemas.microsoft.com/office/drawing/2014/main" id="{68C6BCA9-F4CA-5190-AEEB-8817D062DE70}"/>
                </a:ext>
              </a:extLst>
            </p:cNvPr>
            <p:cNvSpPr/>
            <p:nvPr/>
          </p:nvSpPr>
          <p:spPr>
            <a:xfrm>
              <a:off x="0" y="5906092"/>
              <a:ext cx="875360" cy="951907"/>
            </a:xfrm>
            <a:prstGeom prst="rect">
              <a:avLst/>
            </a:prstGeom>
            <a:solidFill>
              <a:srgbClr val="9A1B1E">
                <a:alpha val="1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984CBF58-DA0B-4762-F82C-A8658F3607E7}"/>
                </a:ext>
              </a:extLst>
            </p:cNvPr>
            <p:cNvSpPr/>
            <p:nvPr/>
          </p:nvSpPr>
          <p:spPr>
            <a:xfrm>
              <a:off x="-1" y="6291010"/>
              <a:ext cx="532788" cy="579378"/>
            </a:xfrm>
            <a:prstGeom prst="rect">
              <a:avLst/>
            </a:prstGeom>
            <a:solidFill>
              <a:srgbClr val="B030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4" name="任意多边形: 形状 1023">
              <a:extLst>
                <a:ext uri="{FF2B5EF4-FFF2-40B4-BE49-F238E27FC236}">
                  <a16:creationId xmlns:a16="http://schemas.microsoft.com/office/drawing/2014/main" id="{87F19783-E250-D641-F4AB-45725A3FE68B}"/>
                </a:ext>
              </a:extLst>
            </p:cNvPr>
            <p:cNvSpPr/>
            <p:nvPr/>
          </p:nvSpPr>
          <p:spPr>
            <a:xfrm rot="5400000" flipH="1" flipV="1">
              <a:off x="16154" y="6278713"/>
              <a:ext cx="571667" cy="603972"/>
            </a:xfrm>
            <a:custGeom>
              <a:avLst/>
              <a:gdLst>
                <a:gd name="connsiteX0" fmla="*/ 0 w 1464435"/>
                <a:gd name="connsiteY0" fmla="*/ 0 h 1547190"/>
                <a:gd name="connsiteX1" fmla="*/ 1464435 w 1464435"/>
                <a:gd name="connsiteY1" fmla="*/ 0 h 1547190"/>
                <a:gd name="connsiteX2" fmla="*/ 1314628 w 1464435"/>
                <a:gd name="connsiteY2" fmla="*/ 22863 h 1547190"/>
                <a:gd name="connsiteX3" fmla="*/ 3759 w 1464435"/>
                <a:gd name="connsiteY3" fmla="*/ 1472763 h 1547190"/>
                <a:gd name="connsiteX4" fmla="*/ 0 w 1464435"/>
                <a:gd name="connsiteY4" fmla="*/ 1547190 h 154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4435" h="1547190">
                  <a:moveTo>
                    <a:pt x="0" y="0"/>
                  </a:moveTo>
                  <a:lnTo>
                    <a:pt x="1464435" y="0"/>
                  </a:lnTo>
                  <a:lnTo>
                    <a:pt x="1314628" y="22863"/>
                  </a:lnTo>
                  <a:cubicBezTo>
                    <a:pt x="615432" y="165940"/>
                    <a:pt x="77096" y="750618"/>
                    <a:pt x="3759" y="1472763"/>
                  </a:cubicBezTo>
                  <a:lnTo>
                    <a:pt x="0" y="15471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0808D1F3-CB30-704E-B2D6-5B56D8239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815" y="270712"/>
            <a:ext cx="1893576" cy="5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18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65BAB31-AE3B-515B-7401-690EB4EB0829}"/>
              </a:ext>
            </a:extLst>
          </p:cNvPr>
          <p:cNvSpPr/>
          <p:nvPr/>
        </p:nvSpPr>
        <p:spPr>
          <a:xfrm>
            <a:off x="0" y="2084056"/>
            <a:ext cx="4417359" cy="3198993"/>
          </a:xfrm>
          <a:prstGeom prst="rect">
            <a:avLst/>
          </a:prstGeom>
          <a:solidFill>
            <a:srgbClr val="9A1B1E">
              <a:alpha val="12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284C6E7-435A-3F8C-C9C1-B072FED509E3}"/>
              </a:ext>
            </a:extLst>
          </p:cNvPr>
          <p:cNvSpPr/>
          <p:nvPr/>
        </p:nvSpPr>
        <p:spPr>
          <a:xfrm>
            <a:off x="54593" y="1574950"/>
            <a:ext cx="4552122" cy="3482410"/>
          </a:xfrm>
          <a:prstGeom prst="rect">
            <a:avLst/>
          </a:prstGeom>
          <a:solidFill>
            <a:srgbClr val="B03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6C647ED-11B1-09FA-14CB-D208014CA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3" r="11883"/>
          <a:stretch/>
        </p:blipFill>
        <p:spPr>
          <a:xfrm>
            <a:off x="0" y="1800640"/>
            <a:ext cx="4417359" cy="3256720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F29E7907-E53C-D956-80CF-C33D69DE69E1}"/>
              </a:ext>
            </a:extLst>
          </p:cNvPr>
          <p:cNvSpPr/>
          <p:nvPr/>
        </p:nvSpPr>
        <p:spPr>
          <a:xfrm>
            <a:off x="5148470" y="1574950"/>
            <a:ext cx="7043530" cy="3708099"/>
          </a:xfrm>
          <a:prstGeom prst="rect">
            <a:avLst/>
          </a:prstGeom>
          <a:solidFill>
            <a:srgbClr val="9A1B1E">
              <a:alpha val="12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E90F31C-4B4A-496D-A40A-8E63DCCAC22B}"/>
              </a:ext>
            </a:extLst>
          </p:cNvPr>
          <p:cNvSpPr txBox="1"/>
          <p:nvPr/>
        </p:nvSpPr>
        <p:spPr>
          <a:xfrm>
            <a:off x="5512876" y="1936503"/>
            <a:ext cx="5128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汉仪瑞意宋X 75简" panose="00020600040101010101" pitchFamily="18" charset="-122"/>
                <a:ea typeface="汉仪瑞意宋X 75简" panose="00020600040101010101" pitchFamily="18" charset="-122"/>
              </a:rPr>
              <a:t>请在此处添加你的标题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B3DF4A-4EAC-66CB-49F6-1D0E569AD6CE}"/>
              </a:ext>
            </a:extLst>
          </p:cNvPr>
          <p:cNvSpPr txBox="1"/>
          <p:nvPr/>
        </p:nvSpPr>
        <p:spPr>
          <a:xfrm>
            <a:off x="5524786" y="3042058"/>
            <a:ext cx="6339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EAF3E48-079E-B13C-4912-D7350D062FBD}"/>
              </a:ext>
            </a:extLst>
          </p:cNvPr>
          <p:cNvSpPr txBox="1"/>
          <p:nvPr/>
        </p:nvSpPr>
        <p:spPr>
          <a:xfrm>
            <a:off x="5524785" y="2399717"/>
            <a:ext cx="4142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B03034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请在此处输入你的正文</a:t>
            </a:r>
            <a:endParaRPr lang="en-US" altLang="zh-CN" sz="2000" dirty="0">
              <a:solidFill>
                <a:srgbClr val="B03034"/>
              </a:solidFill>
              <a:latin typeface="汉仪润圆-45简" panose="00020600040101010101" pitchFamily="18" charset="-122"/>
              <a:ea typeface="汉仪润圆-45简" panose="00020600040101010101" pitchFamily="18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D286A4E-72F9-8C42-57B2-D8311392C805}"/>
              </a:ext>
            </a:extLst>
          </p:cNvPr>
          <p:cNvCxnSpPr>
            <a:cxnSpLocks/>
          </p:cNvCxnSpPr>
          <p:nvPr/>
        </p:nvCxnSpPr>
        <p:spPr>
          <a:xfrm>
            <a:off x="5393606" y="2084056"/>
            <a:ext cx="0" cy="615182"/>
          </a:xfrm>
          <a:prstGeom prst="line">
            <a:avLst/>
          </a:prstGeom>
          <a:ln w="50800">
            <a:solidFill>
              <a:srgbClr val="9A1B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8D81D36A-4A73-1CD8-44EE-6CF2C14AE852}"/>
              </a:ext>
            </a:extLst>
          </p:cNvPr>
          <p:cNvSpPr/>
          <p:nvPr/>
        </p:nvSpPr>
        <p:spPr>
          <a:xfrm>
            <a:off x="0" y="6598508"/>
            <a:ext cx="12192000" cy="259491"/>
          </a:xfrm>
          <a:prstGeom prst="rect">
            <a:avLst/>
          </a:prstGeom>
          <a:solidFill>
            <a:srgbClr val="B03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37A84F2-2557-A5AD-D776-A255494DFF1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7030A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4428567" y="602630"/>
            <a:ext cx="1480781" cy="148078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FAE06B2-6C53-8872-29CE-D4486CB36A59}"/>
              </a:ext>
            </a:extLst>
          </p:cNvPr>
          <p:cNvSpPr txBox="1"/>
          <p:nvPr/>
        </p:nvSpPr>
        <p:spPr>
          <a:xfrm>
            <a:off x="5524785" y="4089440"/>
            <a:ext cx="6339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0C100FE-10A3-4E2B-4047-2B2E1D9796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815" y="270712"/>
            <a:ext cx="1893576" cy="5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868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3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9C0F9E-2CB6-2B56-D05B-3698E5E51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B8AAE013-8D77-3EC6-1B76-2A528C36BC08}"/>
              </a:ext>
            </a:extLst>
          </p:cNvPr>
          <p:cNvSpPr/>
          <p:nvPr/>
        </p:nvSpPr>
        <p:spPr>
          <a:xfrm>
            <a:off x="0" y="0"/>
            <a:ext cx="5124735" cy="6858000"/>
          </a:xfrm>
          <a:custGeom>
            <a:avLst/>
            <a:gdLst>
              <a:gd name="connsiteX0" fmla="*/ 0 w 1527683"/>
              <a:gd name="connsiteY0" fmla="*/ 0 h 1574042"/>
              <a:gd name="connsiteX1" fmla="*/ 1527683 w 1527683"/>
              <a:gd name="connsiteY1" fmla="*/ 0 h 1574042"/>
              <a:gd name="connsiteX2" fmla="*/ 726310 w 1527683"/>
              <a:gd name="connsiteY2" fmla="*/ 1574042 h 1574042"/>
              <a:gd name="connsiteX3" fmla="*/ 0 w 1527683"/>
              <a:gd name="connsiteY3" fmla="*/ 1574042 h 1574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7683" h="1574042">
                <a:moveTo>
                  <a:pt x="0" y="0"/>
                </a:moveTo>
                <a:lnTo>
                  <a:pt x="1527683" y="0"/>
                </a:lnTo>
                <a:lnTo>
                  <a:pt x="726310" y="1574042"/>
                </a:lnTo>
                <a:lnTo>
                  <a:pt x="0" y="1574042"/>
                </a:lnTo>
                <a:close/>
              </a:path>
            </a:pathLst>
          </a:custGeom>
          <a:solidFill>
            <a:srgbClr val="003E87">
              <a:alpha val="59000"/>
            </a:srgbClr>
          </a:solidFill>
          <a:ln>
            <a:noFill/>
          </a:ln>
          <a:effectLst>
            <a:outerShdw blurRad="368300" dist="38100" algn="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BF171CF1-109F-C1F7-2019-DBC4A599B5FA}"/>
              </a:ext>
            </a:extLst>
          </p:cNvPr>
          <p:cNvSpPr/>
          <p:nvPr/>
        </p:nvSpPr>
        <p:spPr>
          <a:xfrm>
            <a:off x="2434163" y="0"/>
            <a:ext cx="3794451" cy="6858000"/>
          </a:xfrm>
          <a:custGeom>
            <a:avLst/>
            <a:gdLst>
              <a:gd name="connsiteX0" fmla="*/ 2692010 w 3794451"/>
              <a:gd name="connsiteY0" fmla="*/ 0 h 6858000"/>
              <a:gd name="connsiteX1" fmla="*/ 3794451 w 3794451"/>
              <a:gd name="connsiteY1" fmla="*/ 0 h 6858000"/>
              <a:gd name="connsiteX2" fmla="*/ 1102441 w 3794451"/>
              <a:gd name="connsiteY2" fmla="*/ 6858000 h 6858000"/>
              <a:gd name="connsiteX3" fmla="*/ 0 w 379445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94451" h="6858000">
                <a:moveTo>
                  <a:pt x="2692010" y="0"/>
                </a:moveTo>
                <a:lnTo>
                  <a:pt x="3794451" y="0"/>
                </a:lnTo>
                <a:lnTo>
                  <a:pt x="11024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E87">
              <a:alpha val="15000"/>
            </a:srgbClr>
          </a:solidFill>
          <a:ln>
            <a:noFill/>
          </a:ln>
          <a:effectLst>
            <a:outerShdw blurRad="3683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13495803-40E3-BE46-4A9B-8BA5E36999C9}"/>
              </a:ext>
            </a:extLst>
          </p:cNvPr>
          <p:cNvSpPr/>
          <p:nvPr/>
        </p:nvSpPr>
        <p:spPr>
          <a:xfrm>
            <a:off x="3539570" y="0"/>
            <a:ext cx="3310740" cy="6858000"/>
          </a:xfrm>
          <a:custGeom>
            <a:avLst/>
            <a:gdLst>
              <a:gd name="connsiteX0" fmla="*/ 2692010 w 3310740"/>
              <a:gd name="connsiteY0" fmla="*/ 0 h 6858000"/>
              <a:gd name="connsiteX1" fmla="*/ 3310740 w 3310740"/>
              <a:gd name="connsiteY1" fmla="*/ 0 h 6858000"/>
              <a:gd name="connsiteX2" fmla="*/ 618730 w 3310740"/>
              <a:gd name="connsiteY2" fmla="*/ 6858000 h 6858000"/>
              <a:gd name="connsiteX3" fmla="*/ 0 w 33107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0740" h="6858000">
                <a:moveTo>
                  <a:pt x="2692010" y="0"/>
                </a:moveTo>
                <a:lnTo>
                  <a:pt x="3310740" y="0"/>
                </a:lnTo>
                <a:lnTo>
                  <a:pt x="61873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E87">
              <a:alpha val="3000"/>
            </a:srgbClr>
          </a:solidFill>
          <a:ln>
            <a:noFill/>
          </a:ln>
          <a:effectLst>
            <a:outerShdw blurRad="3683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F2FD45-9D7A-66A0-9F8F-B095B5545490}"/>
              </a:ext>
            </a:extLst>
          </p:cNvPr>
          <p:cNvSpPr txBox="1"/>
          <p:nvPr/>
        </p:nvSpPr>
        <p:spPr>
          <a:xfrm>
            <a:off x="226427" y="3856707"/>
            <a:ext cx="18830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solidFill>
                  <a:srgbClr val="003F89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  <a:cs typeface="Times New Roman" panose="02020603050405020304" pitchFamily="18" charset="0"/>
              </a:rPr>
              <a:t>03</a:t>
            </a:r>
            <a:endParaRPr lang="zh-CN" altLang="en-US" sz="8800" dirty="0">
              <a:solidFill>
                <a:srgbClr val="003F89"/>
              </a:solidFill>
              <a:latin typeface="汉仪润圆-45简" panose="00020600040101010101" pitchFamily="18" charset="-122"/>
              <a:ea typeface="汉仪润圆-45简" panose="00020600040101010101" pitchFamily="18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FF8C85-8285-47D1-70E3-DA4F482138C0}"/>
              </a:ext>
            </a:extLst>
          </p:cNvPr>
          <p:cNvSpPr txBox="1"/>
          <p:nvPr/>
        </p:nvSpPr>
        <p:spPr>
          <a:xfrm>
            <a:off x="1703438" y="4152088"/>
            <a:ext cx="4854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汉仪瑞意宋X 75简" panose="00020600040101010101" pitchFamily="18" charset="-122"/>
                <a:ea typeface="汉仪瑞意宋X 75简" panose="00020600040101010101" pitchFamily="18" charset="-122"/>
              </a:rPr>
              <a:t>请在此处添加你的标题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F11D33-EE1F-EE6E-B5EE-6A5EC23E718B}"/>
              </a:ext>
            </a:extLst>
          </p:cNvPr>
          <p:cNvSpPr txBox="1"/>
          <p:nvPr/>
        </p:nvSpPr>
        <p:spPr>
          <a:xfrm>
            <a:off x="1703439" y="4735418"/>
            <a:ext cx="5014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汉仪润圆-45简" panose="00020600040101010101" pitchFamily="18" charset="-122"/>
                <a:ea typeface="汉仪润圆-45简" panose="00020600040101010101" pitchFamily="18" charset="-122"/>
                <a:cs typeface="Times New Roman" panose="02020603050405020304" pitchFamily="18" charset="0"/>
              </a:rPr>
              <a:t>请在此处输入你的正文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021D7A0-2564-AD22-10E9-8C451FB71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815" y="270712"/>
            <a:ext cx="1893576" cy="5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412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1F94E2FB-BE20-7051-57BF-8BFE160DD739}"/>
              </a:ext>
            </a:extLst>
          </p:cNvPr>
          <p:cNvSpPr/>
          <p:nvPr/>
        </p:nvSpPr>
        <p:spPr>
          <a:xfrm rot="10800000" flipH="1">
            <a:off x="-30696" y="4184992"/>
            <a:ext cx="12253392" cy="2663240"/>
          </a:xfrm>
          <a:custGeom>
            <a:avLst/>
            <a:gdLst>
              <a:gd name="connsiteX0" fmla="*/ 6126696 w 12253392"/>
              <a:gd name="connsiteY0" fmla="*/ 2663240 h 2663240"/>
              <a:gd name="connsiteX1" fmla="*/ 12197097 w 12253392"/>
              <a:gd name="connsiteY1" fmla="*/ 63063 h 2663240"/>
              <a:gd name="connsiteX2" fmla="*/ 12253392 w 12253392"/>
              <a:gd name="connsiteY2" fmla="*/ 0 h 2663240"/>
              <a:gd name="connsiteX3" fmla="*/ 0 w 12253392"/>
              <a:gd name="connsiteY3" fmla="*/ 0 h 2663240"/>
              <a:gd name="connsiteX4" fmla="*/ 56295 w 12253392"/>
              <a:gd name="connsiteY4" fmla="*/ 63064 h 2663240"/>
              <a:gd name="connsiteX5" fmla="*/ 6126696 w 12253392"/>
              <a:gd name="connsiteY5" fmla="*/ 2663240 h 2663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53392" h="2663240">
                <a:moveTo>
                  <a:pt x="6126696" y="2663240"/>
                </a:moveTo>
                <a:cubicBezTo>
                  <a:pt x="8514808" y="2663240"/>
                  <a:pt x="10669772" y="1665017"/>
                  <a:pt x="12197097" y="63063"/>
                </a:cubicBezTo>
                <a:lnTo>
                  <a:pt x="12253392" y="0"/>
                </a:lnTo>
                <a:lnTo>
                  <a:pt x="0" y="0"/>
                </a:lnTo>
                <a:lnTo>
                  <a:pt x="56295" y="63064"/>
                </a:lnTo>
                <a:cubicBezTo>
                  <a:pt x="1583620" y="1665017"/>
                  <a:pt x="3738585" y="2663240"/>
                  <a:pt x="6126696" y="2663240"/>
                </a:cubicBezTo>
                <a:close/>
              </a:path>
            </a:pathLst>
          </a:custGeom>
          <a:solidFill>
            <a:srgbClr val="B03034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697088F0-A7E7-F204-B9AB-6DC776559569}"/>
              </a:ext>
            </a:extLst>
          </p:cNvPr>
          <p:cNvSpPr/>
          <p:nvPr/>
        </p:nvSpPr>
        <p:spPr>
          <a:xfrm rot="10800000" flipH="1" flipV="1">
            <a:off x="-33253" y="8473"/>
            <a:ext cx="12253392" cy="2663240"/>
          </a:xfrm>
          <a:custGeom>
            <a:avLst/>
            <a:gdLst>
              <a:gd name="connsiteX0" fmla="*/ 6126696 w 12253392"/>
              <a:gd name="connsiteY0" fmla="*/ 2663240 h 2663240"/>
              <a:gd name="connsiteX1" fmla="*/ 12197097 w 12253392"/>
              <a:gd name="connsiteY1" fmla="*/ 63063 h 2663240"/>
              <a:gd name="connsiteX2" fmla="*/ 12253392 w 12253392"/>
              <a:gd name="connsiteY2" fmla="*/ 0 h 2663240"/>
              <a:gd name="connsiteX3" fmla="*/ 0 w 12253392"/>
              <a:gd name="connsiteY3" fmla="*/ 0 h 2663240"/>
              <a:gd name="connsiteX4" fmla="*/ 56295 w 12253392"/>
              <a:gd name="connsiteY4" fmla="*/ 63064 h 2663240"/>
              <a:gd name="connsiteX5" fmla="*/ 6126696 w 12253392"/>
              <a:gd name="connsiteY5" fmla="*/ 2663240 h 2663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53392" h="2663240">
                <a:moveTo>
                  <a:pt x="6126696" y="2663240"/>
                </a:moveTo>
                <a:cubicBezTo>
                  <a:pt x="8514808" y="2663240"/>
                  <a:pt x="10669772" y="1665017"/>
                  <a:pt x="12197097" y="63063"/>
                </a:cubicBezTo>
                <a:lnTo>
                  <a:pt x="12253392" y="0"/>
                </a:lnTo>
                <a:lnTo>
                  <a:pt x="0" y="0"/>
                </a:lnTo>
                <a:lnTo>
                  <a:pt x="56295" y="63064"/>
                </a:lnTo>
                <a:cubicBezTo>
                  <a:pt x="1583620" y="1665017"/>
                  <a:pt x="3738585" y="2663240"/>
                  <a:pt x="6126696" y="2663240"/>
                </a:cubicBezTo>
                <a:close/>
              </a:path>
            </a:pathLst>
          </a:custGeom>
          <a:solidFill>
            <a:srgbClr val="003F89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3D99701-ECDC-A5E2-B109-CDE4D758C6B2}"/>
              </a:ext>
            </a:extLst>
          </p:cNvPr>
          <p:cNvSpPr/>
          <p:nvPr/>
        </p:nvSpPr>
        <p:spPr>
          <a:xfrm>
            <a:off x="1179779" y="1921681"/>
            <a:ext cx="2273704" cy="3628513"/>
          </a:xfrm>
          <a:prstGeom prst="rect">
            <a:avLst/>
          </a:prstGeom>
          <a:noFill/>
          <a:ln w="28575">
            <a:solidFill>
              <a:srgbClr val="003F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87B5515-1796-CBBA-EB04-E9BA1A155131}"/>
              </a:ext>
            </a:extLst>
          </p:cNvPr>
          <p:cNvSpPr/>
          <p:nvPr/>
        </p:nvSpPr>
        <p:spPr>
          <a:xfrm>
            <a:off x="3649129" y="1921681"/>
            <a:ext cx="2273704" cy="3628513"/>
          </a:xfrm>
          <a:prstGeom prst="rect">
            <a:avLst/>
          </a:prstGeom>
          <a:noFill/>
          <a:ln w="28575">
            <a:solidFill>
              <a:srgbClr val="B030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4833CD1-A162-D994-EC0D-B2706AC6B1A6}"/>
              </a:ext>
            </a:extLst>
          </p:cNvPr>
          <p:cNvSpPr/>
          <p:nvPr/>
        </p:nvSpPr>
        <p:spPr>
          <a:xfrm>
            <a:off x="6178406" y="1921681"/>
            <a:ext cx="2273704" cy="3628513"/>
          </a:xfrm>
          <a:prstGeom prst="rect">
            <a:avLst/>
          </a:prstGeom>
          <a:noFill/>
          <a:ln w="28575">
            <a:solidFill>
              <a:srgbClr val="003F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021251A-1CB9-AC0E-301D-5CF2C614885B}"/>
              </a:ext>
            </a:extLst>
          </p:cNvPr>
          <p:cNvSpPr/>
          <p:nvPr/>
        </p:nvSpPr>
        <p:spPr>
          <a:xfrm>
            <a:off x="8699096" y="1921681"/>
            <a:ext cx="2273704" cy="3628513"/>
          </a:xfrm>
          <a:prstGeom prst="rect">
            <a:avLst/>
          </a:prstGeom>
          <a:noFill/>
          <a:ln w="28575">
            <a:solidFill>
              <a:srgbClr val="B030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5EA9CC5-B5EA-696E-6CBC-6D63752239BC}"/>
              </a:ext>
            </a:extLst>
          </p:cNvPr>
          <p:cNvSpPr/>
          <p:nvPr/>
        </p:nvSpPr>
        <p:spPr>
          <a:xfrm>
            <a:off x="2001951" y="1607001"/>
            <a:ext cx="629360" cy="629360"/>
          </a:xfrm>
          <a:prstGeom prst="rect">
            <a:avLst/>
          </a:prstGeom>
          <a:solidFill>
            <a:srgbClr val="B03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F4097F0-19E0-925D-B285-E5934A92B85C}"/>
              </a:ext>
            </a:extLst>
          </p:cNvPr>
          <p:cNvSpPr/>
          <p:nvPr/>
        </p:nvSpPr>
        <p:spPr>
          <a:xfrm>
            <a:off x="4471301" y="1607001"/>
            <a:ext cx="629360" cy="629360"/>
          </a:xfrm>
          <a:prstGeom prst="rect">
            <a:avLst/>
          </a:prstGeom>
          <a:solidFill>
            <a:srgbClr val="003F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06A33FF-FD23-C194-5DBA-9EEBE5543CB7}"/>
              </a:ext>
            </a:extLst>
          </p:cNvPr>
          <p:cNvSpPr/>
          <p:nvPr/>
        </p:nvSpPr>
        <p:spPr>
          <a:xfrm>
            <a:off x="7000578" y="1607001"/>
            <a:ext cx="629360" cy="629360"/>
          </a:xfrm>
          <a:prstGeom prst="rect">
            <a:avLst/>
          </a:prstGeom>
          <a:solidFill>
            <a:srgbClr val="B03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4B05A63-637F-6DCB-023F-3DF14B1F9C0F}"/>
              </a:ext>
            </a:extLst>
          </p:cNvPr>
          <p:cNvSpPr/>
          <p:nvPr/>
        </p:nvSpPr>
        <p:spPr>
          <a:xfrm>
            <a:off x="9560689" y="1607001"/>
            <a:ext cx="629360" cy="629360"/>
          </a:xfrm>
          <a:prstGeom prst="rect">
            <a:avLst/>
          </a:prstGeom>
          <a:solidFill>
            <a:srgbClr val="003F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486DE5B-E837-FC72-41EC-32C437CDE303}"/>
              </a:ext>
            </a:extLst>
          </p:cNvPr>
          <p:cNvSpPr txBox="1"/>
          <p:nvPr/>
        </p:nvSpPr>
        <p:spPr>
          <a:xfrm>
            <a:off x="2335748" y="1620150"/>
            <a:ext cx="328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  <a:cs typeface="Times New Roman" panose="02020603050405020304" pitchFamily="18" charset="0"/>
              </a:rPr>
              <a:t>1</a:t>
            </a:r>
            <a:endParaRPr lang="zh-CN" altLang="en-US" sz="3600" b="1" dirty="0">
              <a:solidFill>
                <a:schemeClr val="bg1"/>
              </a:solidFill>
              <a:latin typeface="汉仪润圆-45简" panose="00020600040101010101" pitchFamily="18" charset="-122"/>
              <a:ea typeface="汉仪润圆-45简" panose="00020600040101010101" pitchFamily="18" charset="-122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083FA12-4AAD-140F-D3B5-FF42B5148AA8}"/>
              </a:ext>
            </a:extLst>
          </p:cNvPr>
          <p:cNvSpPr txBox="1"/>
          <p:nvPr/>
        </p:nvSpPr>
        <p:spPr>
          <a:xfrm>
            <a:off x="4721624" y="1641865"/>
            <a:ext cx="328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  <a:cs typeface="Times New Roman" panose="02020603050405020304" pitchFamily="18" charset="0"/>
              </a:rPr>
              <a:t>2</a:t>
            </a:r>
            <a:endParaRPr lang="zh-CN" altLang="en-US" sz="3600" b="1" dirty="0">
              <a:solidFill>
                <a:schemeClr val="bg1"/>
              </a:solidFill>
              <a:latin typeface="汉仪润圆-45简" panose="00020600040101010101" pitchFamily="18" charset="-122"/>
              <a:ea typeface="汉仪润圆-45简" panose="00020600040101010101" pitchFamily="18" charset="-122"/>
              <a:cs typeface="Times New Roman" panose="0202060305040502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1F57B77-3963-E1D0-EE0F-4E78CFD32754}"/>
              </a:ext>
            </a:extLst>
          </p:cNvPr>
          <p:cNvSpPr txBox="1"/>
          <p:nvPr/>
        </p:nvSpPr>
        <p:spPr>
          <a:xfrm>
            <a:off x="7253985" y="1646842"/>
            <a:ext cx="328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  <a:cs typeface="Times New Roman" panose="02020603050405020304" pitchFamily="18" charset="0"/>
              </a:rPr>
              <a:t>3</a:t>
            </a:r>
            <a:endParaRPr lang="zh-CN" altLang="en-US" sz="3600" b="1" dirty="0">
              <a:solidFill>
                <a:schemeClr val="bg1"/>
              </a:solidFill>
              <a:latin typeface="汉仪润圆-45简" panose="00020600040101010101" pitchFamily="18" charset="-122"/>
              <a:ea typeface="汉仪润圆-45简" panose="00020600040101010101" pitchFamily="18" charset="-122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6F350A6-6219-FE1E-0B44-B2C5CA8D82E1}"/>
              </a:ext>
            </a:extLst>
          </p:cNvPr>
          <p:cNvSpPr txBox="1"/>
          <p:nvPr/>
        </p:nvSpPr>
        <p:spPr>
          <a:xfrm>
            <a:off x="9836870" y="1621176"/>
            <a:ext cx="328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  <a:cs typeface="Times New Roman" panose="02020603050405020304" pitchFamily="18" charset="0"/>
              </a:rPr>
              <a:t>4</a:t>
            </a:r>
            <a:endParaRPr lang="zh-CN" altLang="en-US" sz="3600" b="1" dirty="0">
              <a:solidFill>
                <a:schemeClr val="bg1"/>
              </a:solidFill>
              <a:latin typeface="汉仪润圆-45简" panose="00020600040101010101" pitchFamily="18" charset="-122"/>
              <a:ea typeface="汉仪润圆-45简" panose="00020600040101010101" pitchFamily="18" charset="-122"/>
              <a:cs typeface="Times New Roman" panose="02020603050405020304" pitchFamily="18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DC8543F-33C8-A6EB-135B-12D504499115}"/>
              </a:ext>
            </a:extLst>
          </p:cNvPr>
          <p:cNvSpPr txBox="1"/>
          <p:nvPr/>
        </p:nvSpPr>
        <p:spPr>
          <a:xfrm>
            <a:off x="1397796" y="2283885"/>
            <a:ext cx="1990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添加你的标题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A0445D7-AF0B-75D5-8934-B2F10622128D}"/>
              </a:ext>
            </a:extLst>
          </p:cNvPr>
          <p:cNvSpPr txBox="1"/>
          <p:nvPr/>
        </p:nvSpPr>
        <p:spPr>
          <a:xfrm>
            <a:off x="1337085" y="2766703"/>
            <a:ext cx="205145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91AC914-C98E-6A2B-FDB3-B909C65B865A}"/>
              </a:ext>
            </a:extLst>
          </p:cNvPr>
          <p:cNvSpPr txBox="1"/>
          <p:nvPr/>
        </p:nvSpPr>
        <p:spPr>
          <a:xfrm>
            <a:off x="3819498" y="2292836"/>
            <a:ext cx="20514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添加你的标题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AC9AC1B-0575-5426-5519-39FAD335956F}"/>
              </a:ext>
            </a:extLst>
          </p:cNvPr>
          <p:cNvSpPr txBox="1"/>
          <p:nvPr/>
        </p:nvSpPr>
        <p:spPr>
          <a:xfrm>
            <a:off x="3814939" y="2822498"/>
            <a:ext cx="205145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23D321A-E7E0-B9C7-9ED0-B13A5A8F4C4A}"/>
              </a:ext>
            </a:extLst>
          </p:cNvPr>
          <p:cNvSpPr txBox="1"/>
          <p:nvPr/>
        </p:nvSpPr>
        <p:spPr>
          <a:xfrm>
            <a:off x="6382678" y="2298849"/>
            <a:ext cx="2007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添加你的标题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D4D8BCE-B3D8-283F-5A9B-CFB771C47054}"/>
              </a:ext>
            </a:extLst>
          </p:cNvPr>
          <p:cNvSpPr txBox="1"/>
          <p:nvPr/>
        </p:nvSpPr>
        <p:spPr>
          <a:xfrm>
            <a:off x="6353309" y="2828405"/>
            <a:ext cx="205145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903BD28-7AE1-9889-11D7-C152A6C89DA2}"/>
              </a:ext>
            </a:extLst>
          </p:cNvPr>
          <p:cNvSpPr txBox="1"/>
          <p:nvPr/>
        </p:nvSpPr>
        <p:spPr>
          <a:xfrm>
            <a:off x="8914404" y="2292836"/>
            <a:ext cx="199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添加你的标题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D539BDA-6ED9-5447-3558-ECC207FDF4D2}"/>
              </a:ext>
            </a:extLst>
          </p:cNvPr>
          <p:cNvSpPr txBox="1"/>
          <p:nvPr/>
        </p:nvSpPr>
        <p:spPr>
          <a:xfrm>
            <a:off x="8887259" y="2822498"/>
            <a:ext cx="205145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4115B0DE-496F-C0AC-7784-E1CF2188DF9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7030A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191397" y="3299509"/>
            <a:ext cx="703381" cy="703381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50940E4D-AF7C-1B0C-B28F-0A895B52E6F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7030A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5647476" y="3334212"/>
            <a:ext cx="703381" cy="703381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C118D941-E681-95AF-079F-1A95DBBE23C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7030A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8183878" y="3299508"/>
            <a:ext cx="703381" cy="703381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C7C5B3BB-987A-8269-A0A4-F3C1126EA3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815" y="270712"/>
            <a:ext cx="1893576" cy="5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626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F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47A218B5-0B6F-D02B-66ED-65DE4B8A99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" y="1313825"/>
            <a:ext cx="12172476" cy="490508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4DE8327-7631-BD49-2975-9FB02F4C9A2F}"/>
              </a:ext>
            </a:extLst>
          </p:cNvPr>
          <p:cNvSpPr/>
          <p:nvPr/>
        </p:nvSpPr>
        <p:spPr>
          <a:xfrm>
            <a:off x="-19832" y="1328870"/>
            <a:ext cx="12202070" cy="4874994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2E1BF6A-BDF6-3FBF-10D3-DB4EBB7BCE00}"/>
              </a:ext>
            </a:extLst>
          </p:cNvPr>
          <p:cNvSpPr txBox="1"/>
          <p:nvPr/>
        </p:nvSpPr>
        <p:spPr>
          <a:xfrm>
            <a:off x="788514" y="2399099"/>
            <a:ext cx="3694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BDE6947-A3DE-B27D-E2CD-7A70C72DA14A}"/>
              </a:ext>
            </a:extLst>
          </p:cNvPr>
          <p:cNvSpPr txBox="1"/>
          <p:nvPr/>
        </p:nvSpPr>
        <p:spPr>
          <a:xfrm>
            <a:off x="8218551" y="3166547"/>
            <a:ext cx="3694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AA02C1D-6703-C960-9D69-8BD250390540}"/>
              </a:ext>
            </a:extLst>
          </p:cNvPr>
          <p:cNvSpPr txBox="1"/>
          <p:nvPr/>
        </p:nvSpPr>
        <p:spPr>
          <a:xfrm>
            <a:off x="626593" y="3751322"/>
            <a:ext cx="3694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5004EA75-057B-D73E-B619-BA33F95067FA}"/>
              </a:ext>
            </a:extLst>
          </p:cNvPr>
          <p:cNvSpPr txBox="1"/>
          <p:nvPr/>
        </p:nvSpPr>
        <p:spPr>
          <a:xfrm>
            <a:off x="425317" y="5152893"/>
            <a:ext cx="3694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10" name="平行四边形 9">
            <a:extLst>
              <a:ext uri="{FF2B5EF4-FFF2-40B4-BE49-F238E27FC236}">
                <a16:creationId xmlns:a16="http://schemas.microsoft.com/office/drawing/2014/main" id="{F5882E7F-FEC5-87A8-30BD-0C6400B7BD45}"/>
              </a:ext>
            </a:extLst>
          </p:cNvPr>
          <p:cNvSpPr/>
          <p:nvPr/>
        </p:nvSpPr>
        <p:spPr>
          <a:xfrm rot="5687947">
            <a:off x="5716611" y="2022523"/>
            <a:ext cx="1231925" cy="1943239"/>
          </a:xfrm>
          <a:prstGeom prst="parallelogram">
            <a:avLst>
              <a:gd name="adj" fmla="val 57432"/>
            </a:avLst>
          </a:prstGeom>
          <a:solidFill>
            <a:srgbClr val="B03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>
            <a:extLst>
              <a:ext uri="{FF2B5EF4-FFF2-40B4-BE49-F238E27FC236}">
                <a16:creationId xmlns:a16="http://schemas.microsoft.com/office/drawing/2014/main" id="{24C3A450-2B2F-F706-182A-46E98F66676A}"/>
              </a:ext>
            </a:extLst>
          </p:cNvPr>
          <p:cNvSpPr/>
          <p:nvPr/>
        </p:nvSpPr>
        <p:spPr>
          <a:xfrm rot="16537113" flipH="1">
            <a:off x="5642686" y="2721235"/>
            <a:ext cx="1231925" cy="1943239"/>
          </a:xfrm>
          <a:prstGeom prst="parallelogram">
            <a:avLst>
              <a:gd name="adj" fmla="val 57432"/>
            </a:avLst>
          </a:prstGeom>
          <a:solidFill>
            <a:srgbClr val="003F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>
            <a:extLst>
              <a:ext uri="{FF2B5EF4-FFF2-40B4-BE49-F238E27FC236}">
                <a16:creationId xmlns:a16="http://schemas.microsoft.com/office/drawing/2014/main" id="{8A6321A8-5BDB-126C-5BA3-9B5279CC298F}"/>
              </a:ext>
            </a:extLst>
          </p:cNvPr>
          <p:cNvSpPr/>
          <p:nvPr/>
        </p:nvSpPr>
        <p:spPr>
          <a:xfrm rot="5687947">
            <a:off x="5568760" y="3406291"/>
            <a:ext cx="1231925" cy="1943239"/>
          </a:xfrm>
          <a:prstGeom prst="parallelogram">
            <a:avLst>
              <a:gd name="adj" fmla="val 57432"/>
            </a:avLst>
          </a:prstGeom>
          <a:solidFill>
            <a:srgbClr val="B03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平行四边形 16">
            <a:extLst>
              <a:ext uri="{FF2B5EF4-FFF2-40B4-BE49-F238E27FC236}">
                <a16:creationId xmlns:a16="http://schemas.microsoft.com/office/drawing/2014/main" id="{E4FE2987-731E-99AC-8543-367654C41406}"/>
              </a:ext>
            </a:extLst>
          </p:cNvPr>
          <p:cNvSpPr/>
          <p:nvPr/>
        </p:nvSpPr>
        <p:spPr>
          <a:xfrm rot="16537113" flipH="1">
            <a:off x="5494835" y="4105002"/>
            <a:ext cx="1231925" cy="1943239"/>
          </a:xfrm>
          <a:prstGeom prst="parallelogram">
            <a:avLst>
              <a:gd name="adj" fmla="val 57432"/>
            </a:avLst>
          </a:prstGeom>
          <a:solidFill>
            <a:srgbClr val="003F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0B4ACC31-A343-2BCB-B20A-BFF3C2BFF084}"/>
              </a:ext>
            </a:extLst>
          </p:cNvPr>
          <p:cNvSpPr/>
          <p:nvPr/>
        </p:nvSpPr>
        <p:spPr>
          <a:xfrm>
            <a:off x="4697381" y="2350390"/>
            <a:ext cx="400742" cy="400742"/>
          </a:xfrm>
          <a:prstGeom prst="ellipse">
            <a:avLst/>
          </a:prstGeom>
          <a:solidFill>
            <a:srgbClr val="003F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DEAB03E8-EB3E-1CEF-BDA6-8F726DD478BD}"/>
              </a:ext>
            </a:extLst>
          </p:cNvPr>
          <p:cNvSpPr/>
          <p:nvPr/>
        </p:nvSpPr>
        <p:spPr>
          <a:xfrm>
            <a:off x="7571653" y="3238180"/>
            <a:ext cx="400742" cy="400742"/>
          </a:xfrm>
          <a:prstGeom prst="ellipse">
            <a:avLst/>
          </a:prstGeom>
          <a:solidFill>
            <a:srgbClr val="003F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B6B98CC0-4AE7-5F39-6433-95BAD3124674}"/>
              </a:ext>
            </a:extLst>
          </p:cNvPr>
          <p:cNvSpPr/>
          <p:nvPr/>
        </p:nvSpPr>
        <p:spPr>
          <a:xfrm>
            <a:off x="4536767" y="3711696"/>
            <a:ext cx="400742" cy="400742"/>
          </a:xfrm>
          <a:prstGeom prst="ellipse">
            <a:avLst/>
          </a:prstGeom>
          <a:solidFill>
            <a:srgbClr val="B03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FFA5CB50-2B52-BAF7-2A9D-6EECABF38A2E}"/>
              </a:ext>
            </a:extLst>
          </p:cNvPr>
          <p:cNvSpPr/>
          <p:nvPr/>
        </p:nvSpPr>
        <p:spPr>
          <a:xfrm>
            <a:off x="4401884" y="5101389"/>
            <a:ext cx="400742" cy="400742"/>
          </a:xfrm>
          <a:prstGeom prst="ellipse">
            <a:avLst/>
          </a:prstGeom>
          <a:solidFill>
            <a:srgbClr val="003F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9CBEE74C-6B33-C227-B3E4-961AFAE6E863}"/>
              </a:ext>
            </a:extLst>
          </p:cNvPr>
          <p:cNvSpPr/>
          <p:nvPr/>
        </p:nvSpPr>
        <p:spPr>
          <a:xfrm>
            <a:off x="7494087" y="4640870"/>
            <a:ext cx="400742" cy="400742"/>
          </a:xfrm>
          <a:prstGeom prst="ellipse">
            <a:avLst/>
          </a:prstGeom>
          <a:solidFill>
            <a:srgbClr val="B03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C2FF0EE8-D066-7F57-BDD5-2B7108A8F9C5}"/>
              </a:ext>
            </a:extLst>
          </p:cNvPr>
          <p:cNvSpPr/>
          <p:nvPr/>
        </p:nvSpPr>
        <p:spPr>
          <a:xfrm>
            <a:off x="2535890" y="1849619"/>
            <a:ext cx="1814861" cy="422980"/>
          </a:xfrm>
          <a:prstGeom prst="roundRect">
            <a:avLst>
              <a:gd name="adj" fmla="val 50000"/>
            </a:avLst>
          </a:prstGeom>
          <a:solidFill>
            <a:srgbClr val="003F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F4BE5DE-5097-9FE4-AB5F-1BFC17603D6E}"/>
              </a:ext>
            </a:extLst>
          </p:cNvPr>
          <p:cNvSpPr txBox="1"/>
          <p:nvPr/>
        </p:nvSpPr>
        <p:spPr>
          <a:xfrm>
            <a:off x="2831821" y="1845224"/>
            <a:ext cx="1371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添加标题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EC1BFBA7-20F6-3D2F-A970-34BB8926500F}"/>
              </a:ext>
            </a:extLst>
          </p:cNvPr>
          <p:cNvSpPr/>
          <p:nvPr/>
        </p:nvSpPr>
        <p:spPr>
          <a:xfrm>
            <a:off x="8218550" y="2633467"/>
            <a:ext cx="1814861" cy="422980"/>
          </a:xfrm>
          <a:prstGeom prst="roundRect">
            <a:avLst>
              <a:gd name="adj" fmla="val 50000"/>
            </a:avLst>
          </a:prstGeom>
          <a:solidFill>
            <a:srgbClr val="003E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D0FA76A-BC39-F570-5702-1B87621BA39A}"/>
              </a:ext>
            </a:extLst>
          </p:cNvPr>
          <p:cNvSpPr txBox="1"/>
          <p:nvPr/>
        </p:nvSpPr>
        <p:spPr>
          <a:xfrm>
            <a:off x="8516465" y="2633468"/>
            <a:ext cx="1371482" cy="400110"/>
          </a:xfrm>
          <a:prstGeom prst="rect">
            <a:avLst/>
          </a:prstGeom>
          <a:solidFill>
            <a:srgbClr val="003F89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添加标题</a:t>
            </a: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F6D685D6-CFF0-8FD7-A0C5-5727AE165BDE}"/>
              </a:ext>
            </a:extLst>
          </p:cNvPr>
          <p:cNvSpPr/>
          <p:nvPr/>
        </p:nvSpPr>
        <p:spPr>
          <a:xfrm>
            <a:off x="2304619" y="3215942"/>
            <a:ext cx="1814861" cy="422980"/>
          </a:xfrm>
          <a:prstGeom prst="roundRect">
            <a:avLst>
              <a:gd name="adj" fmla="val 50000"/>
            </a:avLst>
          </a:prstGeom>
          <a:solidFill>
            <a:srgbClr val="B03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9424F2F-20F5-E995-563F-1BE9CBD70ABC}"/>
              </a:ext>
            </a:extLst>
          </p:cNvPr>
          <p:cNvSpPr txBox="1"/>
          <p:nvPr/>
        </p:nvSpPr>
        <p:spPr>
          <a:xfrm>
            <a:off x="2600550" y="3211547"/>
            <a:ext cx="1371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添加标题</a:t>
            </a: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EC2A1B39-A2B4-718F-7A70-FE1975940804}"/>
              </a:ext>
            </a:extLst>
          </p:cNvPr>
          <p:cNvSpPr/>
          <p:nvPr/>
        </p:nvSpPr>
        <p:spPr>
          <a:xfrm>
            <a:off x="2079817" y="4597791"/>
            <a:ext cx="1814861" cy="422980"/>
          </a:xfrm>
          <a:prstGeom prst="roundRect">
            <a:avLst>
              <a:gd name="adj" fmla="val 50000"/>
            </a:avLst>
          </a:prstGeom>
          <a:solidFill>
            <a:srgbClr val="003F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33D7B9D6-350E-20D8-CB1A-C627685F137B}"/>
              </a:ext>
            </a:extLst>
          </p:cNvPr>
          <p:cNvSpPr txBox="1"/>
          <p:nvPr/>
        </p:nvSpPr>
        <p:spPr>
          <a:xfrm>
            <a:off x="2375748" y="4593396"/>
            <a:ext cx="1371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添加标题</a:t>
            </a: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F1D4FD6B-3AD9-A649-C90B-26A735CF3825}"/>
              </a:ext>
            </a:extLst>
          </p:cNvPr>
          <p:cNvSpPr/>
          <p:nvPr/>
        </p:nvSpPr>
        <p:spPr>
          <a:xfrm>
            <a:off x="8155463" y="3982941"/>
            <a:ext cx="1814861" cy="422980"/>
          </a:xfrm>
          <a:prstGeom prst="roundRect">
            <a:avLst>
              <a:gd name="adj" fmla="val 50000"/>
            </a:avLst>
          </a:prstGeom>
          <a:solidFill>
            <a:srgbClr val="B03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76A47D3B-AE34-A6F0-CD6D-7BF6EEA995FD}"/>
              </a:ext>
            </a:extLst>
          </p:cNvPr>
          <p:cNvSpPr txBox="1"/>
          <p:nvPr/>
        </p:nvSpPr>
        <p:spPr>
          <a:xfrm>
            <a:off x="8463828" y="3968381"/>
            <a:ext cx="1371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添加标题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85EBF9BD-74EC-9C6B-096A-9708838FBDB9}"/>
              </a:ext>
            </a:extLst>
          </p:cNvPr>
          <p:cNvSpPr txBox="1"/>
          <p:nvPr/>
        </p:nvSpPr>
        <p:spPr>
          <a:xfrm>
            <a:off x="8126540" y="4538890"/>
            <a:ext cx="3694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0801703-6156-36D6-2B2B-94DE4D9FDA8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815" y="270712"/>
            <a:ext cx="1893576" cy="5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767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1D45280-4C84-C631-190C-03C3D3A4790B}"/>
              </a:ext>
            </a:extLst>
          </p:cNvPr>
          <p:cNvSpPr/>
          <p:nvPr/>
        </p:nvSpPr>
        <p:spPr>
          <a:xfrm>
            <a:off x="461893" y="988142"/>
            <a:ext cx="3612956" cy="4712109"/>
          </a:xfrm>
          <a:prstGeom prst="rect">
            <a:avLst/>
          </a:prstGeom>
          <a:solidFill>
            <a:srgbClr val="003F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32B768D-8697-2E23-2F7F-B7D039E2D9E4}"/>
              </a:ext>
            </a:extLst>
          </p:cNvPr>
          <p:cNvSpPr/>
          <p:nvPr/>
        </p:nvSpPr>
        <p:spPr>
          <a:xfrm>
            <a:off x="661548" y="1225536"/>
            <a:ext cx="3558177" cy="4640664"/>
          </a:xfrm>
          <a:prstGeom prst="rect">
            <a:avLst/>
          </a:prstGeom>
          <a:solidFill>
            <a:srgbClr val="003F89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5CAE42-0255-7FF3-010D-6C55840FB2A9}"/>
              </a:ext>
            </a:extLst>
          </p:cNvPr>
          <p:cNvSpPr/>
          <p:nvPr/>
        </p:nvSpPr>
        <p:spPr>
          <a:xfrm>
            <a:off x="4586748" y="1155741"/>
            <a:ext cx="7143359" cy="4544510"/>
          </a:xfrm>
          <a:prstGeom prst="rect">
            <a:avLst/>
          </a:prstGeom>
          <a:solidFill>
            <a:srgbClr val="003F89">
              <a:alpha val="15000"/>
            </a:srgbClr>
          </a:solidFill>
          <a:ln w="19050">
            <a:solidFill>
              <a:srgbClr val="003F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5570207-3763-FF4A-0908-05C769B72D56}"/>
              </a:ext>
            </a:extLst>
          </p:cNvPr>
          <p:cNvSpPr txBox="1"/>
          <p:nvPr/>
        </p:nvSpPr>
        <p:spPr>
          <a:xfrm>
            <a:off x="4855224" y="1527630"/>
            <a:ext cx="5029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汉仪瑞意宋X 75简" panose="00020600040101010101" pitchFamily="18" charset="-122"/>
                <a:ea typeface="汉仪瑞意宋X 75简" panose="00020600040101010101" pitchFamily="18" charset="-122"/>
              </a:rPr>
              <a:t>请在此处添加你的标题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AA28002-4FC8-4E10-2F6F-C3499F41E058}"/>
              </a:ext>
            </a:extLst>
          </p:cNvPr>
          <p:cNvSpPr txBox="1"/>
          <p:nvPr/>
        </p:nvSpPr>
        <p:spPr>
          <a:xfrm>
            <a:off x="4884720" y="2632469"/>
            <a:ext cx="66939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DDFEC2F-8FCD-E123-3B27-055F288A2AC7}"/>
              </a:ext>
            </a:extLst>
          </p:cNvPr>
          <p:cNvSpPr txBox="1"/>
          <p:nvPr/>
        </p:nvSpPr>
        <p:spPr>
          <a:xfrm>
            <a:off x="4884720" y="2102751"/>
            <a:ext cx="4142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3F89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请在此处输入你的文本</a:t>
            </a:r>
            <a:endParaRPr lang="en-US" altLang="zh-CN" sz="2000" b="1" dirty="0">
              <a:solidFill>
                <a:srgbClr val="003F89"/>
              </a:solidFill>
              <a:latin typeface="汉仪润圆-45简" panose="00020600040101010101" pitchFamily="18" charset="-122"/>
              <a:ea typeface="汉仪润圆-45简" panose="00020600040101010101" pitchFamily="18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E4FF2FD-9BB7-DCC1-776E-4AF18D61ABDD}"/>
              </a:ext>
            </a:extLst>
          </p:cNvPr>
          <p:cNvSpPr/>
          <p:nvPr/>
        </p:nvSpPr>
        <p:spPr>
          <a:xfrm>
            <a:off x="4419380" y="988142"/>
            <a:ext cx="7463128" cy="4878058"/>
          </a:xfrm>
          <a:prstGeom prst="rect">
            <a:avLst/>
          </a:prstGeom>
          <a:noFill/>
          <a:ln w="19050">
            <a:solidFill>
              <a:srgbClr val="B030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4395C16-B4E8-172D-A35A-2CFC232308E0}"/>
              </a:ext>
            </a:extLst>
          </p:cNvPr>
          <p:cNvSpPr/>
          <p:nvPr/>
        </p:nvSpPr>
        <p:spPr>
          <a:xfrm>
            <a:off x="0" y="6598508"/>
            <a:ext cx="12192000" cy="259491"/>
          </a:xfrm>
          <a:prstGeom prst="rect">
            <a:avLst/>
          </a:prstGeom>
          <a:solidFill>
            <a:srgbClr val="003F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BBA5505-72B6-3819-4D0D-5BA7091EF290}"/>
              </a:ext>
            </a:extLst>
          </p:cNvPr>
          <p:cNvSpPr txBox="1"/>
          <p:nvPr/>
        </p:nvSpPr>
        <p:spPr>
          <a:xfrm>
            <a:off x="4860616" y="3564090"/>
            <a:ext cx="67421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4B0879-DAF2-7164-A6E7-3CCDDED8E063}"/>
              </a:ext>
            </a:extLst>
          </p:cNvPr>
          <p:cNvSpPr txBox="1"/>
          <p:nvPr/>
        </p:nvSpPr>
        <p:spPr>
          <a:xfrm>
            <a:off x="4855224" y="4562686"/>
            <a:ext cx="66939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3B7706-A1C2-1287-376A-9EC0B69885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38" b="10081"/>
          <a:stretch/>
        </p:blipFill>
        <p:spPr>
          <a:xfrm>
            <a:off x="635705" y="1154916"/>
            <a:ext cx="3439144" cy="454451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591C5E0-9B09-137E-0F8D-EC8FA3D63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815" y="270712"/>
            <a:ext cx="1893576" cy="5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977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2000"/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3C0659-289E-CDDD-A4D2-969E565EB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10D6E198-0DEA-9200-DB26-9D8F6678E619}"/>
              </a:ext>
            </a:extLst>
          </p:cNvPr>
          <p:cNvSpPr/>
          <p:nvPr/>
        </p:nvSpPr>
        <p:spPr>
          <a:xfrm>
            <a:off x="-1" y="0"/>
            <a:ext cx="5124735" cy="6858000"/>
          </a:xfrm>
          <a:custGeom>
            <a:avLst/>
            <a:gdLst>
              <a:gd name="connsiteX0" fmla="*/ 0 w 1527683"/>
              <a:gd name="connsiteY0" fmla="*/ 0 h 1574042"/>
              <a:gd name="connsiteX1" fmla="*/ 1527683 w 1527683"/>
              <a:gd name="connsiteY1" fmla="*/ 0 h 1574042"/>
              <a:gd name="connsiteX2" fmla="*/ 726310 w 1527683"/>
              <a:gd name="connsiteY2" fmla="*/ 1574042 h 1574042"/>
              <a:gd name="connsiteX3" fmla="*/ 0 w 1527683"/>
              <a:gd name="connsiteY3" fmla="*/ 1574042 h 1574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7683" h="1574042">
                <a:moveTo>
                  <a:pt x="0" y="0"/>
                </a:moveTo>
                <a:lnTo>
                  <a:pt x="1527683" y="0"/>
                </a:lnTo>
                <a:lnTo>
                  <a:pt x="726310" y="1574042"/>
                </a:lnTo>
                <a:lnTo>
                  <a:pt x="0" y="1574042"/>
                </a:lnTo>
                <a:close/>
              </a:path>
            </a:pathLst>
          </a:custGeom>
          <a:solidFill>
            <a:srgbClr val="9A1B1E">
              <a:alpha val="59000"/>
            </a:srgbClr>
          </a:solidFill>
          <a:ln>
            <a:noFill/>
          </a:ln>
          <a:effectLst>
            <a:outerShdw blurRad="368300" dist="38100" algn="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A78AC411-1DFF-E423-57A0-36018D5D5BC5}"/>
              </a:ext>
            </a:extLst>
          </p:cNvPr>
          <p:cNvSpPr/>
          <p:nvPr/>
        </p:nvSpPr>
        <p:spPr>
          <a:xfrm>
            <a:off x="2434163" y="0"/>
            <a:ext cx="3794451" cy="6858000"/>
          </a:xfrm>
          <a:custGeom>
            <a:avLst/>
            <a:gdLst>
              <a:gd name="connsiteX0" fmla="*/ 2692010 w 3794451"/>
              <a:gd name="connsiteY0" fmla="*/ 0 h 6858000"/>
              <a:gd name="connsiteX1" fmla="*/ 3794451 w 3794451"/>
              <a:gd name="connsiteY1" fmla="*/ 0 h 6858000"/>
              <a:gd name="connsiteX2" fmla="*/ 1102441 w 3794451"/>
              <a:gd name="connsiteY2" fmla="*/ 6858000 h 6858000"/>
              <a:gd name="connsiteX3" fmla="*/ 0 w 379445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94451" h="6858000">
                <a:moveTo>
                  <a:pt x="2692010" y="0"/>
                </a:moveTo>
                <a:lnTo>
                  <a:pt x="3794451" y="0"/>
                </a:lnTo>
                <a:lnTo>
                  <a:pt x="11024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A1B1E">
              <a:alpha val="15000"/>
            </a:srgbClr>
          </a:solidFill>
          <a:ln>
            <a:noFill/>
          </a:ln>
          <a:effectLst>
            <a:outerShdw blurRad="3683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F91F6D6E-84F6-FF12-B8DA-44B1F7F8A3C9}"/>
              </a:ext>
            </a:extLst>
          </p:cNvPr>
          <p:cNvSpPr/>
          <p:nvPr/>
        </p:nvSpPr>
        <p:spPr>
          <a:xfrm>
            <a:off x="3539570" y="0"/>
            <a:ext cx="3310740" cy="6858000"/>
          </a:xfrm>
          <a:custGeom>
            <a:avLst/>
            <a:gdLst>
              <a:gd name="connsiteX0" fmla="*/ 2692010 w 3310740"/>
              <a:gd name="connsiteY0" fmla="*/ 0 h 6858000"/>
              <a:gd name="connsiteX1" fmla="*/ 3310740 w 3310740"/>
              <a:gd name="connsiteY1" fmla="*/ 0 h 6858000"/>
              <a:gd name="connsiteX2" fmla="*/ 618730 w 3310740"/>
              <a:gd name="connsiteY2" fmla="*/ 6858000 h 6858000"/>
              <a:gd name="connsiteX3" fmla="*/ 0 w 33107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0740" h="6858000">
                <a:moveTo>
                  <a:pt x="2692010" y="0"/>
                </a:moveTo>
                <a:lnTo>
                  <a:pt x="3310740" y="0"/>
                </a:lnTo>
                <a:lnTo>
                  <a:pt x="61873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A1B1E">
              <a:alpha val="3000"/>
            </a:srgbClr>
          </a:solidFill>
          <a:ln>
            <a:noFill/>
          </a:ln>
          <a:effectLst>
            <a:outerShdw blurRad="3683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C2C4D2D-61C1-348F-51A5-51D1AB67EC13}"/>
              </a:ext>
            </a:extLst>
          </p:cNvPr>
          <p:cNvSpPr txBox="1"/>
          <p:nvPr/>
        </p:nvSpPr>
        <p:spPr>
          <a:xfrm>
            <a:off x="297533" y="3867591"/>
            <a:ext cx="180808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solidFill>
                  <a:srgbClr val="B03034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  <a:cs typeface="Times New Roman" panose="02020603050405020304" pitchFamily="18" charset="0"/>
              </a:rPr>
              <a:t>04</a:t>
            </a:r>
            <a:endParaRPr lang="zh-CN" altLang="en-US" sz="8800" dirty="0">
              <a:solidFill>
                <a:srgbClr val="B03034"/>
              </a:solidFill>
              <a:latin typeface="汉仪润圆-45简" panose="00020600040101010101" pitchFamily="18" charset="-122"/>
              <a:ea typeface="汉仪润圆-45简" panose="00020600040101010101" pitchFamily="18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82EA32-E9AC-1DE1-C338-A5F23ED3B9D4}"/>
              </a:ext>
            </a:extLst>
          </p:cNvPr>
          <p:cNvSpPr txBox="1"/>
          <p:nvPr/>
        </p:nvSpPr>
        <p:spPr>
          <a:xfrm>
            <a:off x="1703438" y="4152088"/>
            <a:ext cx="4686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汉仪瑞意宋X 75简" panose="00020600040101010101" pitchFamily="18" charset="-122"/>
                <a:ea typeface="汉仪瑞意宋X 75简" panose="00020600040101010101" pitchFamily="18" charset="-122"/>
              </a:rPr>
              <a:t>请在此处添加你的标题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9A0627-B752-F782-2C9A-0A78637550E4}"/>
              </a:ext>
            </a:extLst>
          </p:cNvPr>
          <p:cNvSpPr txBox="1"/>
          <p:nvPr/>
        </p:nvSpPr>
        <p:spPr>
          <a:xfrm>
            <a:off x="1703439" y="4735418"/>
            <a:ext cx="5014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汉仪润圆-45简" panose="00020600040101010101" pitchFamily="18" charset="-122"/>
                <a:ea typeface="汉仪润圆-45简" panose="00020600040101010101" pitchFamily="18" charset="-122"/>
                <a:cs typeface="Times New Roman" panose="02020603050405020304" pitchFamily="18" charset="0"/>
              </a:rPr>
              <a:t>请在此处输入你的正文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CFFF08-1389-FFF8-3531-4601FC412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815" y="270712"/>
            <a:ext cx="1893576" cy="5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57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D464630-3725-3856-566F-290F89B11758}"/>
              </a:ext>
            </a:extLst>
          </p:cNvPr>
          <p:cNvSpPr/>
          <p:nvPr/>
        </p:nvSpPr>
        <p:spPr>
          <a:xfrm>
            <a:off x="532787" y="3708913"/>
            <a:ext cx="9062534" cy="1853805"/>
          </a:xfrm>
          <a:prstGeom prst="roundRect">
            <a:avLst>
              <a:gd name="adj" fmla="val 7392"/>
            </a:avLst>
          </a:prstGeom>
          <a:solidFill>
            <a:schemeClr val="bg1">
              <a:lumMod val="95000"/>
              <a:alpha val="9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E097207-9DF4-1A7B-C785-16FD97A97028}"/>
              </a:ext>
            </a:extLst>
          </p:cNvPr>
          <p:cNvSpPr/>
          <p:nvPr/>
        </p:nvSpPr>
        <p:spPr>
          <a:xfrm>
            <a:off x="536912" y="1602949"/>
            <a:ext cx="1853805" cy="1853805"/>
          </a:xfrm>
          <a:prstGeom prst="roundRect">
            <a:avLst>
              <a:gd name="adj" fmla="val 4020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0FE8F20-EA27-DEAF-6E05-7C4FE81A91B5}"/>
              </a:ext>
            </a:extLst>
          </p:cNvPr>
          <p:cNvSpPr/>
          <p:nvPr/>
        </p:nvSpPr>
        <p:spPr>
          <a:xfrm>
            <a:off x="2581197" y="1587433"/>
            <a:ext cx="9062534" cy="1853805"/>
          </a:xfrm>
          <a:prstGeom prst="roundRect">
            <a:avLst>
              <a:gd name="adj" fmla="val 7392"/>
            </a:avLst>
          </a:prstGeom>
          <a:solidFill>
            <a:schemeClr val="bg1">
              <a:lumMod val="95000"/>
              <a:alpha val="9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1F35FE5-1A22-1FBC-CB76-649DBA38782B}"/>
              </a:ext>
            </a:extLst>
          </p:cNvPr>
          <p:cNvSpPr txBox="1"/>
          <p:nvPr/>
        </p:nvSpPr>
        <p:spPr>
          <a:xfrm>
            <a:off x="2688164" y="1721983"/>
            <a:ext cx="3235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添加你的标题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3C3A873-CA26-D0AE-144A-4B26705D6848}"/>
              </a:ext>
            </a:extLst>
          </p:cNvPr>
          <p:cNvSpPr txBox="1"/>
          <p:nvPr/>
        </p:nvSpPr>
        <p:spPr>
          <a:xfrm>
            <a:off x="2688164" y="2259126"/>
            <a:ext cx="8722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33A76AE-3E70-B8FA-B63E-C618C7603070}"/>
              </a:ext>
            </a:extLst>
          </p:cNvPr>
          <p:cNvSpPr txBox="1"/>
          <p:nvPr/>
        </p:nvSpPr>
        <p:spPr>
          <a:xfrm>
            <a:off x="7148293" y="3921582"/>
            <a:ext cx="3308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添加你的标题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7087323-FC88-ECA3-F71A-2D7C871E2065}"/>
              </a:ext>
            </a:extLst>
          </p:cNvPr>
          <p:cNvSpPr txBox="1"/>
          <p:nvPr/>
        </p:nvSpPr>
        <p:spPr>
          <a:xfrm>
            <a:off x="865097" y="4450867"/>
            <a:ext cx="8656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11BB46D-61BB-39E5-5A0A-062381A7C3AC}"/>
              </a:ext>
            </a:extLst>
          </p:cNvPr>
          <p:cNvCxnSpPr>
            <a:cxnSpLocks/>
          </p:cNvCxnSpPr>
          <p:nvPr/>
        </p:nvCxnSpPr>
        <p:spPr>
          <a:xfrm>
            <a:off x="3178312" y="3524739"/>
            <a:ext cx="6455836" cy="0"/>
          </a:xfrm>
          <a:prstGeom prst="line">
            <a:avLst/>
          </a:prstGeom>
          <a:ln w="19050">
            <a:solidFill>
              <a:srgbClr val="B03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95350B5D-8789-A6D4-D427-0E42A221A953}"/>
              </a:ext>
            </a:extLst>
          </p:cNvPr>
          <p:cNvCxnSpPr>
            <a:cxnSpLocks/>
          </p:cNvCxnSpPr>
          <p:nvPr/>
        </p:nvCxnSpPr>
        <p:spPr>
          <a:xfrm>
            <a:off x="2688164" y="3626854"/>
            <a:ext cx="6146618" cy="0"/>
          </a:xfrm>
          <a:prstGeom prst="line">
            <a:avLst/>
          </a:prstGeom>
          <a:ln w="19050">
            <a:solidFill>
              <a:srgbClr val="003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>
            <a:extLst>
              <a:ext uri="{FF2B5EF4-FFF2-40B4-BE49-F238E27FC236}">
                <a16:creationId xmlns:a16="http://schemas.microsoft.com/office/drawing/2014/main" id="{A4D56231-B84D-28A5-B352-71CF7F79C80E}"/>
              </a:ext>
            </a:extLst>
          </p:cNvPr>
          <p:cNvSpPr/>
          <p:nvPr/>
        </p:nvSpPr>
        <p:spPr>
          <a:xfrm>
            <a:off x="778917" y="885854"/>
            <a:ext cx="120125" cy="120125"/>
          </a:xfrm>
          <a:prstGeom prst="ellipse">
            <a:avLst/>
          </a:prstGeom>
          <a:solidFill>
            <a:srgbClr val="003F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7DF9F15-7B89-532D-3A39-3FDAC2E1F2AF}"/>
              </a:ext>
            </a:extLst>
          </p:cNvPr>
          <p:cNvGrpSpPr/>
          <p:nvPr/>
        </p:nvGrpSpPr>
        <p:grpSpPr>
          <a:xfrm>
            <a:off x="0" y="111538"/>
            <a:ext cx="875360" cy="1704473"/>
            <a:chOff x="357726" y="552695"/>
            <a:chExt cx="1547190" cy="3012640"/>
          </a:xfrm>
          <a:solidFill>
            <a:srgbClr val="003F89"/>
          </a:solidFill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80C9BDE5-494A-9DA6-9FB6-CE77FD4171FA}"/>
                </a:ext>
              </a:extLst>
            </p:cNvPr>
            <p:cNvSpPr/>
            <p:nvPr/>
          </p:nvSpPr>
          <p:spPr>
            <a:xfrm rot="10800000" flipH="1" flipV="1">
              <a:off x="357726" y="2018145"/>
              <a:ext cx="1464435" cy="1547190"/>
            </a:xfrm>
            <a:custGeom>
              <a:avLst/>
              <a:gdLst>
                <a:gd name="connsiteX0" fmla="*/ 0 w 1464435"/>
                <a:gd name="connsiteY0" fmla="*/ 0 h 1547190"/>
                <a:gd name="connsiteX1" fmla="*/ 1464435 w 1464435"/>
                <a:gd name="connsiteY1" fmla="*/ 0 h 1547190"/>
                <a:gd name="connsiteX2" fmla="*/ 1314628 w 1464435"/>
                <a:gd name="connsiteY2" fmla="*/ 22863 h 1547190"/>
                <a:gd name="connsiteX3" fmla="*/ 3759 w 1464435"/>
                <a:gd name="connsiteY3" fmla="*/ 1472763 h 1547190"/>
                <a:gd name="connsiteX4" fmla="*/ 0 w 1464435"/>
                <a:gd name="connsiteY4" fmla="*/ 1547190 h 154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4435" h="1547190">
                  <a:moveTo>
                    <a:pt x="0" y="0"/>
                  </a:moveTo>
                  <a:lnTo>
                    <a:pt x="1464435" y="0"/>
                  </a:lnTo>
                  <a:lnTo>
                    <a:pt x="1314628" y="22863"/>
                  </a:lnTo>
                  <a:cubicBezTo>
                    <a:pt x="615432" y="165940"/>
                    <a:pt x="77096" y="750618"/>
                    <a:pt x="3759" y="1472763"/>
                  </a:cubicBezTo>
                  <a:lnTo>
                    <a:pt x="0" y="154719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B8FA03D3-AA18-9480-1AFC-F1DD8F1BDF24}"/>
                </a:ext>
              </a:extLst>
            </p:cNvPr>
            <p:cNvSpPr/>
            <p:nvPr/>
          </p:nvSpPr>
          <p:spPr>
            <a:xfrm rot="5400000" flipH="1" flipV="1">
              <a:off x="399103" y="511318"/>
              <a:ext cx="1464435" cy="1547190"/>
            </a:xfrm>
            <a:custGeom>
              <a:avLst/>
              <a:gdLst>
                <a:gd name="connsiteX0" fmla="*/ 0 w 1464435"/>
                <a:gd name="connsiteY0" fmla="*/ 0 h 1547190"/>
                <a:gd name="connsiteX1" fmla="*/ 1464435 w 1464435"/>
                <a:gd name="connsiteY1" fmla="*/ 0 h 1547190"/>
                <a:gd name="connsiteX2" fmla="*/ 1314628 w 1464435"/>
                <a:gd name="connsiteY2" fmla="*/ 22863 h 1547190"/>
                <a:gd name="connsiteX3" fmla="*/ 3759 w 1464435"/>
                <a:gd name="connsiteY3" fmla="*/ 1472763 h 1547190"/>
                <a:gd name="connsiteX4" fmla="*/ 0 w 1464435"/>
                <a:gd name="connsiteY4" fmla="*/ 1547190 h 154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4435" h="1547190">
                  <a:moveTo>
                    <a:pt x="0" y="0"/>
                  </a:moveTo>
                  <a:lnTo>
                    <a:pt x="1464435" y="0"/>
                  </a:lnTo>
                  <a:lnTo>
                    <a:pt x="1314628" y="22863"/>
                  </a:lnTo>
                  <a:cubicBezTo>
                    <a:pt x="615432" y="165940"/>
                    <a:pt x="77096" y="750618"/>
                    <a:pt x="3759" y="1472763"/>
                  </a:cubicBezTo>
                  <a:lnTo>
                    <a:pt x="0" y="154719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919857DA-C459-92C8-89EB-B9BEBD522C46}"/>
              </a:ext>
            </a:extLst>
          </p:cNvPr>
          <p:cNvSpPr/>
          <p:nvPr/>
        </p:nvSpPr>
        <p:spPr>
          <a:xfrm rot="16200000" flipV="1">
            <a:off x="10623244" y="5283955"/>
            <a:ext cx="1537883" cy="1624788"/>
          </a:xfrm>
          <a:custGeom>
            <a:avLst/>
            <a:gdLst>
              <a:gd name="connsiteX0" fmla="*/ 0 w 1464435"/>
              <a:gd name="connsiteY0" fmla="*/ 0 h 1547190"/>
              <a:gd name="connsiteX1" fmla="*/ 1464435 w 1464435"/>
              <a:gd name="connsiteY1" fmla="*/ 0 h 1547190"/>
              <a:gd name="connsiteX2" fmla="*/ 1314628 w 1464435"/>
              <a:gd name="connsiteY2" fmla="*/ 22863 h 1547190"/>
              <a:gd name="connsiteX3" fmla="*/ 3759 w 1464435"/>
              <a:gd name="connsiteY3" fmla="*/ 1472763 h 1547190"/>
              <a:gd name="connsiteX4" fmla="*/ 0 w 1464435"/>
              <a:gd name="connsiteY4" fmla="*/ 1547190 h 1547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4435" h="1547190">
                <a:moveTo>
                  <a:pt x="0" y="0"/>
                </a:moveTo>
                <a:lnTo>
                  <a:pt x="1464435" y="0"/>
                </a:lnTo>
                <a:lnTo>
                  <a:pt x="1314628" y="22863"/>
                </a:lnTo>
                <a:cubicBezTo>
                  <a:pt x="615432" y="165940"/>
                  <a:pt x="77096" y="750618"/>
                  <a:pt x="3759" y="1472763"/>
                </a:cubicBezTo>
                <a:lnTo>
                  <a:pt x="0" y="1547190"/>
                </a:lnTo>
                <a:close/>
              </a:path>
            </a:pathLst>
          </a:custGeom>
          <a:solidFill>
            <a:srgbClr val="003E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9F0D756-7F7A-DB6E-680C-C8B781F46B93}"/>
              </a:ext>
            </a:extLst>
          </p:cNvPr>
          <p:cNvSpPr txBox="1"/>
          <p:nvPr/>
        </p:nvSpPr>
        <p:spPr>
          <a:xfrm>
            <a:off x="899042" y="610975"/>
            <a:ext cx="4901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汉仪瑞意宋X 75简" panose="00020600040101010101" pitchFamily="18" charset="-122"/>
                <a:ea typeface="汉仪瑞意宋X 75简" panose="00020600040101010101" pitchFamily="18" charset="-122"/>
              </a:rPr>
              <a:t>请在此处添加你的标题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28A379C-8758-7420-26FA-8D3D2F66CC5A}"/>
              </a:ext>
            </a:extLst>
          </p:cNvPr>
          <p:cNvSpPr/>
          <p:nvPr/>
        </p:nvSpPr>
        <p:spPr>
          <a:xfrm>
            <a:off x="9805408" y="3708913"/>
            <a:ext cx="1853805" cy="1853805"/>
          </a:xfrm>
          <a:prstGeom prst="roundRect">
            <a:avLst>
              <a:gd name="adj" fmla="val 7418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04833F61-E2F1-8182-2625-943E1F43A28C}"/>
              </a:ext>
            </a:extLst>
          </p:cNvPr>
          <p:cNvSpPr/>
          <p:nvPr/>
        </p:nvSpPr>
        <p:spPr>
          <a:xfrm rot="16200000" flipV="1">
            <a:off x="10126479" y="4804867"/>
            <a:ext cx="2008763" cy="2122278"/>
          </a:xfrm>
          <a:custGeom>
            <a:avLst/>
            <a:gdLst>
              <a:gd name="connsiteX0" fmla="*/ 0 w 1464435"/>
              <a:gd name="connsiteY0" fmla="*/ 0 h 1547190"/>
              <a:gd name="connsiteX1" fmla="*/ 1464435 w 1464435"/>
              <a:gd name="connsiteY1" fmla="*/ 0 h 1547190"/>
              <a:gd name="connsiteX2" fmla="*/ 1314628 w 1464435"/>
              <a:gd name="connsiteY2" fmla="*/ 22863 h 1547190"/>
              <a:gd name="connsiteX3" fmla="*/ 3759 w 1464435"/>
              <a:gd name="connsiteY3" fmla="*/ 1472763 h 1547190"/>
              <a:gd name="connsiteX4" fmla="*/ 0 w 1464435"/>
              <a:gd name="connsiteY4" fmla="*/ 1547190 h 1547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4435" h="1547190">
                <a:moveTo>
                  <a:pt x="0" y="0"/>
                </a:moveTo>
                <a:lnTo>
                  <a:pt x="1464435" y="0"/>
                </a:lnTo>
                <a:lnTo>
                  <a:pt x="1314628" y="22863"/>
                </a:lnTo>
                <a:cubicBezTo>
                  <a:pt x="615432" y="165940"/>
                  <a:pt x="77096" y="750618"/>
                  <a:pt x="3759" y="1472763"/>
                </a:cubicBezTo>
                <a:lnTo>
                  <a:pt x="0" y="1547190"/>
                </a:lnTo>
                <a:close/>
              </a:path>
            </a:pathLst>
          </a:custGeom>
          <a:solidFill>
            <a:srgbClr val="003F89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1471C28-C91B-227A-04B0-8342506265A8}"/>
              </a:ext>
            </a:extLst>
          </p:cNvPr>
          <p:cNvGrpSpPr/>
          <p:nvPr/>
        </p:nvGrpSpPr>
        <p:grpSpPr>
          <a:xfrm>
            <a:off x="-13635" y="5913907"/>
            <a:ext cx="888995" cy="958956"/>
            <a:chOff x="-13635" y="5913907"/>
            <a:chExt cx="888995" cy="95895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2EA3CB6-243D-A524-E22C-72B30467B0C1}"/>
                </a:ext>
              </a:extLst>
            </p:cNvPr>
            <p:cNvSpPr/>
            <p:nvPr/>
          </p:nvSpPr>
          <p:spPr>
            <a:xfrm>
              <a:off x="0" y="5913907"/>
              <a:ext cx="875360" cy="951907"/>
            </a:xfrm>
            <a:prstGeom prst="rect">
              <a:avLst/>
            </a:prstGeom>
            <a:solidFill>
              <a:srgbClr val="003F89">
                <a:alpha val="1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4C69F29-A67A-2D57-CA68-3FDB190FDC04}"/>
                </a:ext>
              </a:extLst>
            </p:cNvPr>
            <p:cNvSpPr/>
            <p:nvPr/>
          </p:nvSpPr>
          <p:spPr>
            <a:xfrm>
              <a:off x="-1" y="6293485"/>
              <a:ext cx="532788" cy="579378"/>
            </a:xfrm>
            <a:prstGeom prst="rect">
              <a:avLst/>
            </a:prstGeom>
            <a:solidFill>
              <a:srgbClr val="003F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BCBDE77D-F61F-F231-BE65-1D22F86BF094}"/>
                </a:ext>
              </a:extLst>
            </p:cNvPr>
            <p:cNvSpPr/>
            <p:nvPr/>
          </p:nvSpPr>
          <p:spPr>
            <a:xfrm rot="5400000" flipH="1" flipV="1">
              <a:off x="2517" y="6285043"/>
              <a:ext cx="571667" cy="603972"/>
            </a:xfrm>
            <a:custGeom>
              <a:avLst/>
              <a:gdLst>
                <a:gd name="connsiteX0" fmla="*/ 0 w 1464435"/>
                <a:gd name="connsiteY0" fmla="*/ 0 h 1547190"/>
                <a:gd name="connsiteX1" fmla="*/ 1464435 w 1464435"/>
                <a:gd name="connsiteY1" fmla="*/ 0 h 1547190"/>
                <a:gd name="connsiteX2" fmla="*/ 1314628 w 1464435"/>
                <a:gd name="connsiteY2" fmla="*/ 22863 h 1547190"/>
                <a:gd name="connsiteX3" fmla="*/ 3759 w 1464435"/>
                <a:gd name="connsiteY3" fmla="*/ 1472763 h 1547190"/>
                <a:gd name="connsiteX4" fmla="*/ 0 w 1464435"/>
                <a:gd name="connsiteY4" fmla="*/ 1547190 h 154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4435" h="1547190">
                  <a:moveTo>
                    <a:pt x="0" y="0"/>
                  </a:moveTo>
                  <a:lnTo>
                    <a:pt x="1464435" y="0"/>
                  </a:lnTo>
                  <a:lnTo>
                    <a:pt x="1314628" y="22863"/>
                  </a:lnTo>
                  <a:cubicBezTo>
                    <a:pt x="615432" y="165940"/>
                    <a:pt x="77096" y="750618"/>
                    <a:pt x="3759" y="1472763"/>
                  </a:cubicBezTo>
                  <a:lnTo>
                    <a:pt x="0" y="15471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E570E963-A69D-D09E-7DE4-E8AC393EB0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815" y="270712"/>
            <a:ext cx="1893576" cy="5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825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>
            <a:extLst>
              <a:ext uri="{FF2B5EF4-FFF2-40B4-BE49-F238E27FC236}">
                <a16:creationId xmlns:a16="http://schemas.microsoft.com/office/drawing/2014/main" id="{BB4E9CD8-1D22-107A-E246-F80A09FB53AE}"/>
              </a:ext>
            </a:extLst>
          </p:cNvPr>
          <p:cNvSpPr/>
          <p:nvPr/>
        </p:nvSpPr>
        <p:spPr>
          <a:xfrm>
            <a:off x="427577" y="1183875"/>
            <a:ext cx="2907324" cy="5313200"/>
          </a:xfrm>
          <a:prstGeom prst="rect">
            <a:avLst/>
          </a:prstGeom>
          <a:solidFill>
            <a:srgbClr val="9A1B1E"/>
          </a:solidFill>
          <a:ln>
            <a:solidFill>
              <a:srgbClr val="B030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F9064FD-EA20-365A-D79D-07B59269A5D1}"/>
              </a:ext>
            </a:extLst>
          </p:cNvPr>
          <p:cNvSpPr/>
          <p:nvPr/>
        </p:nvSpPr>
        <p:spPr>
          <a:xfrm>
            <a:off x="8580837" y="1183875"/>
            <a:ext cx="3096452" cy="5276113"/>
          </a:xfrm>
          <a:prstGeom prst="rect">
            <a:avLst/>
          </a:prstGeom>
          <a:solidFill>
            <a:srgbClr val="003F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3A723990-4B93-5572-310A-C98E492B73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9" r="2139"/>
          <a:stretch/>
        </p:blipFill>
        <p:spPr>
          <a:xfrm>
            <a:off x="617248" y="1262134"/>
            <a:ext cx="2756819" cy="512005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7846C6D8-D44B-E54A-459D-7B1243154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2" b="2422"/>
          <a:stretch/>
        </p:blipFill>
        <p:spPr>
          <a:xfrm>
            <a:off x="8512178" y="1261905"/>
            <a:ext cx="3026619" cy="5120054"/>
          </a:xfrm>
          <a:prstGeom prst="rect">
            <a:avLst/>
          </a:prstGeom>
        </p:spPr>
      </p:pic>
      <p:sp>
        <p:nvSpPr>
          <p:cNvPr id="41" name="流程图: 离页连接符 40">
            <a:extLst>
              <a:ext uri="{FF2B5EF4-FFF2-40B4-BE49-F238E27FC236}">
                <a16:creationId xmlns:a16="http://schemas.microsoft.com/office/drawing/2014/main" id="{41283DD1-D7A1-2B4F-D758-FE2C20EFC454}"/>
              </a:ext>
            </a:extLst>
          </p:cNvPr>
          <p:cNvSpPr/>
          <p:nvPr/>
        </p:nvSpPr>
        <p:spPr>
          <a:xfrm rot="16200000" flipH="1">
            <a:off x="3077108" y="1565305"/>
            <a:ext cx="2014299" cy="4222762"/>
          </a:xfrm>
          <a:prstGeom prst="flowChartOffpageConnector">
            <a:avLst/>
          </a:prstGeom>
          <a:solidFill>
            <a:srgbClr val="B03034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流程图: 离页连接符 41">
            <a:extLst>
              <a:ext uri="{FF2B5EF4-FFF2-40B4-BE49-F238E27FC236}">
                <a16:creationId xmlns:a16="http://schemas.microsoft.com/office/drawing/2014/main" id="{914D6E3F-4BB7-B432-0320-9002D7D4CDCA}"/>
              </a:ext>
            </a:extLst>
          </p:cNvPr>
          <p:cNvSpPr/>
          <p:nvPr/>
        </p:nvSpPr>
        <p:spPr>
          <a:xfrm rot="5400000">
            <a:off x="6561913" y="446126"/>
            <a:ext cx="2014299" cy="4222762"/>
          </a:xfrm>
          <a:prstGeom prst="flowChartOffpageConnector">
            <a:avLst/>
          </a:prstGeom>
          <a:solidFill>
            <a:srgbClr val="B03034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流程图: 离页连接符 42">
            <a:extLst>
              <a:ext uri="{FF2B5EF4-FFF2-40B4-BE49-F238E27FC236}">
                <a16:creationId xmlns:a16="http://schemas.microsoft.com/office/drawing/2014/main" id="{0FF97BFB-A267-7AC7-C68D-FBE22EA7A1BB}"/>
              </a:ext>
            </a:extLst>
          </p:cNvPr>
          <p:cNvSpPr/>
          <p:nvPr/>
        </p:nvSpPr>
        <p:spPr>
          <a:xfrm rot="5400000">
            <a:off x="6583620" y="2637232"/>
            <a:ext cx="2014299" cy="4222762"/>
          </a:xfrm>
          <a:prstGeom prst="flowChartOffpageConnector">
            <a:avLst/>
          </a:prstGeom>
          <a:solidFill>
            <a:srgbClr val="B03034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E19490E-287D-F6A0-A0C0-C57B8C34549F}"/>
              </a:ext>
            </a:extLst>
          </p:cNvPr>
          <p:cNvSpPr txBox="1"/>
          <p:nvPr/>
        </p:nvSpPr>
        <p:spPr>
          <a:xfrm>
            <a:off x="3918046" y="2906003"/>
            <a:ext cx="1688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添加标题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81EB578-5883-0965-96D2-061D42993C75}"/>
              </a:ext>
            </a:extLst>
          </p:cNvPr>
          <p:cNvSpPr txBox="1"/>
          <p:nvPr/>
        </p:nvSpPr>
        <p:spPr>
          <a:xfrm>
            <a:off x="2182661" y="3432272"/>
            <a:ext cx="33858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7E53623B-EB79-7F2D-966D-F72FE3830EB7}"/>
              </a:ext>
            </a:extLst>
          </p:cNvPr>
          <p:cNvSpPr txBox="1"/>
          <p:nvPr/>
        </p:nvSpPr>
        <p:spPr>
          <a:xfrm>
            <a:off x="6238122" y="3950526"/>
            <a:ext cx="1688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添加标题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460C8A9-4130-F238-FC02-A5188DC68666}"/>
              </a:ext>
            </a:extLst>
          </p:cNvPr>
          <p:cNvSpPr txBox="1"/>
          <p:nvPr/>
        </p:nvSpPr>
        <p:spPr>
          <a:xfrm>
            <a:off x="6211793" y="4502149"/>
            <a:ext cx="34686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B9270F9C-4A60-EED7-2FA1-360947611C42}"/>
              </a:ext>
            </a:extLst>
          </p:cNvPr>
          <p:cNvSpPr txBox="1"/>
          <p:nvPr/>
        </p:nvSpPr>
        <p:spPr>
          <a:xfrm>
            <a:off x="6167845" y="1750483"/>
            <a:ext cx="1688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添加标题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5F269AE-4CD7-CAD8-4071-E1D5B5C9B1B9}"/>
              </a:ext>
            </a:extLst>
          </p:cNvPr>
          <p:cNvSpPr txBox="1"/>
          <p:nvPr/>
        </p:nvSpPr>
        <p:spPr>
          <a:xfrm>
            <a:off x="6124862" y="2303622"/>
            <a:ext cx="34679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5879FEC8-9165-352B-62DF-4BD4B4EF7AF9}"/>
              </a:ext>
            </a:extLst>
          </p:cNvPr>
          <p:cNvSpPr txBox="1"/>
          <p:nvPr/>
        </p:nvSpPr>
        <p:spPr>
          <a:xfrm>
            <a:off x="3803726" y="1637463"/>
            <a:ext cx="3646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汉仪瑞意宋X 75简" panose="00020600040101010101" pitchFamily="18" charset="-122"/>
                <a:ea typeface="汉仪瑞意宋X 75简" panose="00020600040101010101" pitchFamily="18" charset="-122"/>
              </a:rPr>
              <a:t>添加标题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4F13DE2-B900-26FC-FBBE-9885979AF6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815" y="270712"/>
            <a:ext cx="1893576" cy="5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284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D5C6A81-5630-70AE-42EE-7B185D476A50}"/>
              </a:ext>
            </a:extLst>
          </p:cNvPr>
          <p:cNvGrpSpPr/>
          <p:nvPr/>
        </p:nvGrpSpPr>
        <p:grpSpPr>
          <a:xfrm>
            <a:off x="0" y="2113614"/>
            <a:ext cx="4829236" cy="3198788"/>
            <a:chOff x="0" y="1042313"/>
            <a:chExt cx="7091362" cy="4697174"/>
          </a:xfrm>
          <a:blipFill dpi="0" rotWithShape="1">
            <a:blip r:embed="rId2">
              <a:alphaModFix amt="71000"/>
            </a:blip>
            <a:srcRect/>
            <a:stretch>
              <a:fillRect/>
            </a:stretch>
          </a:blipFill>
        </p:grpSpPr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B3DE83BB-C968-CA36-6B15-35D92B3B2762}"/>
                </a:ext>
              </a:extLst>
            </p:cNvPr>
            <p:cNvSpPr/>
            <p:nvPr/>
          </p:nvSpPr>
          <p:spPr>
            <a:xfrm>
              <a:off x="4819650" y="1042313"/>
              <a:ext cx="2271712" cy="4697174"/>
            </a:xfrm>
            <a:custGeom>
              <a:avLst/>
              <a:gdLst>
                <a:gd name="connsiteX0" fmla="*/ 0 w 2271712"/>
                <a:gd name="connsiteY0" fmla="*/ 0 h 4697174"/>
                <a:gd name="connsiteX1" fmla="*/ 159585 w 2271712"/>
                <a:gd name="connsiteY1" fmla="*/ 8059 h 4697174"/>
                <a:gd name="connsiteX2" fmla="*/ 2271712 w 2271712"/>
                <a:gd name="connsiteY2" fmla="*/ 2348587 h 4697174"/>
                <a:gd name="connsiteX3" fmla="*/ 159585 w 2271712"/>
                <a:gd name="connsiteY3" fmla="*/ 4689116 h 4697174"/>
                <a:gd name="connsiteX4" fmla="*/ 0 w 2271712"/>
                <a:gd name="connsiteY4" fmla="*/ 4697174 h 4697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1712" h="4697174">
                  <a:moveTo>
                    <a:pt x="0" y="0"/>
                  </a:moveTo>
                  <a:lnTo>
                    <a:pt x="159585" y="8059"/>
                  </a:lnTo>
                  <a:cubicBezTo>
                    <a:pt x="1345936" y="128539"/>
                    <a:pt x="2271712" y="1130449"/>
                    <a:pt x="2271712" y="2348587"/>
                  </a:cubicBezTo>
                  <a:cubicBezTo>
                    <a:pt x="2271712" y="3566725"/>
                    <a:pt x="1345936" y="4568635"/>
                    <a:pt x="159585" y="4689116"/>
                  </a:cubicBezTo>
                  <a:lnTo>
                    <a:pt x="0" y="469717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CD6B9B2-0542-7ED1-FE3B-EA2BE2B95873}"/>
                </a:ext>
              </a:extLst>
            </p:cNvPr>
            <p:cNvSpPr/>
            <p:nvPr/>
          </p:nvSpPr>
          <p:spPr>
            <a:xfrm>
              <a:off x="0" y="1042313"/>
              <a:ext cx="4819650" cy="469717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8B44B177-ED4D-A42F-4B84-04A930841C80}"/>
              </a:ext>
            </a:extLst>
          </p:cNvPr>
          <p:cNvSpPr txBox="1"/>
          <p:nvPr/>
        </p:nvSpPr>
        <p:spPr>
          <a:xfrm>
            <a:off x="5021509" y="1604031"/>
            <a:ext cx="37297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B03034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添加你的标题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E6ABD27-2DA7-4683-3BE7-21746E21B79F}"/>
              </a:ext>
            </a:extLst>
          </p:cNvPr>
          <p:cNvSpPr txBox="1"/>
          <p:nvPr/>
        </p:nvSpPr>
        <p:spPr>
          <a:xfrm>
            <a:off x="5021509" y="2127251"/>
            <a:ext cx="5747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0323FA9-3ACA-20D6-60E4-42F305086B17}"/>
              </a:ext>
            </a:extLst>
          </p:cNvPr>
          <p:cNvSpPr txBox="1"/>
          <p:nvPr/>
        </p:nvSpPr>
        <p:spPr>
          <a:xfrm>
            <a:off x="5021509" y="4319298"/>
            <a:ext cx="37297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3F89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添加你的标题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394BA58-2826-A836-1E23-52F302BC43DD}"/>
              </a:ext>
            </a:extLst>
          </p:cNvPr>
          <p:cNvSpPr txBox="1"/>
          <p:nvPr/>
        </p:nvSpPr>
        <p:spPr>
          <a:xfrm>
            <a:off x="5021509" y="4842518"/>
            <a:ext cx="5747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此处输入你的正文，文字是您理想的提炼，为了最终演示的良好效果，正文尽量简明扼要，内容可酌情增减文字，以便观者可以清楚理解您所传达的信息。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731385-76E4-18F6-053E-2A33025550F2}"/>
              </a:ext>
            </a:extLst>
          </p:cNvPr>
          <p:cNvSpPr/>
          <p:nvPr/>
        </p:nvSpPr>
        <p:spPr>
          <a:xfrm>
            <a:off x="0" y="6598508"/>
            <a:ext cx="12192000" cy="259491"/>
          </a:xfrm>
          <a:prstGeom prst="rect">
            <a:avLst/>
          </a:prstGeom>
          <a:solidFill>
            <a:srgbClr val="B03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5DD9BFF-8B03-F7FF-BCBA-DA0062B2F9AD}"/>
              </a:ext>
            </a:extLst>
          </p:cNvPr>
          <p:cNvGrpSpPr/>
          <p:nvPr/>
        </p:nvGrpSpPr>
        <p:grpSpPr>
          <a:xfrm>
            <a:off x="0" y="2113614"/>
            <a:ext cx="4829236" cy="3198788"/>
            <a:chOff x="0" y="1042313"/>
            <a:chExt cx="7091362" cy="4697174"/>
          </a:xfrm>
          <a:solidFill>
            <a:schemeClr val="bg1">
              <a:lumMod val="65000"/>
              <a:alpha val="38000"/>
            </a:schemeClr>
          </a:solidFill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1CFECCD6-99BB-0832-8C58-B2AE21E813BC}"/>
                </a:ext>
              </a:extLst>
            </p:cNvPr>
            <p:cNvSpPr/>
            <p:nvPr/>
          </p:nvSpPr>
          <p:spPr>
            <a:xfrm>
              <a:off x="4819650" y="1042313"/>
              <a:ext cx="2271712" cy="4697174"/>
            </a:xfrm>
            <a:custGeom>
              <a:avLst/>
              <a:gdLst>
                <a:gd name="connsiteX0" fmla="*/ 0 w 2271712"/>
                <a:gd name="connsiteY0" fmla="*/ 0 h 4697174"/>
                <a:gd name="connsiteX1" fmla="*/ 159585 w 2271712"/>
                <a:gd name="connsiteY1" fmla="*/ 8059 h 4697174"/>
                <a:gd name="connsiteX2" fmla="*/ 2271712 w 2271712"/>
                <a:gd name="connsiteY2" fmla="*/ 2348587 h 4697174"/>
                <a:gd name="connsiteX3" fmla="*/ 159585 w 2271712"/>
                <a:gd name="connsiteY3" fmla="*/ 4689116 h 4697174"/>
                <a:gd name="connsiteX4" fmla="*/ 0 w 2271712"/>
                <a:gd name="connsiteY4" fmla="*/ 4697174 h 4697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1712" h="4697174">
                  <a:moveTo>
                    <a:pt x="0" y="0"/>
                  </a:moveTo>
                  <a:lnTo>
                    <a:pt x="159585" y="8059"/>
                  </a:lnTo>
                  <a:cubicBezTo>
                    <a:pt x="1345936" y="128539"/>
                    <a:pt x="2271712" y="1130449"/>
                    <a:pt x="2271712" y="2348587"/>
                  </a:cubicBezTo>
                  <a:cubicBezTo>
                    <a:pt x="2271712" y="3566725"/>
                    <a:pt x="1345936" y="4568635"/>
                    <a:pt x="159585" y="4689116"/>
                  </a:cubicBezTo>
                  <a:lnTo>
                    <a:pt x="0" y="469717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93C89ED-F11D-3335-08E1-3AC1F6257727}"/>
                </a:ext>
              </a:extLst>
            </p:cNvPr>
            <p:cNvSpPr/>
            <p:nvPr/>
          </p:nvSpPr>
          <p:spPr>
            <a:xfrm>
              <a:off x="0" y="1042313"/>
              <a:ext cx="4819650" cy="469717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D8D9790-69D9-1EF2-02D3-041B63D4A30E}"/>
              </a:ext>
            </a:extLst>
          </p:cNvPr>
          <p:cNvGrpSpPr/>
          <p:nvPr/>
        </p:nvGrpSpPr>
        <p:grpSpPr>
          <a:xfrm>
            <a:off x="0" y="2105395"/>
            <a:ext cx="4829236" cy="3198788"/>
            <a:chOff x="0" y="1042313"/>
            <a:chExt cx="7091362" cy="4697174"/>
          </a:xfrm>
          <a:solidFill>
            <a:srgbClr val="003E87">
              <a:alpha val="0"/>
            </a:srgbClr>
          </a:solidFill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0C8423C3-12D0-33D5-476D-9C11240C9563}"/>
                </a:ext>
              </a:extLst>
            </p:cNvPr>
            <p:cNvSpPr/>
            <p:nvPr/>
          </p:nvSpPr>
          <p:spPr>
            <a:xfrm>
              <a:off x="4819650" y="1042313"/>
              <a:ext cx="2271712" cy="4697174"/>
            </a:xfrm>
            <a:custGeom>
              <a:avLst/>
              <a:gdLst>
                <a:gd name="connsiteX0" fmla="*/ 0 w 2271712"/>
                <a:gd name="connsiteY0" fmla="*/ 0 h 4697174"/>
                <a:gd name="connsiteX1" fmla="*/ 159585 w 2271712"/>
                <a:gd name="connsiteY1" fmla="*/ 8059 h 4697174"/>
                <a:gd name="connsiteX2" fmla="*/ 2271712 w 2271712"/>
                <a:gd name="connsiteY2" fmla="*/ 2348587 h 4697174"/>
                <a:gd name="connsiteX3" fmla="*/ 159585 w 2271712"/>
                <a:gd name="connsiteY3" fmla="*/ 4689116 h 4697174"/>
                <a:gd name="connsiteX4" fmla="*/ 0 w 2271712"/>
                <a:gd name="connsiteY4" fmla="*/ 4697174 h 4697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1712" h="4697174">
                  <a:moveTo>
                    <a:pt x="0" y="0"/>
                  </a:moveTo>
                  <a:lnTo>
                    <a:pt x="159585" y="8059"/>
                  </a:lnTo>
                  <a:cubicBezTo>
                    <a:pt x="1345936" y="128539"/>
                    <a:pt x="2271712" y="1130449"/>
                    <a:pt x="2271712" y="2348587"/>
                  </a:cubicBezTo>
                  <a:cubicBezTo>
                    <a:pt x="2271712" y="3566725"/>
                    <a:pt x="1345936" y="4568635"/>
                    <a:pt x="159585" y="4689116"/>
                  </a:cubicBezTo>
                  <a:lnTo>
                    <a:pt x="0" y="469717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F17AC9F-177C-7110-3CAC-C4DF7C127A88}"/>
                </a:ext>
              </a:extLst>
            </p:cNvPr>
            <p:cNvSpPr/>
            <p:nvPr/>
          </p:nvSpPr>
          <p:spPr>
            <a:xfrm>
              <a:off x="0" y="1042313"/>
              <a:ext cx="4819650" cy="469717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B5737E3-05F6-D9C2-E35B-A85C2D4AA706}"/>
              </a:ext>
            </a:extLst>
          </p:cNvPr>
          <p:cNvGrpSpPr/>
          <p:nvPr/>
        </p:nvGrpSpPr>
        <p:grpSpPr>
          <a:xfrm>
            <a:off x="4160495" y="3429000"/>
            <a:ext cx="8031505" cy="668741"/>
            <a:chOff x="4160495" y="3125337"/>
            <a:chExt cx="8031505" cy="668741"/>
          </a:xfrm>
          <a:solidFill>
            <a:srgbClr val="003F89"/>
          </a:solidFill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EFEE9E9-43E7-5719-2916-94EA7569D403}"/>
                </a:ext>
              </a:extLst>
            </p:cNvPr>
            <p:cNvSpPr/>
            <p:nvPr/>
          </p:nvSpPr>
          <p:spPr>
            <a:xfrm>
              <a:off x="4517409" y="3125337"/>
              <a:ext cx="7674591" cy="66874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97633C76-1692-529D-46BD-DFF6E44D0203}"/>
                </a:ext>
              </a:extLst>
            </p:cNvPr>
            <p:cNvSpPr/>
            <p:nvPr/>
          </p:nvSpPr>
          <p:spPr>
            <a:xfrm>
              <a:off x="4160495" y="3125337"/>
              <a:ext cx="668741" cy="6687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5843C777-DB1C-DA13-968B-03449263B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815" y="270712"/>
            <a:ext cx="1893576" cy="5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539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D61C15-881B-4EE2-8ACD-329DA7683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5AE65A78-E2B8-9EC4-3C3C-74864B98DF6E}"/>
              </a:ext>
            </a:extLst>
          </p:cNvPr>
          <p:cNvGrpSpPr/>
          <p:nvPr/>
        </p:nvGrpSpPr>
        <p:grpSpPr>
          <a:xfrm>
            <a:off x="-3021" y="-1"/>
            <a:ext cx="6161870" cy="6893381"/>
            <a:chOff x="6052087" y="-45"/>
            <a:chExt cx="6161870" cy="6902082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A438C146-2E3D-234A-D303-CDC35BD06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52087" y="-45"/>
              <a:ext cx="6139913" cy="3429045"/>
            </a:xfrm>
            <a:prstGeom prst="rect">
              <a:avLst/>
            </a:prstGeom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13CB6827-6171-5EEE-D356-842EB0D4FD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74044" y="3429001"/>
              <a:ext cx="6139913" cy="3473036"/>
            </a:xfrm>
            <a:prstGeom prst="rect">
              <a:avLst/>
            </a:prstGeom>
          </p:spPr>
        </p:pic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31E901E-95B8-C090-CDDC-DD064387BA9C}"/>
              </a:ext>
            </a:extLst>
          </p:cNvPr>
          <p:cNvGrpSpPr/>
          <p:nvPr/>
        </p:nvGrpSpPr>
        <p:grpSpPr>
          <a:xfrm>
            <a:off x="6105781" y="-6324"/>
            <a:ext cx="6096001" cy="6871761"/>
            <a:chOff x="6105781" y="-6324"/>
            <a:chExt cx="6096001" cy="6871761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5471F3E-BC06-A319-D1B9-60F8A0BB52D6}"/>
                </a:ext>
              </a:extLst>
            </p:cNvPr>
            <p:cNvSpPr/>
            <p:nvPr/>
          </p:nvSpPr>
          <p:spPr>
            <a:xfrm>
              <a:off x="6105781" y="-6324"/>
              <a:ext cx="6096000" cy="6864323"/>
            </a:xfrm>
            <a:prstGeom prst="rect">
              <a:avLst/>
            </a:prstGeom>
            <a:solidFill>
              <a:srgbClr val="B030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47997A6D-21E8-F0B7-9BD3-4B4E024365B6}"/>
                </a:ext>
              </a:extLst>
            </p:cNvPr>
            <p:cNvSpPr/>
            <p:nvPr/>
          </p:nvSpPr>
          <p:spPr>
            <a:xfrm rot="16200000" flipV="1">
              <a:off x="9669236" y="4332891"/>
              <a:ext cx="2462955" cy="2602137"/>
            </a:xfrm>
            <a:custGeom>
              <a:avLst/>
              <a:gdLst>
                <a:gd name="connsiteX0" fmla="*/ 0 w 1464435"/>
                <a:gd name="connsiteY0" fmla="*/ 0 h 1547190"/>
                <a:gd name="connsiteX1" fmla="*/ 1464435 w 1464435"/>
                <a:gd name="connsiteY1" fmla="*/ 0 h 1547190"/>
                <a:gd name="connsiteX2" fmla="*/ 1314628 w 1464435"/>
                <a:gd name="connsiteY2" fmla="*/ 22863 h 1547190"/>
                <a:gd name="connsiteX3" fmla="*/ 3759 w 1464435"/>
                <a:gd name="connsiteY3" fmla="*/ 1472763 h 1547190"/>
                <a:gd name="connsiteX4" fmla="*/ 0 w 1464435"/>
                <a:gd name="connsiteY4" fmla="*/ 1547190 h 154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4435" h="1547190">
                  <a:moveTo>
                    <a:pt x="0" y="0"/>
                  </a:moveTo>
                  <a:lnTo>
                    <a:pt x="1464435" y="0"/>
                  </a:lnTo>
                  <a:lnTo>
                    <a:pt x="1314628" y="22863"/>
                  </a:lnTo>
                  <a:cubicBezTo>
                    <a:pt x="615432" y="165940"/>
                    <a:pt x="77096" y="750618"/>
                    <a:pt x="3759" y="1472763"/>
                  </a:cubicBezTo>
                  <a:lnTo>
                    <a:pt x="0" y="15471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1705090B-74EF-1752-1CB8-55A0F36E5885}"/>
              </a:ext>
            </a:extLst>
          </p:cNvPr>
          <p:cNvSpPr txBox="1"/>
          <p:nvPr/>
        </p:nvSpPr>
        <p:spPr>
          <a:xfrm>
            <a:off x="7491234" y="4764688"/>
            <a:ext cx="1801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汇报人：</a:t>
            </a:r>
            <a:r>
              <a:rPr lang="en-US" altLang="zh-CN" sz="2000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XXX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AC8D328-B91C-0830-4AD3-FE6642DB62B3}"/>
              </a:ext>
            </a:extLst>
          </p:cNvPr>
          <p:cNvSpPr txBox="1"/>
          <p:nvPr/>
        </p:nvSpPr>
        <p:spPr>
          <a:xfrm>
            <a:off x="9707686" y="4795466"/>
            <a:ext cx="1801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2024</a:t>
            </a:r>
            <a:r>
              <a:rPr lang="zh-CN" altLang="en-US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年</a:t>
            </a:r>
            <a:r>
              <a:rPr lang="en-US" altLang="zh-CN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X</a:t>
            </a:r>
            <a:r>
              <a:rPr lang="zh-CN" altLang="en-US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月</a:t>
            </a:r>
            <a:r>
              <a:rPr lang="en-US" altLang="zh-CN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X</a:t>
            </a:r>
            <a:r>
              <a:rPr lang="zh-CN" altLang="en-US" b="1" dirty="0">
                <a:solidFill>
                  <a:schemeClr val="bg1"/>
                </a:solidFill>
                <a:latin typeface="汉仪润圆-45简" panose="00020600040101010101" pitchFamily="18" charset="-122"/>
                <a:ea typeface="汉仪润圆-45简" panose="00020600040101010101" pitchFamily="18" charset="-122"/>
              </a:rPr>
              <a:t>日</a:t>
            </a:r>
            <a:endParaRPr lang="zh-CN" altLang="en-US" sz="2000" b="1" dirty="0">
              <a:solidFill>
                <a:schemeClr val="bg1"/>
              </a:solidFill>
              <a:latin typeface="汉仪润圆-45简" panose="00020600040101010101" pitchFamily="18" charset="-122"/>
              <a:ea typeface="汉仪润圆-45简" panose="00020600040101010101" pitchFamily="18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EDB011D-3FFF-A8B2-6446-FCC9E48EF97B}"/>
              </a:ext>
            </a:extLst>
          </p:cNvPr>
          <p:cNvGrpSpPr/>
          <p:nvPr/>
        </p:nvGrpSpPr>
        <p:grpSpPr>
          <a:xfrm>
            <a:off x="-1" y="3659987"/>
            <a:ext cx="2612133" cy="3183089"/>
            <a:chOff x="-1" y="3659987"/>
            <a:chExt cx="2612133" cy="3183089"/>
          </a:xfrm>
          <a:solidFill>
            <a:srgbClr val="B03034"/>
          </a:solidFill>
        </p:grpSpPr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A6B01191-4235-D5C2-4FD5-82FA94072018}"/>
                </a:ext>
              </a:extLst>
            </p:cNvPr>
            <p:cNvSpPr/>
            <p:nvPr/>
          </p:nvSpPr>
          <p:spPr>
            <a:xfrm rot="10800000" flipH="1" flipV="1">
              <a:off x="0" y="5201717"/>
              <a:ext cx="2472417" cy="1641359"/>
            </a:xfrm>
            <a:custGeom>
              <a:avLst/>
              <a:gdLst>
                <a:gd name="connsiteX0" fmla="*/ 0 w 1464435"/>
                <a:gd name="connsiteY0" fmla="*/ 0 h 1547190"/>
                <a:gd name="connsiteX1" fmla="*/ 1464435 w 1464435"/>
                <a:gd name="connsiteY1" fmla="*/ 0 h 1547190"/>
                <a:gd name="connsiteX2" fmla="*/ 1314628 w 1464435"/>
                <a:gd name="connsiteY2" fmla="*/ 22863 h 1547190"/>
                <a:gd name="connsiteX3" fmla="*/ 3759 w 1464435"/>
                <a:gd name="connsiteY3" fmla="*/ 1472763 h 1547190"/>
                <a:gd name="connsiteX4" fmla="*/ 0 w 1464435"/>
                <a:gd name="connsiteY4" fmla="*/ 1547190 h 154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4435" h="1547190">
                  <a:moveTo>
                    <a:pt x="0" y="0"/>
                  </a:moveTo>
                  <a:lnTo>
                    <a:pt x="1464435" y="0"/>
                  </a:lnTo>
                  <a:lnTo>
                    <a:pt x="1314628" y="22863"/>
                  </a:lnTo>
                  <a:cubicBezTo>
                    <a:pt x="615432" y="165940"/>
                    <a:pt x="77096" y="750618"/>
                    <a:pt x="3759" y="1472763"/>
                  </a:cubicBezTo>
                  <a:lnTo>
                    <a:pt x="0" y="154719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558D60A9-DE01-E548-5077-31C24691FCC3}"/>
                </a:ext>
              </a:extLst>
            </p:cNvPr>
            <p:cNvSpPr/>
            <p:nvPr/>
          </p:nvSpPr>
          <p:spPr>
            <a:xfrm rot="5400000" flipH="1" flipV="1">
              <a:off x="529282" y="3130704"/>
              <a:ext cx="1553567" cy="2612133"/>
            </a:xfrm>
            <a:custGeom>
              <a:avLst/>
              <a:gdLst>
                <a:gd name="connsiteX0" fmla="*/ 0 w 1464435"/>
                <a:gd name="connsiteY0" fmla="*/ 0 h 1547190"/>
                <a:gd name="connsiteX1" fmla="*/ 1464435 w 1464435"/>
                <a:gd name="connsiteY1" fmla="*/ 0 h 1547190"/>
                <a:gd name="connsiteX2" fmla="*/ 1314628 w 1464435"/>
                <a:gd name="connsiteY2" fmla="*/ 22863 h 1547190"/>
                <a:gd name="connsiteX3" fmla="*/ 3759 w 1464435"/>
                <a:gd name="connsiteY3" fmla="*/ 1472763 h 1547190"/>
                <a:gd name="connsiteX4" fmla="*/ 0 w 1464435"/>
                <a:gd name="connsiteY4" fmla="*/ 1547190 h 1547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4435" h="1547190">
                  <a:moveTo>
                    <a:pt x="0" y="0"/>
                  </a:moveTo>
                  <a:lnTo>
                    <a:pt x="1464435" y="0"/>
                  </a:lnTo>
                  <a:lnTo>
                    <a:pt x="1314628" y="22863"/>
                  </a:lnTo>
                  <a:cubicBezTo>
                    <a:pt x="615432" y="165940"/>
                    <a:pt x="77096" y="750618"/>
                    <a:pt x="3759" y="1472763"/>
                  </a:cubicBezTo>
                  <a:lnTo>
                    <a:pt x="0" y="154719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5" name="椭圆 14">
            <a:extLst>
              <a:ext uri="{FF2B5EF4-FFF2-40B4-BE49-F238E27FC236}">
                <a16:creationId xmlns:a16="http://schemas.microsoft.com/office/drawing/2014/main" id="{3FBA995C-038D-879E-0301-1280CC8BCF97}"/>
              </a:ext>
            </a:extLst>
          </p:cNvPr>
          <p:cNvSpPr/>
          <p:nvPr/>
        </p:nvSpPr>
        <p:spPr>
          <a:xfrm flipH="1">
            <a:off x="2472418" y="5155781"/>
            <a:ext cx="120125" cy="120125"/>
          </a:xfrm>
          <a:prstGeom prst="ellipse">
            <a:avLst/>
          </a:prstGeom>
          <a:solidFill>
            <a:srgbClr val="B03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E8FB740-F5BE-E0F8-C5B9-84956AAF83CA}"/>
              </a:ext>
            </a:extLst>
          </p:cNvPr>
          <p:cNvGrpSpPr/>
          <p:nvPr/>
        </p:nvGrpSpPr>
        <p:grpSpPr>
          <a:xfrm>
            <a:off x="-34466" y="6038201"/>
            <a:ext cx="6219761" cy="956570"/>
            <a:chOff x="0" y="5107371"/>
            <a:chExt cx="12434293" cy="1958184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5D3A75D0-3C04-72D5-4458-9C1F8CE0A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DA8276"/>
                </a:clrFrom>
                <a:clrTo>
                  <a:srgbClr val="DA8276">
                    <a:alpha val="0"/>
                  </a:srgbClr>
                </a:clrTo>
              </a:clrChange>
              <a:duotone>
                <a:prstClr val="black"/>
                <a:srgbClr val="B03034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63059" y="5275943"/>
              <a:ext cx="2771234" cy="1582057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5F89FB3-314A-81F6-39FB-ED27FEC067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7E5C1"/>
                </a:clrFrom>
                <a:clrTo>
                  <a:srgbClr val="F7E5C1">
                    <a:alpha val="0"/>
                  </a:srgbClr>
                </a:clrTo>
              </a:clrChange>
              <a:duotone>
                <a:prstClr val="black"/>
                <a:srgbClr val="B03034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107371"/>
              <a:ext cx="3570418" cy="1774075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BAC72095-E67D-8830-B4F3-C2B593210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E6E8E9"/>
                </a:clrFrom>
                <a:clrTo>
                  <a:srgbClr val="E6E8E9">
                    <a:alpha val="0"/>
                  </a:srgbClr>
                </a:clrTo>
              </a:clrChange>
              <a:duotone>
                <a:prstClr val="black"/>
                <a:srgbClr val="B03034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4374" y="6014537"/>
              <a:ext cx="2801522" cy="866909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F76DBDE6-FECB-4D9A-4CBC-9957CB4973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C9DD76"/>
                </a:clrFrom>
                <a:clrTo>
                  <a:srgbClr val="C9DD76">
                    <a:alpha val="0"/>
                  </a:srgbClr>
                </a:clrTo>
              </a:clrChange>
              <a:duotone>
                <a:prstClr val="black"/>
                <a:srgbClr val="B03034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9219" y="5487733"/>
              <a:ext cx="851371" cy="1393805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FC3AA8DC-7002-65B3-A1DC-C138CF15C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E2DFEE"/>
                </a:clrFrom>
                <a:clrTo>
                  <a:srgbClr val="E2DFEE">
                    <a:alpha val="0"/>
                  </a:srgbClr>
                </a:clrTo>
              </a:clrChange>
              <a:duotone>
                <a:prstClr val="black"/>
                <a:srgbClr val="B03034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5545" y="5857803"/>
              <a:ext cx="3301589" cy="1023643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7312613C-6120-5EAE-9BBC-DACE842CF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CA9191"/>
                </a:clrFrom>
                <a:clrTo>
                  <a:srgbClr val="CA9191">
                    <a:alpha val="0"/>
                  </a:srgbClr>
                </a:clrTo>
              </a:clrChange>
              <a:duotone>
                <a:prstClr val="black"/>
                <a:srgbClr val="B03034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5810" y="5563058"/>
              <a:ext cx="2313046" cy="1408570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E2A625D6-2FC9-239A-D842-47E9EAE3D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D0E7D6"/>
                </a:clrFrom>
                <a:clrTo>
                  <a:srgbClr val="D0E7D6">
                    <a:alpha val="0"/>
                  </a:srgbClr>
                </a:clrTo>
              </a:clrChange>
              <a:duotone>
                <a:prstClr val="black"/>
                <a:srgbClr val="B03034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55006" y="5382047"/>
              <a:ext cx="1524257" cy="1683508"/>
            </a:xfrm>
            <a:prstGeom prst="rect">
              <a:avLst/>
            </a:prstGeom>
          </p:spPr>
        </p:pic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C247386-5EE0-6E6F-7633-C90EE81B3F7A}"/>
              </a:ext>
            </a:extLst>
          </p:cNvPr>
          <p:cNvSpPr txBox="1"/>
          <p:nvPr/>
        </p:nvSpPr>
        <p:spPr>
          <a:xfrm>
            <a:off x="8988398" y="1651296"/>
            <a:ext cx="29178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chemeClr val="bg1"/>
                </a:solidFill>
                <a:latin typeface="汉仪瑞意宋X 75简" panose="00020600040101010101" pitchFamily="18" charset="-122"/>
                <a:ea typeface="汉仪瑞意宋X 75简" panose="00020600040101010101" pitchFamily="18" charset="-122"/>
              </a:rPr>
              <a:t>感谢</a:t>
            </a:r>
            <a:endParaRPr lang="zh-CN" altLang="en-US" sz="9600" dirty="0">
              <a:ln w="3175">
                <a:noFill/>
              </a:ln>
              <a:solidFill>
                <a:schemeClr val="bg1"/>
              </a:solidFill>
              <a:latin typeface="汉仪瑞意宋X 75简" panose="00020600040101010101" pitchFamily="18" charset="-122"/>
              <a:ea typeface="汉仪瑞意宋X 75简" panose="00020600040101010101" pitchFamily="18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4621B5C-CB53-49AF-E29B-CA9F47AFFA88}"/>
              </a:ext>
            </a:extLst>
          </p:cNvPr>
          <p:cNvSpPr txBox="1"/>
          <p:nvPr/>
        </p:nvSpPr>
        <p:spPr>
          <a:xfrm>
            <a:off x="8311063" y="3044386"/>
            <a:ext cx="29178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ln w="3175">
                  <a:noFill/>
                </a:ln>
                <a:solidFill>
                  <a:schemeClr val="bg1"/>
                </a:solidFill>
                <a:latin typeface="汉仪瑞意宋X 75简" panose="00020600040101010101" pitchFamily="18" charset="-122"/>
                <a:ea typeface="汉仪瑞意宋X 75简" panose="00020600040101010101" pitchFamily="18" charset="-122"/>
              </a:rPr>
              <a:t>观看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8165B49-ED64-2B07-1DF6-C15F2DE728BE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815" y="270712"/>
            <a:ext cx="1893576" cy="52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072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7672</TotalTime>
  <Words>1534</Words>
  <Application>Microsoft Office PowerPoint</Application>
  <PresentationFormat>宽屏</PresentationFormat>
  <Paragraphs>105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汉仪瑞意宋X 75简</vt:lpstr>
      <vt:lpstr>等线 Light</vt:lpstr>
      <vt:lpstr>汉仪润圆-45简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JULIETA</dc:creator>
  <cp:lastModifiedBy>JULIETA</cp:lastModifiedBy>
  <cp:revision>20</cp:revision>
  <dcterms:created xsi:type="dcterms:W3CDTF">2024-02-07T10:02:07Z</dcterms:created>
  <dcterms:modified xsi:type="dcterms:W3CDTF">2024-03-01T06:38:37Z</dcterms:modified>
</cp:coreProperties>
</file>