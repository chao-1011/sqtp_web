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5.svg" ContentType="image/svg+xml"/>
  <Override PartName="/ppt/media/image19.svg" ContentType="image/svg+xml"/>
  <Override PartName="/ppt/media/image22.svg" ContentType="image/svg+xml"/>
  <Override PartName="/ppt/media/image24.svg" ContentType="image/svg+xml"/>
  <Override PartName="/ppt/media/image28.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20"/>
  </p:notesMasterIdLst>
  <p:sldIdLst>
    <p:sldId id="256" r:id="rId4"/>
    <p:sldId id="257" r:id="rId5"/>
    <p:sldId id="277" r:id="rId6"/>
    <p:sldId id="262" r:id="rId7"/>
    <p:sldId id="268" r:id="rId8"/>
    <p:sldId id="281" r:id="rId9"/>
    <p:sldId id="263" r:id="rId10"/>
    <p:sldId id="259" r:id="rId11"/>
    <p:sldId id="282" r:id="rId12"/>
    <p:sldId id="270" r:id="rId13"/>
    <p:sldId id="264" r:id="rId14"/>
    <p:sldId id="283" r:id="rId15"/>
    <p:sldId id="267" r:id="rId16"/>
    <p:sldId id="272" r:id="rId17"/>
    <p:sldId id="261" r:id="rId18"/>
    <p:sldId id="271" r:id="rId19"/>
  </p:sldIdLst>
  <p:sldSz cx="12192000" cy="6858000"/>
  <p:notesSz cx="6858000" cy="9144000"/>
  <p:custDataLst>
    <p:tags r:id="rId24"/>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7" userDrawn="1">
          <p15:clr>
            <a:srgbClr val="A4A3A4"/>
          </p15:clr>
        </p15:guide>
        <p15:guide id="2" pos="3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B45"/>
    <a:srgbClr val="061735"/>
    <a:srgbClr val="000000"/>
    <a:srgbClr val="1B1C45"/>
    <a:srgbClr val="271C44"/>
    <a:srgbClr val="1E2A42"/>
    <a:srgbClr val="3B6896"/>
    <a:srgbClr val="0107FF"/>
    <a:srgbClr val="F3A37C"/>
    <a:srgbClr val="E9DB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1" autoAdjust="0"/>
    <p:restoredTop sz="94660"/>
  </p:normalViewPr>
  <p:slideViewPr>
    <p:cSldViewPr showGuides="1">
      <p:cViewPr>
        <p:scale>
          <a:sx n="50" d="100"/>
          <a:sy n="50" d="100"/>
        </p:scale>
        <p:origin x="684" y="570"/>
      </p:cViewPr>
      <p:guideLst>
        <p:guide orient="horz" pos="2137"/>
        <p:guide pos="39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73.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C61DB-9624-41D2-8811-96687DF41AB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258FB-7BC3-43FB-A060-A3DB0525B83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B8258FB-7BC3-43FB-A060-A3DB0525B83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Footer Placeholder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Slide Number Placeholder 8"/>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Footer Placeholder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Slide Number Placeholder 4"/>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Footer Placeholder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Slide Number Placeholder 3"/>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Footer Placeholder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Slide Number Placeholder 8"/>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Footer Placeholder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Slide Number Placeholder 4"/>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Footer Placeholder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Slide Number Placeholder 3"/>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lvl="0"/>
            <a:endParaRPr lang="zh-CN" altLang="en-US">
              <a:latin typeface="Arial" panose="020B0604020202020204" pitchFamily="34" charset="0"/>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lvl="0"/>
            <a:endParaRPr lang="zh-CN" altLang="en-US">
              <a:latin typeface="Arial" panose="020B0604020202020204" pitchFamily="34" charset="0"/>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lvl="0"/>
            <a:endParaRPr lang="zh-CN" altLang="en-US">
              <a:latin typeface="Arial" panose="020B0604020202020204" pitchFamily="34" charset="0"/>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lvl="0"/>
            <a:endParaRPr lang="zh-CN" altLang="en-US">
              <a:latin typeface="Arial" panose="020B0604020202020204" pitchFamily="34" charset="0"/>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a:fld id="{9A0DB2DC-4C9A-4742-B13C-FB6460FD3503}" type="slidenum">
              <a:rPr lang="zh-CN" altLang="en-US" smtClean="0">
                <a:latin typeface="Arial" panose="020B0604020202020204" pitchFamily="34" charset="0"/>
              </a:rPr>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jpeg"/><Relationship Id="rId2" Type="http://schemas.openxmlformats.org/officeDocument/2006/relationships/image" Target="../media/image1.jpeg"/><Relationship Id="rId16" Type="http://schemas.openxmlformats.org/officeDocument/2006/relationships/slideLayout" Target="../slideLayouts/slideLayout1.xml"/><Relationship Id="rId15" Type="http://schemas.openxmlformats.org/officeDocument/2006/relationships/image" Target="../media/image12.svg"/><Relationship Id="rId14" Type="http://schemas.openxmlformats.org/officeDocument/2006/relationships/image" Target="../media/image11.png"/><Relationship Id="rId13" Type="http://schemas.openxmlformats.org/officeDocument/2006/relationships/image" Target="../media/image10.svg"/><Relationship Id="rId12" Type="http://schemas.openxmlformats.org/officeDocument/2006/relationships/image" Target="../media/image9.png"/><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5" Type="http://schemas.openxmlformats.org/officeDocument/2006/relationships/slideLayout" Target="../slideLayouts/slideLayout2.xml"/><Relationship Id="rId24" Type="http://schemas.openxmlformats.org/officeDocument/2006/relationships/image" Target="../media/image15.svg"/><Relationship Id="rId23" Type="http://schemas.openxmlformats.org/officeDocument/2006/relationships/image" Target="../media/image14.png"/><Relationship Id="rId22" Type="http://schemas.openxmlformats.org/officeDocument/2006/relationships/image" Target="../media/image4.svg"/><Relationship Id="rId21" Type="http://schemas.openxmlformats.org/officeDocument/2006/relationships/image" Target="../media/image3.png"/><Relationship Id="rId20" Type="http://schemas.openxmlformats.org/officeDocument/2006/relationships/tags" Target="../tags/tag18.xml"/><Relationship Id="rId2" Type="http://schemas.openxmlformats.org/officeDocument/2006/relationships/tags" Target="../tags/tag5.xml"/><Relationship Id="rId19" Type="http://schemas.openxmlformats.org/officeDocument/2006/relationships/image" Target="../media/image8.svg"/><Relationship Id="rId18" Type="http://schemas.openxmlformats.org/officeDocument/2006/relationships/image" Target="../media/image7.png"/><Relationship Id="rId17" Type="http://schemas.openxmlformats.org/officeDocument/2006/relationships/image" Target="../media/image6.svg"/><Relationship Id="rId16" Type="http://schemas.openxmlformats.org/officeDocument/2006/relationships/image" Target="../media/image5.png"/><Relationship Id="rId15" Type="http://schemas.openxmlformats.org/officeDocument/2006/relationships/image" Target="../media/image13.jpeg"/><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3" Type="http://schemas.openxmlformats.org/officeDocument/2006/relationships/slideLayout" Target="../slideLayouts/slideLayout2.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19.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22.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21.xml"/><Relationship Id="rId2" Type="http://schemas.openxmlformats.org/officeDocument/2006/relationships/tags" Target="../tags/tag20.xml"/><Relationship Id="rId13" Type="http://schemas.openxmlformats.org/officeDocument/2006/relationships/slideLayout" Target="../slideLayouts/slideLayout2.xml"/><Relationship Id="rId12" Type="http://schemas.openxmlformats.org/officeDocument/2006/relationships/image" Target="../media/image8.svg"/><Relationship Id="rId11" Type="http://schemas.openxmlformats.org/officeDocument/2006/relationships/image" Target="../media/image7.png"/><Relationship Id="rId10" Type="http://schemas.openxmlformats.org/officeDocument/2006/relationships/image" Target="../media/image6.svg"/><Relationship Id="rId1" Type="http://schemas.openxmlformats.org/officeDocument/2006/relationships/image" Target="../media/image17.jpeg"/></Relationships>
</file>

<file path=ppt/slides/_rels/slide5.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image" Target="../media/image22.svg"/><Relationship Id="rId7" Type="http://schemas.openxmlformats.org/officeDocument/2006/relationships/image" Target="../media/image21.png"/><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5" Type="http://schemas.openxmlformats.org/officeDocument/2006/relationships/slideLayout" Target="../slideLayouts/slideLayout13.xml"/><Relationship Id="rId24" Type="http://schemas.openxmlformats.org/officeDocument/2006/relationships/tags" Target="../tags/tag35.xml"/><Relationship Id="rId23" Type="http://schemas.openxmlformats.org/officeDocument/2006/relationships/image" Target="../media/image6.svg"/><Relationship Id="rId22" Type="http://schemas.openxmlformats.org/officeDocument/2006/relationships/image" Target="../media/image5.png"/><Relationship Id="rId21" Type="http://schemas.openxmlformats.org/officeDocument/2006/relationships/image" Target="../media/image8.svg"/><Relationship Id="rId20" Type="http://schemas.openxmlformats.org/officeDocument/2006/relationships/image" Target="../media/image7.png"/><Relationship Id="rId2" Type="http://schemas.openxmlformats.org/officeDocument/2006/relationships/tags" Target="../tags/tag23.xml"/><Relationship Id="rId19" Type="http://schemas.openxmlformats.org/officeDocument/2006/relationships/image" Target="../media/image4.svg"/><Relationship Id="rId18" Type="http://schemas.openxmlformats.org/officeDocument/2006/relationships/image" Target="../media/image3.png"/><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3" Type="http://schemas.openxmlformats.org/officeDocument/2006/relationships/slideLayout" Target="../slideLayouts/slideLayout2.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36.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image" Target="../media/image26.jpeg"/><Relationship Id="rId14" Type="http://schemas.openxmlformats.org/officeDocument/2006/relationships/slideLayout" Target="../slideLayouts/slideLayout2.xml"/><Relationship Id="rId13" Type="http://schemas.openxmlformats.org/officeDocument/2006/relationships/image" Target="../media/image28.svg"/><Relationship Id="rId12" Type="http://schemas.openxmlformats.org/officeDocument/2006/relationships/image" Target="../media/image27.png"/><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tags" Target="../tags/tag40.xml"/><Relationship Id="rId11" Type="http://schemas.openxmlformats.org/officeDocument/2006/relationships/slideLayout" Target="../slideLayouts/slideLayout2.xml"/><Relationship Id="rId10" Type="http://schemas.openxmlformats.org/officeDocument/2006/relationships/image" Target="../media/image8.svg"/><Relationship Id="rId1" Type="http://schemas.openxmlformats.org/officeDocument/2006/relationships/image" Target="../media/image29.jpeg"/></Relationships>
</file>

<file path=ppt/slides/_rels/slide9.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3" Type="http://schemas.openxmlformats.org/officeDocument/2006/relationships/slideLayout" Target="../slideLayouts/slideLayout2.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41.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tags" Target="../tags/tag42.xml"/><Relationship Id="rId10" Type="http://schemas.openxmlformats.org/officeDocument/2006/relationships/slideLayout" Target="../slideLayouts/slideLayout13.xml"/><Relationship Id="rId1" Type="http://schemas.openxmlformats.org/officeDocument/2006/relationships/image" Target="../media/image30.jpeg"/></Relationships>
</file>

<file path=ppt/slides/_rels/slide11.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3" Type="http://schemas.openxmlformats.org/officeDocument/2006/relationships/slideLayout" Target="../slideLayouts/slideLayout13.xml"/><Relationship Id="rId22" Type="http://schemas.openxmlformats.org/officeDocument/2006/relationships/image" Target="../media/image8.svg"/><Relationship Id="rId21" Type="http://schemas.openxmlformats.org/officeDocument/2006/relationships/image" Target="../media/image7.png"/><Relationship Id="rId20" Type="http://schemas.openxmlformats.org/officeDocument/2006/relationships/image" Target="../media/image6.svg"/><Relationship Id="rId2" Type="http://schemas.openxmlformats.org/officeDocument/2006/relationships/tags" Target="../tags/tag44.xml"/><Relationship Id="rId19" Type="http://schemas.openxmlformats.org/officeDocument/2006/relationships/image" Target="../media/image5.png"/><Relationship Id="rId18" Type="http://schemas.openxmlformats.org/officeDocument/2006/relationships/image" Target="../media/image12.svg"/><Relationship Id="rId17" Type="http://schemas.openxmlformats.org/officeDocument/2006/relationships/image" Target="../media/image11.png"/><Relationship Id="rId16" Type="http://schemas.openxmlformats.org/officeDocument/2006/relationships/image" Target="../media/image10.svg"/><Relationship Id="rId15" Type="http://schemas.openxmlformats.org/officeDocument/2006/relationships/image" Target="../media/image9.png"/><Relationship Id="rId14" Type="http://schemas.openxmlformats.org/officeDocument/2006/relationships/image" Target="../media/image4.svg"/><Relationship Id="rId13" Type="http://schemas.openxmlformats.org/officeDocument/2006/relationships/image" Target="../media/image3.png"/><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image" Target="../media/image31.jpeg"/></Relationships>
</file>

<file path=ppt/slides/_rels/slide12.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3" Type="http://schemas.openxmlformats.org/officeDocument/2006/relationships/slideLayout" Target="../slideLayouts/slideLayout2.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55.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6.svg"/><Relationship Id="rId7" Type="http://schemas.openxmlformats.org/officeDocument/2006/relationships/image" Target="../media/image5.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tags" Target="../tags/tag56.xml"/><Relationship Id="rId1" Type="http://schemas.openxmlformats.org/officeDocument/2006/relationships/image" Target="../media/image32.jpeg"/></Relationships>
</file>

<file path=ppt/slides/_rels/slide14.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6" Type="http://schemas.openxmlformats.org/officeDocument/2006/relationships/slideLayout" Target="../slideLayouts/slideLayout13.xml"/><Relationship Id="rId15" Type="http://schemas.openxmlformats.org/officeDocument/2006/relationships/tags" Target="../tags/tag64.xml"/><Relationship Id="rId14" Type="http://schemas.openxmlformats.org/officeDocument/2006/relationships/image" Target="../media/image8.svg"/><Relationship Id="rId13" Type="http://schemas.openxmlformats.org/officeDocument/2006/relationships/image" Target="../media/image7.png"/><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image" Target="../media/image4.svg"/><Relationship Id="rId1" Type="http://schemas.openxmlformats.org/officeDocument/2006/relationships/image" Target="../media/image33.jpeg"/></Relationships>
</file>

<file path=ppt/slides/_rels/slide15.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tags" Target="../tags/tag6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2" Type="http://schemas.openxmlformats.org/officeDocument/2006/relationships/slideLayout" Target="../slideLayouts/slideLayout13.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34.jpeg"/></Relationships>
</file>

<file path=ppt/slides/_rels/slide16.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3" Type="http://schemas.openxmlformats.org/officeDocument/2006/relationships/notesSlide" Target="../notesSlides/notesSlide1.xml"/><Relationship Id="rId12" Type="http://schemas.openxmlformats.org/officeDocument/2006/relationships/slideLayout" Target="../slideLayouts/slideLayout13.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3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99"/>
            <a:ext cx="12192000" cy="6857002"/>
          </a:xfrm>
          <a:prstGeom prst="rect">
            <a:avLst/>
          </a:prstGeom>
        </p:spPr>
      </p:pic>
      <p:sp>
        <p:nvSpPr>
          <p:cNvPr id="4" name="矩形 3"/>
          <p:cNvSpPr/>
          <p:nvPr/>
        </p:nvSpPr>
        <p:spPr>
          <a:xfrm>
            <a:off x="0" y="0"/>
            <a:ext cx="12192000" cy="6858000"/>
          </a:xfrm>
          <a:prstGeom prst="rect">
            <a:avLst/>
          </a:prstGeom>
          <a:solidFill>
            <a:srgbClr val="061735">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74" name="标题 3073"/>
          <p:cNvSpPr>
            <a:spLocks noGrp="1"/>
          </p:cNvSpPr>
          <p:nvPr>
            <p:ph type="ctrTitle"/>
          </p:nvPr>
        </p:nvSpPr>
        <p:spPr>
          <a:xfrm>
            <a:off x="2028167" y="2036105"/>
            <a:ext cx="8489284" cy="1470025"/>
          </a:xfrm>
        </p:spPr>
        <p:txBody>
          <a:bodyPr anchor="ctr" anchorCtr="0">
            <a:noAutofit/>
          </a:bodyPr>
          <a:lstStyle/>
          <a:p>
            <a:r>
              <a:rPr lang="zh-CN" altLang="en-US" sz="8800" b="1" spc="300" dirty="0">
                <a:solidFill>
                  <a:schemeClr val="bg1"/>
                </a:solidFill>
                <a:latin typeface="微软雅黑" panose="020B0503020204020204" charset="-122"/>
                <a:ea typeface="微软雅黑" panose="020B0503020204020204" charset="-122"/>
              </a:rPr>
              <a:t>黑夜科技风模板</a:t>
            </a:r>
            <a:endParaRPr lang="zh-CN" altLang="en-US" sz="8800" b="1" spc="300" dirty="0">
              <a:solidFill>
                <a:schemeClr val="bg1"/>
              </a:solidFill>
              <a:latin typeface="微软雅黑" panose="020B0503020204020204" charset="-122"/>
              <a:ea typeface="微软雅黑" panose="020B0503020204020204" charset="-122"/>
            </a:endParaRPr>
          </a:p>
        </p:txBody>
      </p:sp>
      <p:sp>
        <p:nvSpPr>
          <p:cNvPr id="3075" name="副标题 3074"/>
          <p:cNvSpPr>
            <a:spLocks noGrp="1"/>
          </p:cNvSpPr>
          <p:nvPr>
            <p:ph type="subTitle" idx="1"/>
          </p:nvPr>
        </p:nvSpPr>
        <p:spPr>
          <a:xfrm>
            <a:off x="2292923" y="3928451"/>
            <a:ext cx="7401684" cy="683155"/>
          </a:xfrm>
        </p:spPr>
        <p:txBody>
          <a:bodyPr/>
          <a:lstStyle/>
          <a:p>
            <a:r>
              <a:rPr lang="zh-CN" altLang="en-US" sz="2400" dirty="0">
                <a:solidFill>
                  <a:schemeClr val="bg1"/>
                </a:solidFill>
                <a:latin typeface="微软雅黑" panose="020B0503020204020204" charset="-122"/>
                <a:ea typeface="微软雅黑" panose="020B0503020204020204" charset="-122"/>
                <a:cs typeface="微软雅黑" panose="020B0503020204020204" charset="-122"/>
              </a:rPr>
              <a:t>汇报人：</a:t>
            </a:r>
            <a:r>
              <a:rPr lang="en-US" altLang="zh-CN" sz="2400" dirty="0">
                <a:solidFill>
                  <a:schemeClr val="bg1"/>
                </a:solidFill>
                <a:latin typeface="微软雅黑" panose="020B0503020204020204" charset="-122"/>
                <a:ea typeface="微软雅黑" panose="020B0503020204020204" charset="-122"/>
                <a:cs typeface="微软雅黑" panose="020B0503020204020204" charset="-122"/>
              </a:rPr>
              <a:t>xxx              </a:t>
            </a:r>
            <a:r>
              <a:rPr lang="zh-CN" altLang="en-US" sz="2400" dirty="0">
                <a:solidFill>
                  <a:schemeClr val="bg1"/>
                </a:solidFill>
                <a:latin typeface="微软雅黑" panose="020B0503020204020204" charset="-122"/>
                <a:ea typeface="微软雅黑" panose="020B0503020204020204" charset="-122"/>
                <a:cs typeface="微软雅黑" panose="020B0503020204020204" charset="-122"/>
              </a:rPr>
              <a:t>汇报时间：</a:t>
            </a:r>
            <a:r>
              <a:rPr lang="en-US" altLang="zh-CN" sz="2400" dirty="0">
                <a:solidFill>
                  <a:schemeClr val="bg1"/>
                </a:solidFill>
                <a:latin typeface="微软雅黑" panose="020B0503020204020204" charset="-122"/>
                <a:ea typeface="微软雅黑" panose="020B0503020204020204" charset="-122"/>
                <a:cs typeface="微软雅黑" panose="020B0503020204020204" charset="-122"/>
              </a:rPr>
              <a:t>20xx</a:t>
            </a:r>
            <a:r>
              <a:rPr lang="en-US" altLang="zh-CN" dirty="0">
                <a:solidFill>
                  <a:schemeClr val="bg1"/>
                </a:solidFill>
                <a:latin typeface="微软雅黑" panose="020B0503020204020204" charset="-122"/>
                <a:ea typeface="微软雅黑" panose="020B0503020204020204" charset="-122"/>
                <a:cs typeface="微软雅黑" panose="020B0503020204020204" charset="-122"/>
              </a:rPr>
              <a:t>.xx.xx</a:t>
            </a: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6" name="直接连接符 5"/>
          <p:cNvCxnSpPr/>
          <p:nvPr>
            <p:custDataLst>
              <p:tags r:id="rId4"/>
            </p:custDataLst>
          </p:nvPr>
        </p:nvCxnSpPr>
        <p:spPr>
          <a:xfrm>
            <a:off x="2028167" y="3588804"/>
            <a:ext cx="8489284" cy="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22" name="图形 21"/>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4779" y="423875"/>
            <a:ext cx="1992352" cy="552566"/>
          </a:xfrm>
          <a:prstGeom prst="rect">
            <a:avLst/>
          </a:prstGeom>
        </p:spPr>
      </p:pic>
      <p:grpSp>
        <p:nvGrpSpPr>
          <p:cNvPr id="20" name="Group 11"/>
          <p:cNvGrpSpPr/>
          <p:nvPr/>
        </p:nvGrpSpPr>
        <p:grpSpPr>
          <a:xfrm>
            <a:off x="11338258" y="606610"/>
            <a:ext cx="493369" cy="5712759"/>
            <a:chOff x="0" y="0"/>
            <a:chExt cx="657826" cy="7617012"/>
          </a:xfrm>
        </p:grpSpPr>
        <p:pic>
          <p:nvPicPr>
            <p:cNvPr id="21"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073429" y="1073429"/>
              <a:ext cx="2804684" cy="657826"/>
            </a:xfrm>
            <a:prstGeom prst="rect">
              <a:avLst/>
            </a:prstGeom>
          </p:spPr>
        </p:pic>
        <p:pic>
          <p:nvPicPr>
            <p:cNvPr id="23" name="Picture 13"/>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a:off x="-664839" y="3469523"/>
              <a:ext cx="1987503" cy="657826"/>
            </a:xfrm>
            <a:prstGeom prst="rect">
              <a:avLst/>
            </a:prstGeom>
          </p:spPr>
        </p:pic>
        <p:pic>
          <p:nvPicPr>
            <p:cNvPr id="24" name="Picture 14"/>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l="49112" t="73624"/>
            <a:stretch>
              <a:fillRect/>
            </a:stretch>
          </p:blipFill>
          <p:spPr>
            <a:xfrm rot="-5400000">
              <a:off x="-520438" y="6438748"/>
              <a:ext cx="2010113" cy="346415"/>
            </a:xfrm>
            <a:prstGeom prst="rect">
              <a:avLst/>
            </a:prstGeom>
          </p:spPr>
        </p:pic>
        <p:pic>
          <p:nvPicPr>
            <p:cNvPr id="25" name="Picture 15"/>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a:off x="-19971" y="4812159"/>
              <a:ext cx="697768" cy="657826"/>
            </a:xfrm>
            <a:prstGeom prst="rect">
              <a:avLst/>
            </a:prstGeom>
          </p:spPr>
        </p:pic>
      </p:grpSp>
      <p:grpSp>
        <p:nvGrpSpPr>
          <p:cNvPr id="35" name="Group 19"/>
          <p:cNvGrpSpPr/>
          <p:nvPr/>
        </p:nvGrpSpPr>
        <p:grpSpPr>
          <a:xfrm rot="10405961">
            <a:off x="473940" y="1467136"/>
            <a:ext cx="3520260" cy="1852907"/>
            <a:chOff x="0" y="0"/>
            <a:chExt cx="3492910" cy="1838510"/>
          </a:xfrm>
        </p:grpSpPr>
        <p:pic>
          <p:nvPicPr>
            <p:cNvPr id="36"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rot="-944953">
              <a:off x="214261" y="415658"/>
              <a:ext cx="3202063" cy="1007194"/>
            </a:xfrm>
            <a:prstGeom prst="rect">
              <a:avLst/>
            </a:prstGeom>
          </p:spPr>
        </p:pic>
        <p:pic>
          <p:nvPicPr>
            <p:cNvPr id="37" name="Picture 21"/>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a:fillRect/>
            </a:stretch>
          </p:blipFill>
          <p:spPr>
            <a:xfrm>
              <a:off x="0" y="1036875"/>
              <a:ext cx="669152" cy="669152"/>
            </a:xfrm>
            <a:prstGeom prst="rect">
              <a:avLst/>
            </a:prstGeom>
          </p:spPr>
        </p:pic>
      </p:grpSp>
      <p:grpSp>
        <p:nvGrpSpPr>
          <p:cNvPr id="31" name="Group 16"/>
          <p:cNvGrpSpPr/>
          <p:nvPr/>
        </p:nvGrpSpPr>
        <p:grpSpPr>
          <a:xfrm rot="-5400000">
            <a:off x="2337840" y="3795209"/>
            <a:ext cx="683150" cy="4399405"/>
            <a:chOff x="0" y="0"/>
            <a:chExt cx="843067" cy="3441433"/>
          </a:xfrm>
        </p:grpSpPr>
        <p:pic>
          <p:nvPicPr>
            <p:cNvPr id="32"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33"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4"/>
          <p:cNvSpPr/>
          <p:nvPr>
            <p:custDataLst>
              <p:tags r:id="rId1"/>
            </p:custDataLst>
          </p:nvPr>
        </p:nvSpPr>
        <p:spPr>
          <a:xfrm>
            <a:off x="3575720" y="-2"/>
            <a:ext cx="8633424" cy="6905499"/>
          </a:xfrm>
          <a:prstGeom prst="roundRect">
            <a:avLst>
              <a:gd name="adj" fmla="val 0"/>
            </a:avLst>
          </a:prstGeom>
          <a:solidFill>
            <a:schemeClr val="bg2">
              <a:lumMod val="1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4"/>
          <p:cNvSpPr/>
          <p:nvPr>
            <p:custDataLst>
              <p:tags r:id="rId2"/>
            </p:custDataLst>
          </p:nvPr>
        </p:nvSpPr>
        <p:spPr>
          <a:xfrm>
            <a:off x="4441544" y="15809"/>
            <a:ext cx="7739694" cy="6873875"/>
          </a:xfrm>
          <a:prstGeom prst="roundRect">
            <a:avLst>
              <a:gd name="adj" fmla="val 0"/>
            </a:avLst>
          </a:prstGeom>
          <a:solidFill>
            <a:srgbClr val="1B1C45">
              <a:alpha val="7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469450" y="572218"/>
            <a:ext cx="4508221" cy="830997"/>
          </a:xfrm>
          <a:prstGeom prst="rect">
            <a:avLst/>
          </a:prstGeom>
          <a:noFill/>
        </p:spPr>
        <p:txBody>
          <a:bodyPr wrap="square" rtlCol="0">
            <a:spAutoFit/>
          </a:bodyPr>
          <a:lstStyle/>
          <a:p>
            <a:r>
              <a:rPr lang="en-US" altLang="zh-CN" sz="4000" b="1" dirty="0">
                <a:solidFill>
                  <a:schemeClr val="bg1"/>
                </a:solidFill>
                <a:latin typeface="微软雅黑" panose="020B0503020204020204" charset="-122"/>
                <a:ea typeface="微软雅黑" panose="020B0503020204020204" charset="-122"/>
              </a:rPr>
              <a:t>    </a:t>
            </a:r>
            <a:r>
              <a:rPr lang="zh-CN" altLang="en-US" sz="4800" b="1" dirty="0">
                <a:solidFill>
                  <a:schemeClr val="bg1"/>
                </a:solidFill>
                <a:latin typeface="微软雅黑" panose="020B0503020204020204" charset="-122"/>
                <a:ea typeface="微软雅黑" panose="020B0503020204020204" charset="-122"/>
              </a:rPr>
              <a:t>目</a:t>
            </a:r>
            <a:r>
              <a:rPr lang="en-US" altLang="zh-CN" sz="4800" b="1" dirty="0">
                <a:solidFill>
                  <a:schemeClr val="bg1"/>
                </a:solidFill>
                <a:latin typeface="微软雅黑" panose="020B0503020204020204" charset="-122"/>
                <a:ea typeface="微软雅黑" panose="020B0503020204020204" charset="-122"/>
              </a:rPr>
              <a:t>    </a:t>
            </a:r>
            <a:r>
              <a:rPr lang="zh-CN" altLang="en-US" sz="4800" b="1" dirty="0">
                <a:solidFill>
                  <a:schemeClr val="bg1"/>
                </a:solidFill>
                <a:latin typeface="微软雅黑" panose="020B0503020204020204" charset="-122"/>
                <a:ea typeface="微软雅黑" panose="020B0503020204020204" charset="-122"/>
              </a:rPr>
              <a:t>录</a:t>
            </a:r>
            <a:endParaRPr lang="zh-CN" altLang="en-US" sz="5400" b="1" dirty="0">
              <a:solidFill>
                <a:schemeClr val="bg1"/>
              </a:solidFill>
              <a:latin typeface="微软雅黑" panose="020B0503020204020204" charset="-122"/>
              <a:ea typeface="微软雅黑" panose="020B0503020204020204" charset="-122"/>
            </a:endParaRPr>
          </a:p>
        </p:txBody>
      </p:sp>
      <p:sp>
        <p:nvSpPr>
          <p:cNvPr id="16" name="菱形 15"/>
          <p:cNvSpPr/>
          <p:nvPr/>
        </p:nvSpPr>
        <p:spPr>
          <a:xfrm>
            <a:off x="5052222" y="1651317"/>
            <a:ext cx="791845" cy="797560"/>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162076" y="1843087"/>
            <a:ext cx="641350" cy="368300"/>
          </a:xfrm>
          <a:prstGeom prst="rect">
            <a:avLst/>
          </a:prstGeom>
          <a:noFill/>
        </p:spPr>
        <p:txBody>
          <a:bodyPr wrap="square" rtlCol="0">
            <a:spAutoFit/>
          </a:bodyPr>
          <a:lstStyle/>
          <a:p>
            <a:r>
              <a:rPr lang="en-US" altLang="zh-CN" dirty="0">
                <a:solidFill>
                  <a:schemeClr val="bg1"/>
                </a:solidFill>
              </a:rPr>
              <a:t> 01</a:t>
            </a:r>
            <a:endParaRPr lang="en-US" altLang="zh-CN" dirty="0">
              <a:solidFill>
                <a:schemeClr val="bg1"/>
              </a:solidFill>
            </a:endParaRPr>
          </a:p>
        </p:txBody>
      </p:sp>
      <p:sp>
        <p:nvSpPr>
          <p:cNvPr id="18" name="文本框 17"/>
          <p:cNvSpPr txBox="1"/>
          <p:nvPr/>
        </p:nvSpPr>
        <p:spPr>
          <a:xfrm>
            <a:off x="5970449" y="1773089"/>
            <a:ext cx="3947795" cy="523220"/>
          </a:xfrm>
          <a:prstGeom prst="rect">
            <a:avLst/>
          </a:prstGeom>
          <a:noFill/>
        </p:spPr>
        <p:txBody>
          <a:bodyPr wrap="square" rtlCol="0">
            <a:spAutoFit/>
          </a:bodyPr>
          <a:lstStyle/>
          <a:p>
            <a:r>
              <a:rPr lang="zh-CN" altLang="en-US" sz="2800" dirty="0">
                <a:solidFill>
                  <a:schemeClr val="bg1"/>
                </a:solidFill>
                <a:latin typeface="微软雅黑" panose="020B0503020204020204" charset="-122"/>
                <a:ea typeface="微软雅黑" panose="020B0503020204020204" charset="-122"/>
              </a:rPr>
              <a:t>点击输入文字</a:t>
            </a:r>
            <a:endParaRPr lang="zh-CN" altLang="en-US" sz="2800" dirty="0">
              <a:solidFill>
                <a:schemeClr val="bg1"/>
              </a:solidFill>
              <a:latin typeface="微软雅黑" panose="020B0503020204020204" charset="-122"/>
              <a:ea typeface="微软雅黑" panose="020B0503020204020204" charset="-122"/>
            </a:endParaRPr>
          </a:p>
        </p:txBody>
      </p:sp>
      <p:sp>
        <p:nvSpPr>
          <p:cNvPr id="19" name="文本框 18"/>
          <p:cNvSpPr txBox="1"/>
          <p:nvPr>
            <p:custDataLst>
              <p:tags r:id="rId3"/>
            </p:custDataLst>
          </p:nvPr>
        </p:nvSpPr>
        <p:spPr>
          <a:xfrm>
            <a:off x="5970449" y="2709079"/>
            <a:ext cx="3947795" cy="523220"/>
          </a:xfrm>
          <a:prstGeom prst="rect">
            <a:avLst/>
          </a:prstGeom>
          <a:noFill/>
        </p:spPr>
        <p:txBody>
          <a:bodyPr wrap="square" rtlCol="0">
            <a:spAutoFit/>
          </a:bodyPr>
          <a:lstStyle/>
          <a:p>
            <a:r>
              <a:rPr lang="zh-CN" altLang="en-US" sz="2800" dirty="0">
                <a:solidFill>
                  <a:schemeClr val="bg1"/>
                </a:solidFill>
                <a:latin typeface="微软雅黑" panose="020B0503020204020204" charset="-122"/>
                <a:ea typeface="微软雅黑" panose="020B0503020204020204" charset="-122"/>
              </a:rPr>
              <a:t>点击输入文字</a:t>
            </a:r>
            <a:endParaRPr lang="zh-CN" altLang="en-US" sz="2800" dirty="0">
              <a:solidFill>
                <a:schemeClr val="bg1"/>
              </a:solidFill>
              <a:latin typeface="微软雅黑" panose="020B0503020204020204" charset="-122"/>
              <a:ea typeface="微软雅黑" panose="020B0503020204020204" charset="-122"/>
            </a:endParaRPr>
          </a:p>
        </p:txBody>
      </p:sp>
      <p:sp>
        <p:nvSpPr>
          <p:cNvPr id="20" name="文本框 19"/>
          <p:cNvSpPr txBox="1"/>
          <p:nvPr>
            <p:custDataLst>
              <p:tags r:id="rId4"/>
            </p:custDataLst>
          </p:nvPr>
        </p:nvSpPr>
        <p:spPr>
          <a:xfrm>
            <a:off x="5971084" y="3717459"/>
            <a:ext cx="3947795" cy="523220"/>
          </a:xfrm>
          <a:prstGeom prst="rect">
            <a:avLst/>
          </a:prstGeom>
          <a:noFill/>
        </p:spPr>
        <p:txBody>
          <a:bodyPr wrap="square" rtlCol="0">
            <a:spAutoFit/>
          </a:bodyPr>
          <a:lstStyle/>
          <a:p>
            <a:r>
              <a:rPr lang="zh-CN" altLang="en-US" sz="2800">
                <a:solidFill>
                  <a:schemeClr val="bg1"/>
                </a:solidFill>
                <a:latin typeface="微软雅黑" panose="020B0503020204020204" charset="-122"/>
                <a:ea typeface="微软雅黑" panose="020B0503020204020204" charset="-122"/>
              </a:rPr>
              <a:t>点击输入文字</a:t>
            </a:r>
            <a:endParaRPr lang="zh-CN" altLang="en-US" sz="2800">
              <a:solidFill>
                <a:schemeClr val="bg1"/>
              </a:solidFill>
              <a:latin typeface="微软雅黑" panose="020B0503020204020204" charset="-122"/>
              <a:ea typeface="微软雅黑" panose="020B0503020204020204" charset="-122"/>
            </a:endParaRPr>
          </a:p>
        </p:txBody>
      </p:sp>
      <p:sp>
        <p:nvSpPr>
          <p:cNvPr id="21" name="文本框 20"/>
          <p:cNvSpPr txBox="1"/>
          <p:nvPr>
            <p:custDataLst>
              <p:tags r:id="rId5"/>
            </p:custDataLst>
          </p:nvPr>
        </p:nvSpPr>
        <p:spPr>
          <a:xfrm>
            <a:off x="5971084" y="4725204"/>
            <a:ext cx="3947795" cy="523220"/>
          </a:xfrm>
          <a:prstGeom prst="rect">
            <a:avLst/>
          </a:prstGeom>
          <a:noFill/>
        </p:spPr>
        <p:txBody>
          <a:bodyPr wrap="square" rtlCol="0">
            <a:spAutoFit/>
          </a:bodyPr>
          <a:lstStyle/>
          <a:p>
            <a:r>
              <a:rPr lang="zh-CN" altLang="en-US" sz="2800">
                <a:solidFill>
                  <a:schemeClr val="bg1"/>
                </a:solidFill>
                <a:latin typeface="微软雅黑" panose="020B0503020204020204" charset="-122"/>
                <a:ea typeface="微软雅黑" panose="020B0503020204020204" charset="-122"/>
              </a:rPr>
              <a:t>点击输入文字</a:t>
            </a:r>
            <a:endParaRPr lang="zh-CN" altLang="en-US" sz="2800">
              <a:solidFill>
                <a:schemeClr val="bg1"/>
              </a:solidFill>
              <a:latin typeface="微软雅黑" panose="020B0503020204020204" charset="-122"/>
              <a:ea typeface="微软雅黑" panose="020B0503020204020204" charset="-122"/>
            </a:endParaRPr>
          </a:p>
        </p:txBody>
      </p:sp>
      <p:sp>
        <p:nvSpPr>
          <p:cNvPr id="22" name="文本框 21"/>
          <p:cNvSpPr txBox="1"/>
          <p:nvPr>
            <p:custDataLst>
              <p:tags r:id="rId6"/>
            </p:custDataLst>
          </p:nvPr>
        </p:nvSpPr>
        <p:spPr>
          <a:xfrm>
            <a:off x="5970449" y="5661194"/>
            <a:ext cx="3947795" cy="523220"/>
          </a:xfrm>
          <a:prstGeom prst="rect">
            <a:avLst/>
          </a:prstGeom>
          <a:noFill/>
        </p:spPr>
        <p:txBody>
          <a:bodyPr wrap="square" rtlCol="0">
            <a:spAutoFit/>
          </a:bodyPr>
          <a:lstStyle/>
          <a:p>
            <a:r>
              <a:rPr lang="zh-CN" altLang="en-US" sz="2800">
                <a:solidFill>
                  <a:schemeClr val="bg1"/>
                </a:solidFill>
                <a:latin typeface="微软雅黑" panose="020B0503020204020204" charset="-122"/>
                <a:ea typeface="微软雅黑" panose="020B0503020204020204" charset="-122"/>
              </a:rPr>
              <a:t>点击输入文字</a:t>
            </a:r>
            <a:endParaRPr lang="zh-CN" altLang="en-US" sz="2800">
              <a:solidFill>
                <a:schemeClr val="bg1"/>
              </a:solidFill>
              <a:latin typeface="微软雅黑" panose="020B0503020204020204" charset="-122"/>
              <a:ea typeface="微软雅黑" panose="020B0503020204020204" charset="-122"/>
            </a:endParaRPr>
          </a:p>
        </p:txBody>
      </p:sp>
      <p:sp>
        <p:nvSpPr>
          <p:cNvPr id="23" name="菱形 22"/>
          <p:cNvSpPr/>
          <p:nvPr>
            <p:custDataLst>
              <p:tags r:id="rId7"/>
            </p:custDataLst>
          </p:nvPr>
        </p:nvSpPr>
        <p:spPr>
          <a:xfrm>
            <a:off x="5052222" y="2591753"/>
            <a:ext cx="791845" cy="808355"/>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菱形 23"/>
          <p:cNvSpPr/>
          <p:nvPr>
            <p:custDataLst>
              <p:tags r:id="rId8"/>
            </p:custDataLst>
          </p:nvPr>
        </p:nvSpPr>
        <p:spPr>
          <a:xfrm>
            <a:off x="5051587" y="3542983"/>
            <a:ext cx="791845" cy="799465"/>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菱形 24"/>
          <p:cNvSpPr/>
          <p:nvPr>
            <p:custDataLst>
              <p:tags r:id="rId9"/>
            </p:custDataLst>
          </p:nvPr>
        </p:nvSpPr>
        <p:spPr>
          <a:xfrm>
            <a:off x="5051587" y="4547552"/>
            <a:ext cx="791845" cy="797560"/>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菱形 25"/>
          <p:cNvSpPr/>
          <p:nvPr>
            <p:custDataLst>
              <p:tags r:id="rId10"/>
            </p:custDataLst>
          </p:nvPr>
        </p:nvSpPr>
        <p:spPr>
          <a:xfrm>
            <a:off x="5052222" y="5492433"/>
            <a:ext cx="791845" cy="799465"/>
          </a:xfrm>
          <a:prstGeom prst="diamon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custDataLst>
              <p:tags r:id="rId11"/>
            </p:custDataLst>
          </p:nvPr>
        </p:nvSpPr>
        <p:spPr>
          <a:xfrm>
            <a:off x="5162076" y="2812097"/>
            <a:ext cx="641350" cy="368300"/>
          </a:xfrm>
          <a:prstGeom prst="rect">
            <a:avLst/>
          </a:prstGeom>
          <a:noFill/>
        </p:spPr>
        <p:txBody>
          <a:bodyPr wrap="square" rtlCol="0">
            <a:spAutoFit/>
          </a:bodyPr>
          <a:lstStyle/>
          <a:p>
            <a:r>
              <a:rPr lang="en-US" altLang="zh-CN">
                <a:solidFill>
                  <a:schemeClr val="bg1"/>
                </a:solidFill>
              </a:rPr>
              <a:t> 02</a:t>
            </a:r>
            <a:endParaRPr lang="en-US" altLang="zh-CN">
              <a:solidFill>
                <a:schemeClr val="bg1"/>
              </a:solidFill>
            </a:endParaRPr>
          </a:p>
        </p:txBody>
      </p:sp>
      <p:sp>
        <p:nvSpPr>
          <p:cNvPr id="28" name="文本框 27"/>
          <p:cNvSpPr txBox="1"/>
          <p:nvPr>
            <p:custDataLst>
              <p:tags r:id="rId12"/>
            </p:custDataLst>
          </p:nvPr>
        </p:nvSpPr>
        <p:spPr>
          <a:xfrm>
            <a:off x="5162711" y="3770312"/>
            <a:ext cx="641350" cy="368300"/>
          </a:xfrm>
          <a:prstGeom prst="rect">
            <a:avLst/>
          </a:prstGeom>
          <a:noFill/>
        </p:spPr>
        <p:txBody>
          <a:bodyPr wrap="square" rtlCol="0">
            <a:spAutoFit/>
          </a:bodyPr>
          <a:lstStyle/>
          <a:p>
            <a:r>
              <a:rPr lang="en-US" altLang="zh-CN">
                <a:solidFill>
                  <a:schemeClr val="bg1"/>
                </a:solidFill>
              </a:rPr>
              <a:t> 03</a:t>
            </a:r>
            <a:endParaRPr lang="en-US" altLang="zh-CN">
              <a:solidFill>
                <a:schemeClr val="bg1"/>
              </a:solidFill>
            </a:endParaRPr>
          </a:p>
        </p:txBody>
      </p:sp>
      <p:sp>
        <p:nvSpPr>
          <p:cNvPr id="29" name="文本框 28"/>
          <p:cNvSpPr txBox="1"/>
          <p:nvPr>
            <p:custDataLst>
              <p:tags r:id="rId13"/>
            </p:custDataLst>
          </p:nvPr>
        </p:nvSpPr>
        <p:spPr>
          <a:xfrm>
            <a:off x="5162076" y="4752022"/>
            <a:ext cx="641350" cy="368300"/>
          </a:xfrm>
          <a:prstGeom prst="rect">
            <a:avLst/>
          </a:prstGeom>
          <a:noFill/>
        </p:spPr>
        <p:txBody>
          <a:bodyPr wrap="square" rtlCol="0">
            <a:spAutoFit/>
          </a:bodyPr>
          <a:lstStyle/>
          <a:p>
            <a:r>
              <a:rPr lang="en-US" altLang="zh-CN">
                <a:solidFill>
                  <a:schemeClr val="bg1"/>
                </a:solidFill>
              </a:rPr>
              <a:t> 04</a:t>
            </a:r>
            <a:endParaRPr lang="en-US" altLang="zh-CN">
              <a:solidFill>
                <a:schemeClr val="bg1"/>
              </a:solidFill>
            </a:endParaRPr>
          </a:p>
        </p:txBody>
      </p:sp>
      <p:sp>
        <p:nvSpPr>
          <p:cNvPr id="30" name="文本框 29"/>
          <p:cNvSpPr txBox="1"/>
          <p:nvPr>
            <p:custDataLst>
              <p:tags r:id="rId14"/>
            </p:custDataLst>
          </p:nvPr>
        </p:nvSpPr>
        <p:spPr>
          <a:xfrm>
            <a:off x="5162076" y="5697537"/>
            <a:ext cx="641350" cy="368300"/>
          </a:xfrm>
          <a:prstGeom prst="rect">
            <a:avLst/>
          </a:prstGeom>
          <a:noFill/>
        </p:spPr>
        <p:txBody>
          <a:bodyPr wrap="square" rtlCol="0">
            <a:spAutoFit/>
          </a:bodyPr>
          <a:lstStyle/>
          <a:p>
            <a:r>
              <a:rPr lang="en-US" altLang="zh-CN">
                <a:solidFill>
                  <a:schemeClr val="bg1"/>
                </a:solidFill>
              </a:rPr>
              <a:t> 05</a:t>
            </a:r>
            <a:endParaRPr lang="en-US" altLang="zh-CN">
              <a:solidFill>
                <a:schemeClr val="bg1"/>
              </a:solidFill>
            </a:endParaRPr>
          </a:p>
        </p:txBody>
      </p:sp>
      <p:pic>
        <p:nvPicPr>
          <p:cNvPr id="4" name="图片 3"/>
          <p:cNvPicPr>
            <a:picLocks noChangeAspect="1"/>
          </p:cNvPicPr>
          <p:nvPr/>
        </p:nvPicPr>
        <p:blipFill rotWithShape="1">
          <a:blip r:embed="rId15" cstate="print">
            <a:extLst>
              <a:ext uri="{28A0092B-C50C-407E-A947-70E740481C1C}">
                <a14:useLocalDpi xmlns:a14="http://schemas.microsoft.com/office/drawing/2010/main" val="0"/>
              </a:ext>
            </a:extLst>
          </a:blip>
          <a:srcRect/>
          <a:stretch>
            <a:fillRect/>
          </a:stretch>
        </p:blipFill>
        <p:spPr>
          <a:xfrm>
            <a:off x="-6067" y="-1"/>
            <a:ext cx="4508220" cy="6865937"/>
          </a:xfrm>
          <a:prstGeom prst="rect">
            <a:avLst/>
          </a:prstGeom>
        </p:spPr>
      </p:pic>
      <p:grpSp>
        <p:nvGrpSpPr>
          <p:cNvPr id="44" name="Group 11"/>
          <p:cNvGrpSpPr/>
          <p:nvPr/>
        </p:nvGrpSpPr>
        <p:grpSpPr>
          <a:xfrm rot="10800000" flipH="1">
            <a:off x="11149034" y="531990"/>
            <a:ext cx="561738" cy="5846726"/>
            <a:chOff x="0" y="0"/>
            <a:chExt cx="657826" cy="7617012"/>
          </a:xfrm>
        </p:grpSpPr>
        <p:pic>
          <p:nvPicPr>
            <p:cNvPr id="45" name="Picture 1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5400000">
              <a:off x="-1073429" y="1073429"/>
              <a:ext cx="2804684" cy="657826"/>
            </a:xfrm>
            <a:prstGeom prst="rect">
              <a:avLst/>
            </a:prstGeom>
          </p:spPr>
        </p:pic>
        <p:pic>
          <p:nvPicPr>
            <p:cNvPr id="46" name="Picture 13"/>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l="29136"/>
            <a:stretch>
              <a:fillRect/>
            </a:stretch>
          </p:blipFill>
          <p:spPr>
            <a:xfrm rot="-5400000">
              <a:off x="-664839" y="3469523"/>
              <a:ext cx="1987503" cy="657826"/>
            </a:xfrm>
            <a:prstGeom prst="rect">
              <a:avLst/>
            </a:prstGeom>
          </p:spPr>
        </p:pic>
        <p:pic>
          <p:nvPicPr>
            <p:cNvPr id="47" name="Picture 14"/>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rcRect l="49112" t="73624"/>
            <a:stretch>
              <a:fillRect/>
            </a:stretch>
          </p:blipFill>
          <p:spPr>
            <a:xfrm rot="-5400000">
              <a:off x="-520438" y="6438748"/>
              <a:ext cx="2010113" cy="346415"/>
            </a:xfrm>
            <a:prstGeom prst="rect">
              <a:avLst/>
            </a:prstGeom>
          </p:spPr>
        </p:pic>
        <p:pic>
          <p:nvPicPr>
            <p:cNvPr id="48" name="Picture 15"/>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rcRect l="75121"/>
            <a:stretch>
              <a:fillRect/>
            </a:stretch>
          </p:blipFill>
          <p:spPr>
            <a:xfrm rot="-5400000">
              <a:off x="-19971" y="4812159"/>
              <a:ext cx="697768" cy="657826"/>
            </a:xfrm>
            <a:prstGeom prst="rect">
              <a:avLst/>
            </a:prstGeom>
          </p:spPr>
        </p:pic>
      </p:grpSp>
      <p:pic>
        <p:nvPicPr>
          <p:cNvPr id="55" name="图形 54"/>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24779" y="423875"/>
            <a:ext cx="1992352" cy="552566"/>
          </a:xfrm>
          <a:prstGeom prst="rect">
            <a:avLst/>
          </a:prstGeom>
        </p:spPr>
      </p:pic>
      <p:grpSp>
        <p:nvGrpSpPr>
          <p:cNvPr id="56" name="Group 2"/>
          <p:cNvGrpSpPr/>
          <p:nvPr/>
        </p:nvGrpSpPr>
        <p:grpSpPr>
          <a:xfrm flipH="1">
            <a:off x="565587" y="928352"/>
            <a:ext cx="3515348" cy="297180"/>
            <a:chOff x="13524087" y="77348"/>
            <a:chExt cx="8116713" cy="652693"/>
          </a:xfrm>
        </p:grpSpPr>
        <p:pic>
          <p:nvPicPr>
            <p:cNvPr id="57" name="Picture 3"/>
            <p:cNvPicPr>
              <a:picLocks noChangeAspect="1"/>
            </p:cNvPicPr>
            <p:nvPr/>
          </p:nvPicPr>
          <p:blipFill>
            <a:blip r:embed="rId23" cstate="print">
              <a:extLst>
                <a:ext uri="{28A0092B-C50C-407E-A947-70E740481C1C}">
                  <a14:useLocalDpi xmlns:a14="http://schemas.microsoft.com/office/drawing/2010/main" val="0"/>
                </a:ext>
                <a:ext uri="{96DAC541-7B7A-43D3-8B79-37D633B846F1}">
                  <asvg:svgBlip xmlns:asvg="http://schemas.microsoft.com/office/drawing/2016/SVG/main" r:embed="rId24"/>
                </a:ext>
              </a:extLst>
            </a:blip>
            <a:srcRect b="39394"/>
            <a:stretch>
              <a:fillRect/>
            </a:stretch>
          </p:blipFill>
          <p:spPr>
            <a:xfrm>
              <a:off x="13524087" y="77348"/>
              <a:ext cx="3545500" cy="652693"/>
            </a:xfrm>
            <a:prstGeom prst="rect">
              <a:avLst/>
            </a:prstGeom>
          </p:spPr>
        </p:pic>
        <p:sp>
          <p:nvSpPr>
            <p:cNvPr id="58" name="AutoShape 4"/>
            <p:cNvSpPr/>
            <p:nvPr/>
          </p:nvSpPr>
          <p:spPr>
            <a:xfrm>
              <a:off x="15575823" y="704640"/>
              <a:ext cx="6064977" cy="0"/>
            </a:xfrm>
            <a:prstGeom prst="line">
              <a:avLst/>
            </a:prstGeom>
            <a:ln w="25400" cap="flat">
              <a:solidFill>
                <a:srgbClr val="FFFFFF"/>
              </a:solidFill>
              <a:prstDash val="solid"/>
              <a:headEnd type="none" w="sm" len="sm"/>
              <a:tailEnd type="none" w="sm" len="sm"/>
            </a:ln>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矩形 5"/>
          <p:cNvSpPr/>
          <p:nvPr/>
        </p:nvSpPr>
        <p:spPr>
          <a:xfrm>
            <a:off x="-1" y="-27305"/>
            <a:ext cx="12192001" cy="68853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2" y="1289883"/>
            <a:ext cx="12192001" cy="5568117"/>
          </a:xfrm>
          <a:prstGeom prst="flowChartPunchedCard">
            <a:avLst/>
          </a:prstGeom>
          <a:blipFill rotWithShape="1">
            <a:blip r:embed="rId1" cstate="print">
              <a:extLst>
                <a:ext uri="{28A0092B-C50C-407E-A947-70E740481C1C}">
                  <a14:useLocalDpi xmlns:a14="http://schemas.microsoft.com/office/drawing/2010/main" val="0"/>
                </a:ext>
              </a:extLst>
            </a:blip>
            <a:stretch>
              <a:fillRect t="1" b="-907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192000" cy="6858000"/>
          </a:xfrm>
          <a:prstGeom prst="rect">
            <a:avLst/>
          </a:prstGeom>
          <a:solidFill>
            <a:schemeClr val="tx1">
              <a:lumMod val="85000"/>
              <a:lumOff val="1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p:cNvSpPr txBox="1"/>
          <p:nvPr/>
        </p:nvSpPr>
        <p:spPr>
          <a:xfrm>
            <a:off x="1911931" y="1802913"/>
            <a:ext cx="8869680" cy="1200329"/>
          </a:xfrm>
          <a:prstGeom prst="rect">
            <a:avLst/>
          </a:prstGeom>
          <a:noFill/>
        </p:spPr>
        <p:txBody>
          <a:bodyPr wrap="square" rtlCol="0">
            <a:spAutoFit/>
          </a:bodyPr>
          <a:lstStyle/>
          <a:p>
            <a:r>
              <a:rPr lang="en-US" altLang="zh-CN" sz="7200" dirty="0">
                <a:solidFill>
                  <a:schemeClr val="bg1"/>
                </a:solidFill>
                <a:latin typeface="微软雅黑" panose="020B0503020204020204" charset="-122"/>
                <a:ea typeface="微软雅黑" panose="020B0503020204020204" charset="-122"/>
              </a:rPr>
              <a:t>01| </a:t>
            </a:r>
            <a:r>
              <a:rPr lang="zh-CN" altLang="en-US" sz="7200" dirty="0">
                <a:solidFill>
                  <a:schemeClr val="bg1"/>
                </a:solidFill>
                <a:latin typeface="微软雅黑" panose="020B0503020204020204" charset="-122"/>
                <a:ea typeface="微软雅黑" panose="020B0503020204020204" charset="-122"/>
              </a:rPr>
              <a:t>在此处添加文本</a:t>
            </a:r>
            <a:endParaRPr lang="zh-CN" altLang="en-US" sz="8000" dirty="0">
              <a:solidFill>
                <a:schemeClr val="bg1"/>
              </a:solidFill>
              <a:latin typeface="微软雅黑" panose="020B0503020204020204" charset="-122"/>
              <a:ea typeface="微软雅黑" panose="020B0503020204020204" charset="-122"/>
            </a:endParaRPr>
          </a:p>
        </p:txBody>
      </p:sp>
      <p:grpSp>
        <p:nvGrpSpPr>
          <p:cNvPr id="22" name="Group 19"/>
          <p:cNvGrpSpPr/>
          <p:nvPr/>
        </p:nvGrpSpPr>
        <p:grpSpPr>
          <a:xfrm rot="9976140">
            <a:off x="687628" y="1649707"/>
            <a:ext cx="2619682" cy="1378883"/>
            <a:chOff x="0" y="0"/>
            <a:chExt cx="3492910" cy="1838510"/>
          </a:xfrm>
        </p:grpSpPr>
        <p:pic>
          <p:nvPicPr>
            <p:cNvPr id="23"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944953">
              <a:off x="214261" y="415658"/>
              <a:ext cx="3202063" cy="1007194"/>
            </a:xfrm>
            <a:prstGeom prst="rect">
              <a:avLst/>
            </a:prstGeom>
          </p:spPr>
        </p:pic>
        <p:pic>
          <p:nvPicPr>
            <p:cNvPr id="24" name="Picture 21"/>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1036875"/>
              <a:ext cx="669152" cy="669152"/>
            </a:xfrm>
            <a:prstGeom prst="rect">
              <a:avLst/>
            </a:prstGeom>
          </p:spPr>
        </p:pic>
      </p:grpSp>
      <p:grpSp>
        <p:nvGrpSpPr>
          <p:cNvPr id="25" name="Group 9"/>
          <p:cNvGrpSpPr/>
          <p:nvPr/>
        </p:nvGrpSpPr>
        <p:grpSpPr>
          <a:xfrm rot="-10800000">
            <a:off x="671908" y="3338212"/>
            <a:ext cx="10886280" cy="2674318"/>
            <a:chOff x="120578" y="0"/>
            <a:chExt cx="21520222" cy="5286644"/>
          </a:xfrm>
        </p:grpSpPr>
        <p:pic>
          <p:nvPicPr>
            <p:cNvPr id="26"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10800000">
              <a:off x="17959909" y="0"/>
              <a:ext cx="3680891" cy="1223896"/>
            </a:xfrm>
            <a:prstGeom prst="rect">
              <a:avLst/>
            </a:prstGeom>
          </p:spPr>
        </p:pic>
        <p:pic>
          <p:nvPicPr>
            <p:cNvPr id="27"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20426149" y="1767289"/>
              <a:ext cx="1967770" cy="461532"/>
            </a:xfrm>
            <a:prstGeom prst="rect">
              <a:avLst/>
            </a:prstGeom>
          </p:spPr>
        </p:pic>
        <p:pic>
          <p:nvPicPr>
            <p:cNvPr id="29"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886612" y="2049391"/>
              <a:ext cx="5244443" cy="1230063"/>
            </a:xfrm>
            <a:prstGeom prst="rect">
              <a:avLst/>
            </a:prstGeom>
          </p:spPr>
        </p:pic>
      </p:grpSp>
      <p:pic>
        <p:nvPicPr>
          <p:cNvPr id="33" name="图形 3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4779" y="423875"/>
            <a:ext cx="1992352" cy="552566"/>
          </a:xfrm>
          <a:prstGeom prst="rect">
            <a:avLst/>
          </a:prstGeom>
        </p:spPr>
      </p:pic>
      <p:grpSp>
        <p:nvGrpSpPr>
          <p:cNvPr id="34" name="Group 16"/>
          <p:cNvGrpSpPr/>
          <p:nvPr/>
        </p:nvGrpSpPr>
        <p:grpSpPr>
          <a:xfrm rot="-5400000">
            <a:off x="8731838" y="-1696211"/>
            <a:ext cx="805838" cy="4399405"/>
            <a:chOff x="0" y="0"/>
            <a:chExt cx="843067" cy="3441433"/>
          </a:xfrm>
        </p:grpSpPr>
        <p:pic>
          <p:nvPicPr>
            <p:cNvPr id="35"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36"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0" y="-1"/>
            <a:ext cx="7453556" cy="6852809"/>
          </a:xfrm>
          <a:prstGeom prst="rect">
            <a:avLst/>
          </a:prstGeom>
        </p:spPr>
      </p:pic>
      <p:sp>
        <p:nvSpPr>
          <p:cNvPr id="20" name="矩形 19"/>
          <p:cNvSpPr/>
          <p:nvPr/>
        </p:nvSpPr>
        <p:spPr>
          <a:xfrm>
            <a:off x="424778" y="5192"/>
            <a:ext cx="11758123" cy="6852808"/>
          </a:xfrm>
          <a:prstGeom prst="rect">
            <a:avLst/>
          </a:prstGeom>
          <a:gradFill>
            <a:gsLst>
              <a:gs pos="27000">
                <a:schemeClr val="tx1">
                  <a:alpha val="0"/>
                </a:schemeClr>
              </a:gs>
              <a:gs pos="61000">
                <a:schemeClr val="tx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099" y="10385"/>
            <a:ext cx="12191999" cy="6852808"/>
          </a:xfrm>
          <a:prstGeom prst="rect">
            <a:avLst/>
          </a:prstGeom>
          <a:solidFill>
            <a:srgbClr val="1E1B4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custDataLst>
              <p:tags r:id="rId2"/>
            </p:custDataLst>
          </p:nvPr>
        </p:nvSpPr>
        <p:spPr>
          <a:xfrm>
            <a:off x="7140061" y="831791"/>
            <a:ext cx="3768165"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pic>
        <p:nvPicPr>
          <p:cNvPr id="32" name="图形 31"/>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4779" y="423875"/>
            <a:ext cx="1992352" cy="552566"/>
          </a:xfrm>
          <a:prstGeom prst="rect">
            <a:avLst/>
          </a:prstGeom>
        </p:spPr>
      </p:pic>
      <p:grpSp>
        <p:nvGrpSpPr>
          <p:cNvPr id="37" name="Group 9"/>
          <p:cNvGrpSpPr/>
          <p:nvPr/>
        </p:nvGrpSpPr>
        <p:grpSpPr>
          <a:xfrm rot="16200000">
            <a:off x="7024957" y="1788644"/>
            <a:ext cx="4142631" cy="4416850"/>
            <a:chOff x="0" y="-2291324"/>
            <a:chExt cx="5944970" cy="6338495"/>
          </a:xfrm>
        </p:grpSpPr>
        <p:pic>
          <p:nvPicPr>
            <p:cNvPr id="39" name="Picture 10"/>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t="85303" r="82438"/>
            <a:stretch>
              <a:fillRect/>
            </a:stretch>
          </p:blipFill>
          <p:spPr>
            <a:xfrm rot="5400000" flipV="1">
              <a:off x="5230074" y="-2282331"/>
              <a:ext cx="723890" cy="705903"/>
            </a:xfrm>
            <a:prstGeom prst="rect">
              <a:avLst/>
            </a:prstGeom>
          </p:spPr>
        </p:pic>
        <p:pic>
          <p:nvPicPr>
            <p:cNvPr id="42" name="Picture 11"/>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t="85303" r="82438"/>
            <a:stretch>
              <a:fillRect/>
            </a:stretch>
          </p:blipFill>
          <p:spPr>
            <a:xfrm rot="5400000">
              <a:off x="-8993" y="-2282331"/>
              <a:ext cx="723890" cy="705903"/>
            </a:xfrm>
            <a:prstGeom prst="rect">
              <a:avLst/>
            </a:prstGeom>
          </p:spPr>
        </p:pic>
        <p:pic>
          <p:nvPicPr>
            <p:cNvPr id="43" name="Picture 12"/>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t="85303" r="82438"/>
            <a:stretch>
              <a:fillRect/>
            </a:stretch>
          </p:blipFill>
          <p:spPr>
            <a:xfrm rot="-5400000" flipV="1">
              <a:off x="-8993" y="3332274"/>
              <a:ext cx="723890" cy="705903"/>
            </a:xfrm>
            <a:prstGeom prst="rect">
              <a:avLst/>
            </a:prstGeom>
          </p:spPr>
        </p:pic>
        <p:pic>
          <p:nvPicPr>
            <p:cNvPr id="44" name="Picture 13"/>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t="85303" r="82438"/>
            <a:stretch>
              <a:fillRect/>
            </a:stretch>
          </p:blipFill>
          <p:spPr>
            <a:xfrm rot="-5400000">
              <a:off x="5230074" y="3332274"/>
              <a:ext cx="723890" cy="705903"/>
            </a:xfrm>
            <a:prstGeom prst="rect">
              <a:avLst/>
            </a:prstGeom>
          </p:spPr>
        </p:pic>
      </p:grpSp>
      <p:sp>
        <p:nvSpPr>
          <p:cNvPr id="50" name="文本框 49"/>
          <p:cNvSpPr txBox="1"/>
          <p:nvPr>
            <p:custDataLst>
              <p:tags r:id="rId8"/>
            </p:custDataLst>
          </p:nvPr>
        </p:nvSpPr>
        <p:spPr>
          <a:xfrm>
            <a:off x="7171957" y="2182902"/>
            <a:ext cx="3974275" cy="4031873"/>
          </a:xfrm>
          <a:prstGeom prst="rect">
            <a:avLst/>
          </a:prstGeom>
          <a:noFill/>
        </p:spPr>
        <p:txBody>
          <a:bodyPr wrap="square" rtlCol="0">
            <a:spAutoFit/>
          </a:bodyPr>
          <a:lstStyle/>
          <a:p>
            <a:pPr>
              <a:lnSpc>
                <a:spcPct val="150000"/>
              </a:lnSpc>
            </a:pP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在此处添加文本在此处添加文本在此处添加文本在此处添加文本在此处添加文本在此处添加文本在此处添加文本在此处添加文本在此处添加文本在此处添加文本</a:t>
            </a:r>
            <a:endParaRPr lang="en-US" altLang="zh-CN" sz="2400" dirty="0">
              <a:solidFill>
                <a:schemeClr val="bg1"/>
              </a:solidFill>
              <a:latin typeface="微软雅黑" panose="020B0503020204020204" charset="-122"/>
              <a:ea typeface="微软雅黑" panose="020B0503020204020204" charset="-122"/>
              <a:sym typeface="+mn-ea"/>
            </a:endParaRPr>
          </a:p>
          <a:p>
            <a:endParaRPr lang="en-US" altLang="zh-CN" sz="2000" dirty="0">
              <a:solidFill>
                <a:schemeClr val="bg1"/>
              </a:solidFill>
              <a:latin typeface="微软雅黑" panose="020B0503020204020204" charset="-122"/>
              <a:ea typeface="微软雅黑" panose="020B0503020204020204" charset="-122"/>
              <a:sym typeface="+mn-ea"/>
            </a:endParaRPr>
          </a:p>
          <a:p>
            <a:endParaRPr lang="en-US" altLang="zh-CN" sz="2000" dirty="0">
              <a:solidFill>
                <a:schemeClr val="bg1"/>
              </a:solidFill>
              <a:latin typeface="微软雅黑" panose="020B0503020204020204" charset="-122"/>
              <a:ea typeface="微软雅黑" panose="020B0503020204020204" charset="-122"/>
              <a:sym typeface="+mn-ea"/>
            </a:endParaRPr>
          </a:p>
        </p:txBody>
      </p:sp>
      <p:grpSp>
        <p:nvGrpSpPr>
          <p:cNvPr id="62" name="Group 11"/>
          <p:cNvGrpSpPr/>
          <p:nvPr/>
        </p:nvGrpSpPr>
        <p:grpSpPr>
          <a:xfrm rot="10800000" flipV="1">
            <a:off x="576360" y="1395124"/>
            <a:ext cx="655715" cy="4733455"/>
            <a:chOff x="0" y="0"/>
            <a:chExt cx="657826" cy="7617012"/>
          </a:xfrm>
        </p:grpSpPr>
        <p:pic>
          <p:nvPicPr>
            <p:cNvPr id="63"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rot="-5400000">
              <a:off x="-1073429" y="1073429"/>
              <a:ext cx="2804684" cy="657826"/>
            </a:xfrm>
            <a:prstGeom prst="rect">
              <a:avLst/>
            </a:prstGeom>
          </p:spPr>
        </p:pic>
        <p:pic>
          <p:nvPicPr>
            <p:cNvPr id="64" name="Picture 13"/>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l="29136"/>
            <a:stretch>
              <a:fillRect/>
            </a:stretch>
          </p:blipFill>
          <p:spPr>
            <a:xfrm rot="-5400000">
              <a:off x="-664839" y="3469523"/>
              <a:ext cx="1987503" cy="657826"/>
            </a:xfrm>
            <a:prstGeom prst="rect">
              <a:avLst/>
            </a:prstGeom>
          </p:spPr>
        </p:pic>
        <p:pic>
          <p:nvPicPr>
            <p:cNvPr id="65" name="Picture 14"/>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l="49112" t="73624"/>
            <a:stretch>
              <a:fillRect/>
            </a:stretch>
          </p:blipFill>
          <p:spPr>
            <a:xfrm rot="-5400000">
              <a:off x="-520438" y="6438748"/>
              <a:ext cx="2010113" cy="346415"/>
            </a:xfrm>
            <a:prstGeom prst="rect">
              <a:avLst/>
            </a:prstGeom>
          </p:spPr>
        </p:pic>
        <p:pic>
          <p:nvPicPr>
            <p:cNvPr id="66" name="Picture 15"/>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5121"/>
            <a:stretch>
              <a:fillRect/>
            </a:stretch>
          </p:blipFill>
          <p:spPr>
            <a:xfrm rot="-5400000">
              <a:off x="-19971" y="4812159"/>
              <a:ext cx="697768" cy="657826"/>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rotWithShape="1">
          <a:blip r:embed="rId1" cstate="print">
            <a:extLst>
              <a:ext uri="{28A0092B-C50C-407E-A947-70E740481C1C}">
                <a14:useLocalDpi xmlns:a14="http://schemas.microsoft.com/office/drawing/2010/main" val="0"/>
              </a:ext>
            </a:extLst>
          </a:blip>
          <a:srcRect t="15723"/>
          <a:stretch>
            <a:fillRect/>
          </a:stretch>
        </p:blipFill>
        <p:spPr>
          <a:xfrm>
            <a:off x="-30510" y="0"/>
            <a:ext cx="12192000" cy="6858000"/>
          </a:xfrm>
          <a:prstGeom prst="rect">
            <a:avLst/>
          </a:prstGeom>
        </p:spPr>
      </p:pic>
      <p:sp>
        <p:nvSpPr>
          <p:cNvPr id="36" name="圆角矩形 4"/>
          <p:cNvSpPr/>
          <p:nvPr>
            <p:custDataLst>
              <p:tags r:id="rId2"/>
            </p:custDataLst>
          </p:nvPr>
        </p:nvSpPr>
        <p:spPr>
          <a:xfrm>
            <a:off x="1415480" y="1278982"/>
            <a:ext cx="10081120" cy="4953221"/>
          </a:xfrm>
          <a:prstGeom prst="roundRect">
            <a:avLst>
              <a:gd name="adj" fmla="val 7326"/>
            </a:avLst>
          </a:prstGeom>
          <a:solidFill>
            <a:schemeClr val="bg2">
              <a:lumMod val="1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120087" y="1889278"/>
            <a:ext cx="852170" cy="84963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cxnSp>
        <p:nvCxnSpPr>
          <p:cNvPr id="9" name="直接连接符 8"/>
          <p:cNvCxnSpPr/>
          <p:nvPr/>
        </p:nvCxnSpPr>
        <p:spPr>
          <a:xfrm>
            <a:off x="4127832" y="2271548"/>
            <a:ext cx="223266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0" name="文本框 19"/>
          <p:cNvSpPr txBox="1"/>
          <p:nvPr>
            <p:custDataLst>
              <p:tags r:id="rId3"/>
            </p:custDataLst>
          </p:nvPr>
        </p:nvSpPr>
        <p:spPr>
          <a:xfrm>
            <a:off x="4056077" y="1811174"/>
            <a:ext cx="3041650" cy="523220"/>
          </a:xfrm>
          <a:prstGeom prst="rect">
            <a:avLst/>
          </a:prstGeom>
          <a:noFill/>
        </p:spPr>
        <p:txBody>
          <a:bodyPr wrap="square" rtlCol="0">
            <a:spAutoFit/>
          </a:bodyPr>
          <a:lstStyle/>
          <a:p>
            <a:r>
              <a:rPr lang="zh-CN" altLang="en-US" sz="2800" dirty="0">
                <a:solidFill>
                  <a:schemeClr val="bg1"/>
                </a:solidFill>
                <a:latin typeface="微软雅黑" panose="020B0503020204020204" charset="-122"/>
                <a:ea typeface="微软雅黑" panose="020B0503020204020204" charset="-122"/>
              </a:rPr>
              <a:t>在此处</a:t>
            </a:r>
            <a:r>
              <a:rPr lang="zh-CN" altLang="en-US" sz="2800" dirty="0">
                <a:solidFill>
                  <a:schemeClr val="bg1"/>
                </a:solidFill>
                <a:latin typeface="微软雅黑" panose="020B0503020204020204" charset="-122"/>
                <a:ea typeface="微软雅黑" panose="020B0503020204020204" charset="-122"/>
                <a:sym typeface="+mn-ea"/>
              </a:rPr>
              <a:t>添加</a:t>
            </a:r>
            <a:r>
              <a:rPr lang="zh-CN" altLang="en-US" sz="2800" dirty="0">
                <a:solidFill>
                  <a:schemeClr val="bg1"/>
                </a:solidFill>
                <a:latin typeface="微软雅黑" panose="020B0503020204020204" charset="-122"/>
                <a:ea typeface="微软雅黑" panose="020B0503020204020204" charset="-122"/>
              </a:rPr>
              <a:t>文本</a:t>
            </a:r>
            <a:endParaRPr lang="zh-CN" altLang="en-US" sz="2800" dirty="0">
              <a:solidFill>
                <a:schemeClr val="bg1"/>
              </a:solidFill>
              <a:latin typeface="微软雅黑" panose="020B0503020204020204" charset="-122"/>
              <a:ea typeface="微软雅黑" panose="020B0503020204020204" charset="-122"/>
            </a:endParaRPr>
          </a:p>
        </p:txBody>
      </p:sp>
      <p:sp>
        <p:nvSpPr>
          <p:cNvPr id="10" name="文本框 9"/>
          <p:cNvSpPr txBox="1"/>
          <p:nvPr>
            <p:custDataLst>
              <p:tags r:id="rId4"/>
            </p:custDataLst>
          </p:nvPr>
        </p:nvSpPr>
        <p:spPr>
          <a:xfrm>
            <a:off x="4127832" y="2345208"/>
            <a:ext cx="3041650" cy="461665"/>
          </a:xfrm>
          <a:prstGeom prst="rect">
            <a:avLst/>
          </a:prstGeom>
          <a:noFill/>
        </p:spPr>
        <p:txBody>
          <a:bodyPr wrap="square" rtlCol="0">
            <a:spAutoFit/>
          </a:bodyPr>
          <a:lstStyle/>
          <a:p>
            <a:r>
              <a:rPr lang="zh-CN" altLang="en-US" sz="2400" dirty="0">
                <a:solidFill>
                  <a:schemeClr val="bg1"/>
                </a:solidFill>
                <a:latin typeface="微软雅黑" panose="020B0503020204020204" charset="-122"/>
                <a:ea typeface="微软雅黑" panose="020B0503020204020204" charset="-122"/>
              </a:rPr>
              <a:t>在此处</a:t>
            </a:r>
            <a:r>
              <a:rPr lang="zh-CN" altLang="en-US" sz="2400" dirty="0">
                <a:solidFill>
                  <a:schemeClr val="bg1"/>
                </a:solidFill>
                <a:latin typeface="微软雅黑" panose="020B0503020204020204" charset="-122"/>
                <a:ea typeface="微软雅黑" panose="020B0503020204020204" charset="-122"/>
                <a:sym typeface="+mn-ea"/>
              </a:rPr>
              <a:t>添加</a:t>
            </a:r>
            <a:r>
              <a:rPr lang="zh-CN" altLang="en-US" sz="2400" dirty="0">
                <a:solidFill>
                  <a:schemeClr val="bg1"/>
                </a:solidFill>
                <a:latin typeface="微软雅黑" panose="020B0503020204020204" charset="-122"/>
                <a:ea typeface="微软雅黑" panose="020B0503020204020204" charset="-122"/>
              </a:rPr>
              <a:t>文本</a:t>
            </a:r>
            <a:endParaRPr lang="zh-CN" altLang="en-US" sz="2400" dirty="0">
              <a:solidFill>
                <a:schemeClr val="bg1"/>
              </a:solidFill>
              <a:latin typeface="微软雅黑" panose="020B0503020204020204" charset="-122"/>
              <a:ea typeface="微软雅黑" panose="020B0503020204020204" charset="-122"/>
            </a:endParaRPr>
          </a:p>
        </p:txBody>
      </p:sp>
      <p:sp>
        <p:nvSpPr>
          <p:cNvPr id="11" name="椭圆 10"/>
          <p:cNvSpPr/>
          <p:nvPr>
            <p:custDataLst>
              <p:tags r:id="rId5"/>
            </p:custDataLst>
          </p:nvPr>
        </p:nvSpPr>
        <p:spPr>
          <a:xfrm>
            <a:off x="3120087" y="3064028"/>
            <a:ext cx="852170" cy="84963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椭圆 11"/>
          <p:cNvSpPr/>
          <p:nvPr>
            <p:custDataLst>
              <p:tags r:id="rId6"/>
            </p:custDataLst>
          </p:nvPr>
        </p:nvSpPr>
        <p:spPr>
          <a:xfrm>
            <a:off x="3120087" y="4288308"/>
            <a:ext cx="852170" cy="849630"/>
          </a:xfrm>
          <a:prstGeom prst="ellipse">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pic>
        <p:nvPicPr>
          <p:cNvPr id="15" name="图片 14" descr="templates\docerresourceshop\icons\\343435383135323b333634393730313bd0c2bda8cec4b5b5"/>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00428" y="3250719"/>
            <a:ext cx="526415" cy="526415"/>
          </a:xfrm>
          <a:prstGeom prst="rect">
            <a:avLst/>
          </a:prstGeom>
        </p:spPr>
      </p:pic>
      <p:cxnSp>
        <p:nvCxnSpPr>
          <p:cNvPr id="16" name="直接连接符 15"/>
          <p:cNvCxnSpPr/>
          <p:nvPr>
            <p:custDataLst>
              <p:tags r:id="rId9"/>
            </p:custDataLst>
          </p:nvPr>
        </p:nvCxnSpPr>
        <p:spPr>
          <a:xfrm>
            <a:off x="4127832" y="3495828"/>
            <a:ext cx="223266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10"/>
            </p:custDataLst>
          </p:nvPr>
        </p:nvSpPr>
        <p:spPr>
          <a:xfrm>
            <a:off x="4056077" y="3036724"/>
            <a:ext cx="3041650" cy="523220"/>
          </a:xfrm>
          <a:prstGeom prst="rect">
            <a:avLst/>
          </a:prstGeom>
          <a:noFill/>
        </p:spPr>
        <p:txBody>
          <a:bodyPr wrap="square" rtlCol="0">
            <a:spAutoFit/>
          </a:bodyPr>
          <a:lstStyle/>
          <a:p>
            <a:r>
              <a:rPr lang="zh-CN" altLang="en-US" sz="2800" dirty="0">
                <a:solidFill>
                  <a:schemeClr val="bg1"/>
                </a:solidFill>
                <a:latin typeface="微软雅黑" panose="020B0503020204020204" charset="-122"/>
                <a:ea typeface="微软雅黑" panose="020B0503020204020204" charset="-122"/>
              </a:rPr>
              <a:t>在此处</a:t>
            </a:r>
            <a:r>
              <a:rPr lang="zh-CN" altLang="en-US" sz="2800" dirty="0">
                <a:solidFill>
                  <a:schemeClr val="bg1"/>
                </a:solidFill>
                <a:latin typeface="微软雅黑" panose="020B0503020204020204" charset="-122"/>
                <a:ea typeface="微软雅黑" panose="020B0503020204020204" charset="-122"/>
                <a:sym typeface="+mn-ea"/>
              </a:rPr>
              <a:t>添加</a:t>
            </a:r>
            <a:r>
              <a:rPr lang="zh-CN" altLang="en-US" sz="2800" dirty="0">
                <a:solidFill>
                  <a:schemeClr val="bg1"/>
                </a:solidFill>
                <a:latin typeface="微软雅黑" panose="020B0503020204020204" charset="-122"/>
                <a:ea typeface="微软雅黑" panose="020B0503020204020204" charset="-122"/>
              </a:rPr>
              <a:t>文本</a:t>
            </a:r>
            <a:endParaRPr lang="zh-CN" altLang="en-US" sz="2800" dirty="0">
              <a:solidFill>
                <a:schemeClr val="bg1"/>
              </a:solidFill>
              <a:latin typeface="微软雅黑" panose="020B0503020204020204" charset="-122"/>
              <a:ea typeface="微软雅黑" panose="020B0503020204020204" charset="-122"/>
            </a:endParaRPr>
          </a:p>
        </p:txBody>
      </p:sp>
      <p:sp>
        <p:nvSpPr>
          <p:cNvPr id="19" name="文本框 18"/>
          <p:cNvSpPr txBox="1"/>
          <p:nvPr>
            <p:custDataLst>
              <p:tags r:id="rId11"/>
            </p:custDataLst>
          </p:nvPr>
        </p:nvSpPr>
        <p:spPr>
          <a:xfrm>
            <a:off x="4127832" y="3539643"/>
            <a:ext cx="3041650" cy="461665"/>
          </a:xfrm>
          <a:prstGeom prst="rect">
            <a:avLst/>
          </a:prstGeom>
          <a:noFill/>
        </p:spPr>
        <p:txBody>
          <a:bodyPr wrap="square" rtlCol="0">
            <a:spAutoFit/>
          </a:bodyPr>
          <a:lstStyle/>
          <a:p>
            <a:r>
              <a:rPr lang="zh-CN" altLang="en-US" sz="2400" dirty="0">
                <a:solidFill>
                  <a:schemeClr val="bg1"/>
                </a:solidFill>
                <a:latin typeface="微软雅黑" panose="020B0503020204020204" charset="-122"/>
                <a:ea typeface="微软雅黑" panose="020B0503020204020204" charset="-122"/>
              </a:rPr>
              <a:t>在此处</a:t>
            </a:r>
            <a:r>
              <a:rPr lang="zh-CN" altLang="en-US" sz="2400" dirty="0">
                <a:solidFill>
                  <a:schemeClr val="bg1"/>
                </a:solidFill>
                <a:latin typeface="微软雅黑" panose="020B0503020204020204" charset="-122"/>
                <a:ea typeface="微软雅黑" panose="020B0503020204020204" charset="-122"/>
                <a:sym typeface="+mn-ea"/>
              </a:rPr>
              <a:t>添加</a:t>
            </a:r>
            <a:r>
              <a:rPr lang="zh-CN" altLang="en-US" sz="2400" dirty="0">
                <a:solidFill>
                  <a:schemeClr val="bg1"/>
                </a:solidFill>
                <a:latin typeface="微软雅黑" panose="020B0503020204020204" charset="-122"/>
                <a:ea typeface="微软雅黑" panose="020B0503020204020204" charset="-122"/>
              </a:rPr>
              <a:t>文本</a:t>
            </a:r>
            <a:endParaRPr lang="zh-CN" altLang="en-US" sz="2400" dirty="0">
              <a:solidFill>
                <a:schemeClr val="bg1"/>
              </a:solidFill>
              <a:latin typeface="微软雅黑" panose="020B0503020204020204" charset="-122"/>
              <a:ea typeface="微软雅黑" panose="020B0503020204020204" charset="-122"/>
            </a:endParaRPr>
          </a:p>
        </p:txBody>
      </p:sp>
      <p:pic>
        <p:nvPicPr>
          <p:cNvPr id="22" name="图片 21" descr="templates\docerresourceshop\icons\\343435383135323b333634333730303bc7f7cac6"/>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300428" y="4438169"/>
            <a:ext cx="548005" cy="548005"/>
          </a:xfrm>
          <a:prstGeom prst="rect">
            <a:avLst/>
          </a:prstGeom>
        </p:spPr>
      </p:pic>
      <p:cxnSp>
        <p:nvCxnSpPr>
          <p:cNvPr id="23" name="直接连接符 22"/>
          <p:cNvCxnSpPr/>
          <p:nvPr>
            <p:custDataLst>
              <p:tags r:id="rId14"/>
            </p:custDataLst>
          </p:nvPr>
        </p:nvCxnSpPr>
        <p:spPr>
          <a:xfrm>
            <a:off x="4056077" y="4720108"/>
            <a:ext cx="223266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15"/>
            </p:custDataLst>
          </p:nvPr>
        </p:nvSpPr>
        <p:spPr>
          <a:xfrm>
            <a:off x="3984322" y="4262274"/>
            <a:ext cx="3041650" cy="523220"/>
          </a:xfrm>
          <a:prstGeom prst="rect">
            <a:avLst/>
          </a:prstGeom>
          <a:noFill/>
        </p:spPr>
        <p:txBody>
          <a:bodyPr wrap="square" rtlCol="0">
            <a:spAutoFit/>
          </a:bodyPr>
          <a:lstStyle/>
          <a:p>
            <a:r>
              <a:rPr lang="zh-CN" altLang="en-US" sz="2800" dirty="0">
                <a:solidFill>
                  <a:schemeClr val="bg1"/>
                </a:solidFill>
                <a:latin typeface="微软雅黑" panose="020B0503020204020204" charset="-122"/>
                <a:ea typeface="微软雅黑" panose="020B0503020204020204" charset="-122"/>
              </a:rPr>
              <a:t>在此处</a:t>
            </a:r>
            <a:r>
              <a:rPr lang="zh-CN" altLang="en-US" sz="2800" dirty="0">
                <a:solidFill>
                  <a:schemeClr val="bg1"/>
                </a:solidFill>
                <a:latin typeface="微软雅黑" panose="020B0503020204020204" charset="-122"/>
                <a:ea typeface="微软雅黑" panose="020B0503020204020204" charset="-122"/>
                <a:sym typeface="+mn-ea"/>
              </a:rPr>
              <a:t>添加</a:t>
            </a:r>
            <a:r>
              <a:rPr lang="zh-CN" altLang="en-US" sz="2800" dirty="0">
                <a:solidFill>
                  <a:schemeClr val="bg1"/>
                </a:solidFill>
                <a:latin typeface="微软雅黑" panose="020B0503020204020204" charset="-122"/>
                <a:ea typeface="微软雅黑" panose="020B0503020204020204" charset="-122"/>
              </a:rPr>
              <a:t>文本</a:t>
            </a:r>
            <a:endParaRPr lang="zh-CN" altLang="en-US" sz="2800" dirty="0">
              <a:solidFill>
                <a:schemeClr val="bg1"/>
              </a:solidFill>
              <a:latin typeface="微软雅黑" panose="020B0503020204020204" charset="-122"/>
              <a:ea typeface="微软雅黑" panose="020B0503020204020204" charset="-122"/>
            </a:endParaRPr>
          </a:p>
        </p:txBody>
      </p:sp>
      <p:sp>
        <p:nvSpPr>
          <p:cNvPr id="25" name="文本框 24"/>
          <p:cNvSpPr txBox="1"/>
          <p:nvPr>
            <p:custDataLst>
              <p:tags r:id="rId16"/>
            </p:custDataLst>
          </p:nvPr>
        </p:nvSpPr>
        <p:spPr>
          <a:xfrm>
            <a:off x="4056077" y="4734078"/>
            <a:ext cx="3041650" cy="461665"/>
          </a:xfrm>
          <a:prstGeom prst="rect">
            <a:avLst/>
          </a:prstGeom>
          <a:noFill/>
        </p:spPr>
        <p:txBody>
          <a:bodyPr wrap="square" rtlCol="0">
            <a:spAutoFit/>
          </a:bodyPr>
          <a:lstStyle/>
          <a:p>
            <a:r>
              <a:rPr lang="zh-CN" altLang="en-US" sz="2400" dirty="0">
                <a:solidFill>
                  <a:schemeClr val="bg1"/>
                </a:solidFill>
                <a:latin typeface="微软雅黑" panose="020B0503020204020204" charset="-122"/>
                <a:ea typeface="微软雅黑" panose="020B0503020204020204" charset="-122"/>
              </a:rPr>
              <a:t>在此处</a:t>
            </a:r>
            <a:r>
              <a:rPr lang="zh-CN" altLang="en-US" sz="2400" dirty="0">
                <a:solidFill>
                  <a:schemeClr val="bg1"/>
                </a:solidFill>
                <a:latin typeface="微软雅黑" panose="020B0503020204020204" charset="-122"/>
                <a:ea typeface="微软雅黑" panose="020B0503020204020204" charset="-122"/>
                <a:sym typeface="+mn-ea"/>
              </a:rPr>
              <a:t>添加</a:t>
            </a:r>
            <a:r>
              <a:rPr lang="zh-CN" altLang="en-US" sz="2400" dirty="0">
                <a:solidFill>
                  <a:schemeClr val="bg1"/>
                </a:solidFill>
                <a:latin typeface="微软雅黑" panose="020B0503020204020204" charset="-122"/>
                <a:ea typeface="微软雅黑" panose="020B0503020204020204" charset="-122"/>
              </a:rPr>
              <a:t>文本</a:t>
            </a:r>
            <a:endParaRPr lang="zh-CN" altLang="en-US" sz="2400" dirty="0">
              <a:solidFill>
                <a:schemeClr val="bg1"/>
              </a:solidFill>
              <a:latin typeface="微软雅黑" panose="020B0503020204020204" charset="-122"/>
              <a:ea typeface="微软雅黑" panose="020B0503020204020204" charset="-122"/>
            </a:endParaRPr>
          </a:p>
        </p:txBody>
      </p:sp>
      <p:pic>
        <p:nvPicPr>
          <p:cNvPr id="26" name="图形 25"/>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24779" y="423875"/>
            <a:ext cx="1992352" cy="552566"/>
          </a:xfrm>
          <a:prstGeom prst="rect">
            <a:avLst/>
          </a:prstGeom>
        </p:spPr>
      </p:pic>
      <p:grpSp>
        <p:nvGrpSpPr>
          <p:cNvPr id="28" name="Group 19"/>
          <p:cNvGrpSpPr/>
          <p:nvPr/>
        </p:nvGrpSpPr>
        <p:grpSpPr>
          <a:xfrm>
            <a:off x="7078173" y="1783788"/>
            <a:ext cx="4537467" cy="4707846"/>
            <a:chOff x="0" y="0"/>
            <a:chExt cx="7096001" cy="5367855"/>
          </a:xfrm>
        </p:grpSpPr>
        <p:pic>
          <p:nvPicPr>
            <p:cNvPr id="29" name="Picture 20"/>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a:stretch>
              <a:fillRect/>
            </a:stretch>
          </p:blipFill>
          <p:spPr>
            <a:xfrm rot="-5400000">
              <a:off x="3519667" y="1791522"/>
              <a:ext cx="5367855" cy="1784812"/>
            </a:xfrm>
            <a:prstGeom prst="rect">
              <a:avLst/>
            </a:prstGeom>
          </p:spPr>
        </p:pic>
        <p:pic>
          <p:nvPicPr>
            <p:cNvPr id="30" name="Picture 21"/>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a:xfrm>
              <a:off x="2747429" y="4694802"/>
              <a:ext cx="2869606" cy="673053"/>
            </a:xfrm>
            <a:prstGeom prst="rect">
              <a:avLst/>
            </a:prstGeom>
          </p:spPr>
        </p:pic>
        <p:pic>
          <p:nvPicPr>
            <p:cNvPr id="32" name="Picture 22"/>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9136"/>
            <a:stretch>
              <a:fillRect/>
            </a:stretch>
          </p:blipFill>
          <p:spPr>
            <a:xfrm>
              <a:off x="713920" y="4694802"/>
              <a:ext cx="2033509" cy="673053"/>
            </a:xfrm>
            <a:prstGeom prst="rect">
              <a:avLst/>
            </a:prstGeom>
          </p:spPr>
        </p:pic>
        <p:pic>
          <p:nvPicPr>
            <p:cNvPr id="33" name="Picture 23"/>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l="75121"/>
            <a:stretch>
              <a:fillRect/>
            </a:stretch>
          </p:blipFill>
          <p:spPr>
            <a:xfrm>
              <a:off x="0" y="4694802"/>
              <a:ext cx="713920" cy="673053"/>
            </a:xfrm>
            <a:prstGeom prst="rect">
              <a:avLst/>
            </a:prstGeom>
          </p:spPr>
        </p:pic>
      </p:grpSp>
      <p:grpSp>
        <p:nvGrpSpPr>
          <p:cNvPr id="41" name="Group 11"/>
          <p:cNvGrpSpPr/>
          <p:nvPr/>
        </p:nvGrpSpPr>
        <p:grpSpPr>
          <a:xfrm rot="10800000" flipV="1">
            <a:off x="576360" y="1395124"/>
            <a:ext cx="655715" cy="4733455"/>
            <a:chOff x="0" y="0"/>
            <a:chExt cx="657826" cy="7617012"/>
          </a:xfrm>
        </p:grpSpPr>
        <p:pic>
          <p:nvPicPr>
            <p:cNvPr id="42" name="Picture 12"/>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a:stretch>
              <a:fillRect/>
            </a:stretch>
          </p:blipFill>
          <p:spPr>
            <a:xfrm rot="-5400000">
              <a:off x="-1073429" y="1073429"/>
              <a:ext cx="2804684" cy="657826"/>
            </a:xfrm>
            <a:prstGeom prst="rect">
              <a:avLst/>
            </a:prstGeom>
          </p:spPr>
        </p:pic>
        <p:pic>
          <p:nvPicPr>
            <p:cNvPr id="43" name="Picture 13"/>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l="29136"/>
            <a:stretch>
              <a:fillRect/>
            </a:stretch>
          </p:blipFill>
          <p:spPr>
            <a:xfrm rot="-5400000">
              <a:off x="-664839" y="3469523"/>
              <a:ext cx="1987503" cy="657826"/>
            </a:xfrm>
            <a:prstGeom prst="rect">
              <a:avLst/>
            </a:prstGeom>
          </p:spPr>
        </p:pic>
        <p:pic>
          <p:nvPicPr>
            <p:cNvPr id="44" name="Picture 14"/>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rcRect l="49112" t="73624"/>
            <a:stretch>
              <a:fillRect/>
            </a:stretch>
          </p:blipFill>
          <p:spPr>
            <a:xfrm rot="-5400000">
              <a:off x="-520438" y="6438748"/>
              <a:ext cx="2010113" cy="346415"/>
            </a:xfrm>
            <a:prstGeom prst="rect">
              <a:avLst/>
            </a:prstGeom>
          </p:spPr>
        </p:pic>
        <p:pic>
          <p:nvPicPr>
            <p:cNvPr id="45" name="Picture 15"/>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rcRect l="75121"/>
            <a:stretch>
              <a:fillRect/>
            </a:stretch>
          </p:blipFill>
          <p:spPr>
            <a:xfrm rot="-5400000">
              <a:off x="-19971" y="4812159"/>
              <a:ext cx="697768" cy="657826"/>
            </a:xfrm>
            <a:prstGeom prst="rect">
              <a:avLst/>
            </a:prstGeom>
          </p:spPr>
        </p:pic>
      </p:grpSp>
      <p:sp>
        <p:nvSpPr>
          <p:cNvPr id="34" name="PA_任意多边形 24"/>
          <p:cNvSpPr>
            <a:spLocks noEditPoints="1"/>
          </p:cNvSpPr>
          <p:nvPr>
            <p:custDataLst>
              <p:tags r:id="rId24"/>
            </p:custDataLst>
          </p:nvPr>
        </p:nvSpPr>
        <p:spPr bwMode="auto">
          <a:xfrm>
            <a:off x="3318842" y="2040859"/>
            <a:ext cx="445299" cy="525115"/>
          </a:xfrm>
          <a:custGeom>
            <a:avLst/>
            <a:gdLst>
              <a:gd name="T0" fmla="*/ 11 w 53"/>
              <a:gd name="T1" fmla="*/ 37 h 62"/>
              <a:gd name="T2" fmla="*/ 15 w 53"/>
              <a:gd name="T3" fmla="*/ 37 h 62"/>
              <a:gd name="T4" fmla="*/ 13 w 53"/>
              <a:gd name="T5" fmla="*/ 44 h 62"/>
              <a:gd name="T6" fmla="*/ 11 w 53"/>
              <a:gd name="T7" fmla="*/ 46 h 62"/>
              <a:gd name="T8" fmla="*/ 15 w 53"/>
              <a:gd name="T9" fmla="*/ 46 h 62"/>
              <a:gd name="T10" fmla="*/ 13 w 53"/>
              <a:gd name="T11" fmla="*/ 24 h 62"/>
              <a:gd name="T12" fmla="*/ 11 w 53"/>
              <a:gd name="T13" fmla="*/ 27 h 62"/>
              <a:gd name="T14" fmla="*/ 15 w 53"/>
              <a:gd name="T15" fmla="*/ 27 h 62"/>
              <a:gd name="T16" fmla="*/ 50 w 53"/>
              <a:gd name="T17" fmla="*/ 10 h 62"/>
              <a:gd name="T18" fmla="*/ 44 w 53"/>
              <a:gd name="T19" fmla="*/ 10 h 62"/>
              <a:gd name="T20" fmla="*/ 43 w 53"/>
              <a:gd name="T21" fmla="*/ 7 h 62"/>
              <a:gd name="T22" fmla="*/ 33 w 53"/>
              <a:gd name="T23" fmla="*/ 3 h 62"/>
              <a:gd name="T24" fmla="*/ 20 w 53"/>
              <a:gd name="T25" fmla="*/ 3 h 62"/>
              <a:gd name="T26" fmla="*/ 10 w 53"/>
              <a:gd name="T27" fmla="*/ 7 h 62"/>
              <a:gd name="T28" fmla="*/ 9 w 53"/>
              <a:gd name="T29" fmla="*/ 10 h 62"/>
              <a:gd name="T30" fmla="*/ 0 w 53"/>
              <a:gd name="T31" fmla="*/ 12 h 62"/>
              <a:gd name="T32" fmla="*/ 3 w 53"/>
              <a:gd name="T33" fmla="*/ 62 h 62"/>
              <a:gd name="T34" fmla="*/ 53 w 53"/>
              <a:gd name="T35" fmla="*/ 59 h 62"/>
              <a:gd name="T36" fmla="*/ 50 w 53"/>
              <a:gd name="T37" fmla="*/ 10 h 62"/>
              <a:gd name="T38" fmla="*/ 22 w 53"/>
              <a:gd name="T39" fmla="*/ 5 h 62"/>
              <a:gd name="T40" fmla="*/ 31 w 53"/>
              <a:gd name="T41" fmla="*/ 5 h 62"/>
              <a:gd name="T42" fmla="*/ 21 w 53"/>
              <a:gd name="T43" fmla="*/ 7 h 62"/>
              <a:gd name="T44" fmla="*/ 12 w 53"/>
              <a:gd name="T45" fmla="*/ 10 h 62"/>
              <a:gd name="T46" fmla="*/ 41 w 53"/>
              <a:gd name="T47" fmla="*/ 10 h 62"/>
              <a:gd name="T48" fmla="*/ 12 w 53"/>
              <a:gd name="T49" fmla="*/ 14 h 62"/>
              <a:gd name="T50" fmla="*/ 48 w 53"/>
              <a:gd name="T51" fmla="*/ 57 h 62"/>
              <a:gd name="T52" fmla="*/ 5 w 53"/>
              <a:gd name="T53" fmla="*/ 57 h 62"/>
              <a:gd name="T54" fmla="*/ 9 w 53"/>
              <a:gd name="T55" fmla="*/ 14 h 62"/>
              <a:gd name="T56" fmla="*/ 10 w 53"/>
              <a:gd name="T57" fmla="*/ 17 h 62"/>
              <a:gd name="T58" fmla="*/ 44 w 53"/>
              <a:gd name="T59" fmla="*/ 16 h 62"/>
              <a:gd name="T60" fmla="*/ 48 w 53"/>
              <a:gd name="T61" fmla="*/ 14 h 62"/>
              <a:gd name="T62" fmla="*/ 40 w 53"/>
              <a:gd name="T63" fmla="*/ 25 h 62"/>
              <a:gd name="T64" fmla="*/ 20 w 53"/>
              <a:gd name="T65" fmla="*/ 25 h 62"/>
              <a:gd name="T66" fmla="*/ 20 w 53"/>
              <a:gd name="T67" fmla="*/ 28 h 62"/>
              <a:gd name="T68" fmla="*/ 41 w 53"/>
              <a:gd name="T69" fmla="*/ 27 h 62"/>
              <a:gd name="T70" fmla="*/ 40 w 53"/>
              <a:gd name="T71" fmla="*/ 45 h 62"/>
              <a:gd name="T72" fmla="*/ 20 w 53"/>
              <a:gd name="T73" fmla="*/ 45 h 62"/>
              <a:gd name="T74" fmla="*/ 20 w 53"/>
              <a:gd name="T75" fmla="*/ 48 h 62"/>
              <a:gd name="T76" fmla="*/ 41 w 53"/>
              <a:gd name="T77" fmla="*/ 46 h 62"/>
              <a:gd name="T78" fmla="*/ 40 w 53"/>
              <a:gd name="T79" fmla="*/ 35 h 62"/>
              <a:gd name="T80" fmla="*/ 20 w 53"/>
              <a:gd name="T81" fmla="*/ 35 h 62"/>
              <a:gd name="T82" fmla="*/ 20 w 53"/>
              <a:gd name="T83" fmla="*/ 38 h 62"/>
              <a:gd name="T84" fmla="*/ 41 w 53"/>
              <a:gd name="T85" fmla="*/ 3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3" h="62">
                <a:moveTo>
                  <a:pt x="13" y="34"/>
                </a:moveTo>
                <a:cubicBezTo>
                  <a:pt x="12" y="34"/>
                  <a:pt x="11" y="35"/>
                  <a:pt x="11" y="37"/>
                </a:cubicBezTo>
                <a:cubicBezTo>
                  <a:pt x="11" y="38"/>
                  <a:pt x="12" y="39"/>
                  <a:pt x="13" y="39"/>
                </a:cubicBezTo>
                <a:cubicBezTo>
                  <a:pt x="14" y="39"/>
                  <a:pt x="15" y="38"/>
                  <a:pt x="15" y="37"/>
                </a:cubicBezTo>
                <a:cubicBezTo>
                  <a:pt x="15" y="35"/>
                  <a:pt x="14" y="34"/>
                  <a:pt x="13" y="34"/>
                </a:cubicBezTo>
                <a:close/>
                <a:moveTo>
                  <a:pt x="13" y="44"/>
                </a:moveTo>
                <a:cubicBezTo>
                  <a:pt x="13" y="44"/>
                  <a:pt x="13" y="44"/>
                  <a:pt x="13" y="44"/>
                </a:cubicBezTo>
                <a:cubicBezTo>
                  <a:pt x="12" y="44"/>
                  <a:pt x="11" y="45"/>
                  <a:pt x="11" y="46"/>
                </a:cubicBezTo>
                <a:cubicBezTo>
                  <a:pt x="11" y="48"/>
                  <a:pt x="12" y="49"/>
                  <a:pt x="13" y="49"/>
                </a:cubicBezTo>
                <a:cubicBezTo>
                  <a:pt x="14" y="49"/>
                  <a:pt x="15" y="48"/>
                  <a:pt x="15" y="46"/>
                </a:cubicBezTo>
                <a:cubicBezTo>
                  <a:pt x="15" y="45"/>
                  <a:pt x="14" y="44"/>
                  <a:pt x="13" y="44"/>
                </a:cubicBezTo>
                <a:close/>
                <a:moveTo>
                  <a:pt x="13" y="24"/>
                </a:moveTo>
                <a:cubicBezTo>
                  <a:pt x="13" y="24"/>
                  <a:pt x="13" y="24"/>
                  <a:pt x="13" y="24"/>
                </a:cubicBezTo>
                <a:cubicBezTo>
                  <a:pt x="12" y="24"/>
                  <a:pt x="11" y="26"/>
                  <a:pt x="11" y="27"/>
                </a:cubicBezTo>
                <a:cubicBezTo>
                  <a:pt x="11" y="28"/>
                  <a:pt x="12" y="29"/>
                  <a:pt x="13" y="29"/>
                </a:cubicBezTo>
                <a:cubicBezTo>
                  <a:pt x="14" y="29"/>
                  <a:pt x="15" y="28"/>
                  <a:pt x="15" y="27"/>
                </a:cubicBezTo>
                <a:cubicBezTo>
                  <a:pt x="15" y="26"/>
                  <a:pt x="14" y="24"/>
                  <a:pt x="13" y="24"/>
                </a:cubicBezTo>
                <a:close/>
                <a:moveTo>
                  <a:pt x="50" y="10"/>
                </a:moveTo>
                <a:cubicBezTo>
                  <a:pt x="50" y="10"/>
                  <a:pt x="50" y="10"/>
                  <a:pt x="50" y="10"/>
                </a:cubicBezTo>
                <a:cubicBezTo>
                  <a:pt x="44" y="10"/>
                  <a:pt x="44" y="10"/>
                  <a:pt x="44" y="10"/>
                </a:cubicBezTo>
                <a:cubicBezTo>
                  <a:pt x="44" y="9"/>
                  <a:pt x="44" y="9"/>
                  <a:pt x="44" y="9"/>
                </a:cubicBezTo>
                <a:cubicBezTo>
                  <a:pt x="44" y="8"/>
                  <a:pt x="44" y="7"/>
                  <a:pt x="43" y="7"/>
                </a:cubicBezTo>
                <a:cubicBezTo>
                  <a:pt x="35" y="7"/>
                  <a:pt x="35" y="7"/>
                  <a:pt x="35" y="7"/>
                </a:cubicBezTo>
                <a:cubicBezTo>
                  <a:pt x="35" y="6"/>
                  <a:pt x="34" y="4"/>
                  <a:pt x="33" y="3"/>
                </a:cubicBezTo>
                <a:cubicBezTo>
                  <a:pt x="31" y="1"/>
                  <a:pt x="29" y="0"/>
                  <a:pt x="27" y="0"/>
                </a:cubicBezTo>
                <a:cubicBezTo>
                  <a:pt x="24" y="0"/>
                  <a:pt x="22" y="1"/>
                  <a:pt x="20" y="3"/>
                </a:cubicBezTo>
                <a:cubicBezTo>
                  <a:pt x="19" y="4"/>
                  <a:pt x="18" y="6"/>
                  <a:pt x="18" y="7"/>
                </a:cubicBezTo>
                <a:cubicBezTo>
                  <a:pt x="10" y="7"/>
                  <a:pt x="10" y="7"/>
                  <a:pt x="10" y="7"/>
                </a:cubicBezTo>
                <a:cubicBezTo>
                  <a:pt x="10" y="7"/>
                  <a:pt x="9" y="8"/>
                  <a:pt x="9" y="9"/>
                </a:cubicBezTo>
                <a:cubicBezTo>
                  <a:pt x="9" y="10"/>
                  <a:pt x="9" y="10"/>
                  <a:pt x="9" y="10"/>
                </a:cubicBezTo>
                <a:cubicBezTo>
                  <a:pt x="3" y="10"/>
                  <a:pt x="3" y="10"/>
                  <a:pt x="3" y="10"/>
                </a:cubicBezTo>
                <a:cubicBezTo>
                  <a:pt x="1" y="10"/>
                  <a:pt x="0" y="11"/>
                  <a:pt x="0" y="12"/>
                </a:cubicBezTo>
                <a:cubicBezTo>
                  <a:pt x="0" y="59"/>
                  <a:pt x="0" y="59"/>
                  <a:pt x="0" y="59"/>
                </a:cubicBezTo>
                <a:cubicBezTo>
                  <a:pt x="0" y="61"/>
                  <a:pt x="1" y="62"/>
                  <a:pt x="3" y="62"/>
                </a:cubicBezTo>
                <a:cubicBezTo>
                  <a:pt x="50" y="62"/>
                  <a:pt x="50" y="62"/>
                  <a:pt x="50" y="62"/>
                </a:cubicBezTo>
                <a:cubicBezTo>
                  <a:pt x="52" y="62"/>
                  <a:pt x="53" y="61"/>
                  <a:pt x="53" y="59"/>
                </a:cubicBezTo>
                <a:cubicBezTo>
                  <a:pt x="53" y="12"/>
                  <a:pt x="53" y="12"/>
                  <a:pt x="53" y="12"/>
                </a:cubicBezTo>
                <a:cubicBezTo>
                  <a:pt x="53" y="11"/>
                  <a:pt x="52" y="10"/>
                  <a:pt x="50" y="10"/>
                </a:cubicBezTo>
                <a:close/>
                <a:moveTo>
                  <a:pt x="22" y="5"/>
                </a:moveTo>
                <a:cubicBezTo>
                  <a:pt x="22" y="5"/>
                  <a:pt x="22" y="5"/>
                  <a:pt x="22" y="5"/>
                </a:cubicBezTo>
                <a:cubicBezTo>
                  <a:pt x="23" y="4"/>
                  <a:pt x="25" y="3"/>
                  <a:pt x="27" y="3"/>
                </a:cubicBezTo>
                <a:cubicBezTo>
                  <a:pt x="28" y="3"/>
                  <a:pt x="30" y="4"/>
                  <a:pt x="31" y="5"/>
                </a:cubicBezTo>
                <a:cubicBezTo>
                  <a:pt x="32" y="6"/>
                  <a:pt x="32" y="6"/>
                  <a:pt x="32" y="7"/>
                </a:cubicBezTo>
                <a:cubicBezTo>
                  <a:pt x="21" y="7"/>
                  <a:pt x="21" y="7"/>
                  <a:pt x="21" y="7"/>
                </a:cubicBezTo>
                <a:cubicBezTo>
                  <a:pt x="21" y="6"/>
                  <a:pt x="21" y="6"/>
                  <a:pt x="22" y="5"/>
                </a:cubicBezTo>
                <a:close/>
                <a:moveTo>
                  <a:pt x="12" y="10"/>
                </a:moveTo>
                <a:cubicBezTo>
                  <a:pt x="12" y="10"/>
                  <a:pt x="12" y="10"/>
                  <a:pt x="12" y="10"/>
                </a:cubicBezTo>
                <a:cubicBezTo>
                  <a:pt x="41" y="10"/>
                  <a:pt x="41" y="10"/>
                  <a:pt x="41" y="10"/>
                </a:cubicBezTo>
                <a:cubicBezTo>
                  <a:pt x="41" y="14"/>
                  <a:pt x="41" y="14"/>
                  <a:pt x="41" y="14"/>
                </a:cubicBezTo>
                <a:cubicBezTo>
                  <a:pt x="12" y="14"/>
                  <a:pt x="12" y="14"/>
                  <a:pt x="12" y="14"/>
                </a:cubicBezTo>
                <a:cubicBezTo>
                  <a:pt x="12" y="10"/>
                  <a:pt x="12" y="10"/>
                  <a:pt x="12" y="10"/>
                </a:cubicBezTo>
                <a:close/>
                <a:moveTo>
                  <a:pt x="48" y="57"/>
                </a:moveTo>
                <a:cubicBezTo>
                  <a:pt x="48" y="57"/>
                  <a:pt x="48" y="57"/>
                  <a:pt x="48" y="57"/>
                </a:cubicBezTo>
                <a:cubicBezTo>
                  <a:pt x="5" y="57"/>
                  <a:pt x="5" y="57"/>
                  <a:pt x="5" y="57"/>
                </a:cubicBezTo>
                <a:cubicBezTo>
                  <a:pt x="5" y="14"/>
                  <a:pt x="5" y="14"/>
                  <a:pt x="5" y="14"/>
                </a:cubicBezTo>
                <a:cubicBezTo>
                  <a:pt x="9" y="14"/>
                  <a:pt x="9" y="14"/>
                  <a:pt x="9" y="14"/>
                </a:cubicBezTo>
                <a:cubicBezTo>
                  <a:pt x="9" y="16"/>
                  <a:pt x="9" y="16"/>
                  <a:pt x="9" y="16"/>
                </a:cubicBezTo>
                <a:cubicBezTo>
                  <a:pt x="9" y="17"/>
                  <a:pt x="10" y="17"/>
                  <a:pt x="10" y="17"/>
                </a:cubicBezTo>
                <a:cubicBezTo>
                  <a:pt x="43" y="17"/>
                  <a:pt x="43" y="17"/>
                  <a:pt x="43" y="17"/>
                </a:cubicBezTo>
                <a:cubicBezTo>
                  <a:pt x="44" y="17"/>
                  <a:pt x="44" y="17"/>
                  <a:pt x="44" y="16"/>
                </a:cubicBezTo>
                <a:cubicBezTo>
                  <a:pt x="44" y="14"/>
                  <a:pt x="44" y="14"/>
                  <a:pt x="44" y="14"/>
                </a:cubicBezTo>
                <a:cubicBezTo>
                  <a:pt x="48" y="14"/>
                  <a:pt x="48" y="14"/>
                  <a:pt x="48" y="14"/>
                </a:cubicBezTo>
                <a:cubicBezTo>
                  <a:pt x="48" y="57"/>
                  <a:pt x="48" y="57"/>
                  <a:pt x="48" y="57"/>
                </a:cubicBezTo>
                <a:close/>
                <a:moveTo>
                  <a:pt x="40" y="25"/>
                </a:moveTo>
                <a:cubicBezTo>
                  <a:pt x="40" y="25"/>
                  <a:pt x="40" y="25"/>
                  <a:pt x="40" y="25"/>
                </a:cubicBezTo>
                <a:cubicBezTo>
                  <a:pt x="20" y="25"/>
                  <a:pt x="20" y="25"/>
                  <a:pt x="20" y="25"/>
                </a:cubicBezTo>
                <a:cubicBezTo>
                  <a:pt x="19" y="25"/>
                  <a:pt x="19" y="26"/>
                  <a:pt x="19" y="27"/>
                </a:cubicBezTo>
                <a:cubicBezTo>
                  <a:pt x="19" y="28"/>
                  <a:pt x="19" y="28"/>
                  <a:pt x="20" y="28"/>
                </a:cubicBezTo>
                <a:cubicBezTo>
                  <a:pt x="40" y="28"/>
                  <a:pt x="40" y="28"/>
                  <a:pt x="40" y="28"/>
                </a:cubicBezTo>
                <a:cubicBezTo>
                  <a:pt x="41" y="28"/>
                  <a:pt x="41" y="28"/>
                  <a:pt x="41" y="27"/>
                </a:cubicBezTo>
                <a:cubicBezTo>
                  <a:pt x="41" y="26"/>
                  <a:pt x="41" y="25"/>
                  <a:pt x="40" y="25"/>
                </a:cubicBezTo>
                <a:close/>
                <a:moveTo>
                  <a:pt x="40" y="45"/>
                </a:moveTo>
                <a:cubicBezTo>
                  <a:pt x="40" y="45"/>
                  <a:pt x="40" y="45"/>
                  <a:pt x="40" y="45"/>
                </a:cubicBezTo>
                <a:cubicBezTo>
                  <a:pt x="20" y="45"/>
                  <a:pt x="20" y="45"/>
                  <a:pt x="20" y="45"/>
                </a:cubicBezTo>
                <a:cubicBezTo>
                  <a:pt x="19" y="45"/>
                  <a:pt x="19" y="45"/>
                  <a:pt x="19" y="46"/>
                </a:cubicBezTo>
                <a:cubicBezTo>
                  <a:pt x="19" y="47"/>
                  <a:pt x="19" y="48"/>
                  <a:pt x="20" y="48"/>
                </a:cubicBezTo>
                <a:cubicBezTo>
                  <a:pt x="40" y="48"/>
                  <a:pt x="40" y="48"/>
                  <a:pt x="40" y="48"/>
                </a:cubicBezTo>
                <a:cubicBezTo>
                  <a:pt x="41" y="48"/>
                  <a:pt x="41" y="47"/>
                  <a:pt x="41" y="46"/>
                </a:cubicBezTo>
                <a:cubicBezTo>
                  <a:pt x="41" y="45"/>
                  <a:pt x="41" y="45"/>
                  <a:pt x="40" y="45"/>
                </a:cubicBezTo>
                <a:close/>
                <a:moveTo>
                  <a:pt x="40" y="35"/>
                </a:moveTo>
                <a:cubicBezTo>
                  <a:pt x="40" y="35"/>
                  <a:pt x="40" y="35"/>
                  <a:pt x="40" y="35"/>
                </a:cubicBezTo>
                <a:cubicBezTo>
                  <a:pt x="20" y="35"/>
                  <a:pt x="20" y="35"/>
                  <a:pt x="20" y="35"/>
                </a:cubicBezTo>
                <a:cubicBezTo>
                  <a:pt x="19" y="35"/>
                  <a:pt x="19" y="36"/>
                  <a:pt x="19" y="37"/>
                </a:cubicBezTo>
                <a:cubicBezTo>
                  <a:pt x="19" y="37"/>
                  <a:pt x="19" y="38"/>
                  <a:pt x="20" y="38"/>
                </a:cubicBezTo>
                <a:cubicBezTo>
                  <a:pt x="40" y="38"/>
                  <a:pt x="40" y="38"/>
                  <a:pt x="40" y="38"/>
                </a:cubicBezTo>
                <a:cubicBezTo>
                  <a:pt x="41" y="38"/>
                  <a:pt x="41" y="37"/>
                  <a:pt x="41" y="37"/>
                </a:cubicBezTo>
                <a:cubicBezTo>
                  <a:pt x="41" y="36"/>
                  <a:pt x="41" y="35"/>
                  <a:pt x="40" y="35"/>
                </a:cubicBezTo>
                <a:close/>
              </a:path>
            </a:pathLst>
          </a:custGeom>
          <a:solidFill>
            <a:schemeClr val="tx1"/>
          </a:solidFill>
          <a:ln>
            <a:noFill/>
          </a:ln>
        </p:spPr>
        <p:txBody>
          <a:bodyPr/>
          <a:lstStyle/>
          <a:p>
            <a:pPr eaLnBrk="1" fontAlgn="auto" hangingPunct="1">
              <a:spcBef>
                <a:spcPts val="0"/>
              </a:spcBef>
              <a:spcAft>
                <a:spcPts val="0"/>
              </a:spcAft>
              <a:defRPr/>
            </a:pPr>
            <a:endParaRPr lang="zh-CN" altLang="en-US">
              <a:solidFill>
                <a:schemeClr val="tx1">
                  <a:lumMod val="50000"/>
                  <a:lumOff val="50000"/>
                </a:schemeClr>
              </a:solidFill>
              <a:latin typeface="Arial Narrow" panose="020B0606020202030204" pitchFamily="34" charset="0"/>
              <a:ea typeface="汉仪润圆-45简" panose="00020600040101010101" pitchFamily="18" charset="-122"/>
              <a:sym typeface="Arial Narrow" panose="020B0606020202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矩形 5"/>
          <p:cNvSpPr/>
          <p:nvPr/>
        </p:nvSpPr>
        <p:spPr>
          <a:xfrm>
            <a:off x="-1" y="-27305"/>
            <a:ext cx="12192001" cy="68853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2" y="1289883"/>
            <a:ext cx="12192001" cy="5568117"/>
          </a:xfrm>
          <a:prstGeom prst="flowChartPunchedCard">
            <a:avLst/>
          </a:prstGeom>
          <a:blipFill rotWithShape="1">
            <a:blip r:embed="rId1" cstate="print">
              <a:extLst>
                <a:ext uri="{28A0092B-C50C-407E-A947-70E740481C1C}">
                  <a14:useLocalDpi xmlns:a14="http://schemas.microsoft.com/office/drawing/2010/main" val="0"/>
                </a:ext>
              </a:extLst>
            </a:blip>
            <a:stretch>
              <a:fillRect t="1" b="-907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192000" cy="6858000"/>
          </a:xfrm>
          <a:prstGeom prst="rect">
            <a:avLst/>
          </a:prstGeom>
          <a:solidFill>
            <a:schemeClr val="tx1">
              <a:lumMod val="85000"/>
              <a:lumOff val="1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p:cNvSpPr txBox="1"/>
          <p:nvPr/>
        </p:nvSpPr>
        <p:spPr>
          <a:xfrm>
            <a:off x="1911931" y="1802913"/>
            <a:ext cx="8869680" cy="1200329"/>
          </a:xfrm>
          <a:prstGeom prst="rect">
            <a:avLst/>
          </a:prstGeom>
          <a:noFill/>
        </p:spPr>
        <p:txBody>
          <a:bodyPr wrap="square" rtlCol="0">
            <a:spAutoFit/>
          </a:bodyPr>
          <a:lstStyle/>
          <a:p>
            <a:r>
              <a:rPr lang="en-US" altLang="zh-CN" sz="7200" dirty="0">
                <a:solidFill>
                  <a:schemeClr val="bg1"/>
                </a:solidFill>
                <a:latin typeface="微软雅黑" panose="020B0503020204020204" charset="-122"/>
                <a:ea typeface="微软雅黑" panose="020B0503020204020204" charset="-122"/>
              </a:rPr>
              <a:t>02| </a:t>
            </a:r>
            <a:r>
              <a:rPr lang="zh-CN" altLang="en-US" sz="7200" dirty="0">
                <a:solidFill>
                  <a:schemeClr val="bg1"/>
                </a:solidFill>
                <a:latin typeface="微软雅黑" panose="020B0503020204020204" charset="-122"/>
                <a:ea typeface="微软雅黑" panose="020B0503020204020204" charset="-122"/>
              </a:rPr>
              <a:t>在此处添加文本</a:t>
            </a:r>
            <a:endParaRPr lang="zh-CN" altLang="en-US" sz="8000" dirty="0">
              <a:solidFill>
                <a:schemeClr val="bg1"/>
              </a:solidFill>
              <a:latin typeface="微软雅黑" panose="020B0503020204020204" charset="-122"/>
              <a:ea typeface="微软雅黑" panose="020B0503020204020204" charset="-122"/>
            </a:endParaRPr>
          </a:p>
        </p:txBody>
      </p:sp>
      <p:grpSp>
        <p:nvGrpSpPr>
          <p:cNvPr id="22" name="Group 19"/>
          <p:cNvGrpSpPr/>
          <p:nvPr/>
        </p:nvGrpSpPr>
        <p:grpSpPr>
          <a:xfrm rot="9976140">
            <a:off x="687628" y="1649707"/>
            <a:ext cx="2619682" cy="1378883"/>
            <a:chOff x="0" y="0"/>
            <a:chExt cx="3492910" cy="1838510"/>
          </a:xfrm>
        </p:grpSpPr>
        <p:pic>
          <p:nvPicPr>
            <p:cNvPr id="23"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944953">
              <a:off x="214261" y="415658"/>
              <a:ext cx="3202063" cy="1007194"/>
            </a:xfrm>
            <a:prstGeom prst="rect">
              <a:avLst/>
            </a:prstGeom>
          </p:spPr>
        </p:pic>
        <p:pic>
          <p:nvPicPr>
            <p:cNvPr id="24" name="Picture 21"/>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1036875"/>
              <a:ext cx="669152" cy="669152"/>
            </a:xfrm>
            <a:prstGeom prst="rect">
              <a:avLst/>
            </a:prstGeom>
          </p:spPr>
        </p:pic>
      </p:grpSp>
      <p:grpSp>
        <p:nvGrpSpPr>
          <p:cNvPr id="25" name="Group 9"/>
          <p:cNvGrpSpPr/>
          <p:nvPr/>
        </p:nvGrpSpPr>
        <p:grpSpPr>
          <a:xfrm rot="-10800000">
            <a:off x="671908" y="3338212"/>
            <a:ext cx="10886280" cy="2674318"/>
            <a:chOff x="120578" y="0"/>
            <a:chExt cx="21520222" cy="5286644"/>
          </a:xfrm>
        </p:grpSpPr>
        <p:pic>
          <p:nvPicPr>
            <p:cNvPr id="26"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10800000">
              <a:off x="17959909" y="0"/>
              <a:ext cx="3680891" cy="1223896"/>
            </a:xfrm>
            <a:prstGeom prst="rect">
              <a:avLst/>
            </a:prstGeom>
          </p:spPr>
        </p:pic>
        <p:pic>
          <p:nvPicPr>
            <p:cNvPr id="27"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20426149" y="1767289"/>
              <a:ext cx="1967770" cy="461532"/>
            </a:xfrm>
            <a:prstGeom prst="rect">
              <a:avLst/>
            </a:prstGeom>
          </p:spPr>
        </p:pic>
        <p:pic>
          <p:nvPicPr>
            <p:cNvPr id="29"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886612" y="2049391"/>
              <a:ext cx="5244443" cy="1230063"/>
            </a:xfrm>
            <a:prstGeom prst="rect">
              <a:avLst/>
            </a:prstGeom>
          </p:spPr>
        </p:pic>
      </p:grpSp>
      <p:pic>
        <p:nvPicPr>
          <p:cNvPr id="33" name="图形 3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4779" y="423875"/>
            <a:ext cx="1992352" cy="552566"/>
          </a:xfrm>
          <a:prstGeom prst="rect">
            <a:avLst/>
          </a:prstGeom>
        </p:spPr>
      </p:pic>
      <p:grpSp>
        <p:nvGrpSpPr>
          <p:cNvPr id="16" name="Group 16"/>
          <p:cNvGrpSpPr/>
          <p:nvPr/>
        </p:nvGrpSpPr>
        <p:grpSpPr>
          <a:xfrm rot="-5400000">
            <a:off x="8731838" y="-1696211"/>
            <a:ext cx="805838" cy="4399405"/>
            <a:chOff x="0" y="0"/>
            <a:chExt cx="843067" cy="3441433"/>
          </a:xfrm>
        </p:grpSpPr>
        <p:pic>
          <p:nvPicPr>
            <p:cNvPr id="17"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18"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 y="1"/>
            <a:ext cx="12202277" cy="6869430"/>
          </a:xfrm>
          <a:prstGeom prst="rect">
            <a:avLst/>
          </a:prstGeom>
        </p:spPr>
      </p:pic>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0" y="-6239"/>
            <a:ext cx="12202276" cy="6864240"/>
          </a:xfrm>
          <a:prstGeom prst="rect">
            <a:avLst/>
          </a:prstGeom>
        </p:spPr>
      </p:pic>
      <p:sp>
        <p:nvSpPr>
          <p:cNvPr id="23" name="矩形 22"/>
          <p:cNvSpPr/>
          <p:nvPr/>
        </p:nvSpPr>
        <p:spPr>
          <a:xfrm>
            <a:off x="0" y="5192"/>
            <a:ext cx="12192000" cy="6852808"/>
          </a:xfrm>
          <a:prstGeom prst="rect">
            <a:avLst/>
          </a:prstGeom>
          <a:solidFill>
            <a:schemeClr val="tx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2" y="-17669"/>
            <a:ext cx="12192000" cy="6852808"/>
          </a:xfrm>
          <a:prstGeom prst="rect">
            <a:avLst/>
          </a:prstGeom>
          <a:solidFill>
            <a:schemeClr val="tx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4433950" y="1395124"/>
            <a:ext cx="4498975"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sp>
        <p:nvSpPr>
          <p:cNvPr id="13" name="文本框 12"/>
          <p:cNvSpPr txBox="1"/>
          <p:nvPr/>
        </p:nvSpPr>
        <p:spPr>
          <a:xfrm>
            <a:off x="5158105" y="4259410"/>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sym typeface="+mn-ea"/>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p:txBody>
      </p:sp>
      <p:sp>
        <p:nvSpPr>
          <p:cNvPr id="14" name="文本框 13"/>
          <p:cNvSpPr txBox="1"/>
          <p:nvPr>
            <p:custDataLst>
              <p:tags r:id="rId3"/>
            </p:custDataLst>
          </p:nvPr>
        </p:nvSpPr>
        <p:spPr>
          <a:xfrm>
            <a:off x="1498023" y="3625113"/>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sym typeface="+mn-ea"/>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p:txBody>
      </p:sp>
      <p:sp>
        <p:nvSpPr>
          <p:cNvPr id="15" name="文本框 14"/>
          <p:cNvSpPr txBox="1"/>
          <p:nvPr>
            <p:custDataLst>
              <p:tags r:id="rId4"/>
            </p:custDataLst>
          </p:nvPr>
        </p:nvSpPr>
        <p:spPr>
          <a:xfrm>
            <a:off x="8818187" y="3614953"/>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sym typeface="+mn-ea"/>
            </a:endParaRPr>
          </a:p>
          <a:p>
            <a:r>
              <a:rPr lang="zh-CN" altLang="en-US" sz="2000" dirty="0">
                <a:solidFill>
                  <a:schemeClr val="bg1"/>
                </a:solidFill>
                <a:latin typeface="微软雅黑" panose="020B0503020204020204" charset="-122"/>
                <a:ea typeface="微软雅黑" panose="020B0503020204020204" charset="-122"/>
                <a:sym typeface="+mn-ea"/>
              </a:rPr>
              <a:t>在此处添加文本</a:t>
            </a:r>
            <a:endParaRPr lang="zh-CN" altLang="en-US" sz="2000" dirty="0">
              <a:solidFill>
                <a:schemeClr val="bg1"/>
              </a:solidFill>
              <a:latin typeface="微软雅黑" panose="020B0503020204020204" charset="-122"/>
              <a:ea typeface="微软雅黑" panose="020B0503020204020204" charset="-122"/>
            </a:endParaRPr>
          </a:p>
        </p:txBody>
      </p:sp>
      <p:pic>
        <p:nvPicPr>
          <p:cNvPr id="16" name="图形 15"/>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4779" y="423875"/>
            <a:ext cx="1992352" cy="552566"/>
          </a:xfrm>
          <a:prstGeom prst="rect">
            <a:avLst/>
          </a:prstGeom>
        </p:spPr>
      </p:pic>
      <p:grpSp>
        <p:nvGrpSpPr>
          <p:cNvPr id="18" name="Group 11"/>
          <p:cNvGrpSpPr/>
          <p:nvPr/>
        </p:nvGrpSpPr>
        <p:grpSpPr>
          <a:xfrm rot="10800000" flipV="1">
            <a:off x="576360" y="1395124"/>
            <a:ext cx="655715" cy="4733455"/>
            <a:chOff x="0" y="0"/>
            <a:chExt cx="657826" cy="7617012"/>
          </a:xfrm>
        </p:grpSpPr>
        <p:pic>
          <p:nvPicPr>
            <p:cNvPr id="19"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073429" y="1073429"/>
              <a:ext cx="2804684" cy="657826"/>
            </a:xfrm>
            <a:prstGeom prst="rect">
              <a:avLst/>
            </a:prstGeom>
          </p:spPr>
        </p:pic>
        <p:pic>
          <p:nvPicPr>
            <p:cNvPr id="20" name="Picture 13"/>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a:off x="-664839" y="3469523"/>
              <a:ext cx="1987503" cy="657826"/>
            </a:xfrm>
            <a:prstGeom prst="rect">
              <a:avLst/>
            </a:prstGeom>
          </p:spPr>
        </p:pic>
        <p:pic>
          <p:nvPicPr>
            <p:cNvPr id="21" name="Picture 14"/>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l="49112" t="73624"/>
            <a:stretch>
              <a:fillRect/>
            </a:stretch>
          </p:blipFill>
          <p:spPr>
            <a:xfrm rot="-5400000">
              <a:off x="-520438" y="6438748"/>
              <a:ext cx="2010113" cy="346415"/>
            </a:xfrm>
            <a:prstGeom prst="rect">
              <a:avLst/>
            </a:prstGeom>
          </p:spPr>
        </p:pic>
        <p:pic>
          <p:nvPicPr>
            <p:cNvPr id="22" name="Picture 15"/>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a:off x="-19971" y="4812159"/>
              <a:ext cx="697768" cy="657826"/>
            </a:xfrm>
            <a:prstGeom prst="rect">
              <a:avLst/>
            </a:prstGeom>
          </p:spPr>
        </p:pic>
      </p:grpSp>
      <p:pic>
        <p:nvPicPr>
          <p:cNvPr id="38" name="Picture 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p:blipFill>
        <p:spPr>
          <a:xfrm>
            <a:off x="2044534" y="2380978"/>
            <a:ext cx="9335006" cy="18670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0" y="-5191"/>
            <a:ext cx="12186270" cy="6863191"/>
          </a:xfrm>
          <a:prstGeom prst="rect">
            <a:avLst/>
          </a:prstGeom>
        </p:spPr>
      </p:pic>
      <p:sp>
        <p:nvSpPr>
          <p:cNvPr id="34" name="矩形 33"/>
          <p:cNvSpPr/>
          <p:nvPr/>
        </p:nvSpPr>
        <p:spPr>
          <a:xfrm>
            <a:off x="-5730" y="8714"/>
            <a:ext cx="12192000" cy="6852808"/>
          </a:xfrm>
          <a:prstGeom prst="rect">
            <a:avLst/>
          </a:prstGeom>
          <a:solidFill>
            <a:srgbClr val="06173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矩形 60"/>
          <p:cNvSpPr/>
          <p:nvPr/>
        </p:nvSpPr>
        <p:spPr>
          <a:xfrm>
            <a:off x="5730" y="-15758"/>
            <a:ext cx="12192000" cy="6852808"/>
          </a:xfrm>
          <a:prstGeom prst="rect">
            <a:avLst/>
          </a:prstGeom>
          <a:solidFill>
            <a:schemeClr val="tx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nvSpPr>
        <p:spPr>
          <a:xfrm>
            <a:off x="0" y="-3522"/>
            <a:ext cx="12192000" cy="6852808"/>
          </a:xfrm>
          <a:prstGeom prst="rect">
            <a:avLst/>
          </a:prstGeom>
          <a:solidFill>
            <a:srgbClr val="06173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 name="直接连接符 6"/>
          <p:cNvCxnSpPr/>
          <p:nvPr/>
        </p:nvCxnSpPr>
        <p:spPr>
          <a:xfrm>
            <a:off x="4379595" y="-1606984"/>
            <a:ext cx="7812405" cy="0"/>
          </a:xfrm>
          <a:prstGeom prst="line">
            <a:avLst/>
          </a:prstGeom>
          <a:ln cap="sq">
            <a:solidFill>
              <a:schemeClr val="bg1">
                <a:alpha val="72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图形 12"/>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4779" y="423875"/>
            <a:ext cx="1992352" cy="552566"/>
          </a:xfrm>
          <a:prstGeom prst="rect">
            <a:avLst/>
          </a:prstGeom>
        </p:spPr>
      </p:pic>
      <p:grpSp>
        <p:nvGrpSpPr>
          <p:cNvPr id="24" name="Group 30"/>
          <p:cNvGrpSpPr/>
          <p:nvPr/>
        </p:nvGrpSpPr>
        <p:grpSpPr>
          <a:xfrm>
            <a:off x="2470888" y="2842278"/>
            <a:ext cx="3830335" cy="2231410"/>
            <a:chOff x="0" y="476669"/>
            <a:chExt cx="5107114" cy="2975213"/>
          </a:xfrm>
        </p:grpSpPr>
        <p:sp>
          <p:nvSpPr>
            <p:cNvPr id="26" name="TextBox 32"/>
            <p:cNvSpPr txBox="1"/>
            <p:nvPr/>
          </p:nvSpPr>
          <p:spPr>
            <a:xfrm>
              <a:off x="0" y="1974554"/>
              <a:ext cx="5107114" cy="1477328"/>
            </a:xfrm>
            <a:prstGeom prst="rect">
              <a:avLst/>
            </a:prstGeom>
          </p:spPr>
          <p:txBody>
            <a:bodyPr wrap="square" lIns="0" tIns="0" rIns="0" bIns="0" rtlCol="0" anchor="t">
              <a:spAutoFit/>
            </a:bodyPr>
            <a:lstStyle/>
            <a:p>
              <a:r>
                <a:rPr lang="zh-CN" altLang="en-US" sz="2400" dirty="0">
                  <a:solidFill>
                    <a:schemeClr val="bg1"/>
                  </a:solidFill>
                  <a:latin typeface="微软雅黑" panose="020B0503020204020204" charset="-122"/>
                  <a:ea typeface="微软雅黑" panose="020B0503020204020204" charset="-122"/>
                </a:rPr>
                <a:t>在此处添加文本</a:t>
              </a: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a:t>
              </a:r>
              <a:endParaRPr lang="en-US" sz="2400" dirty="0">
                <a:solidFill>
                  <a:srgbClr val="FFFFFF"/>
                </a:solidFill>
                <a:ea typeface="字由点字典黑 55J"/>
              </a:endParaRPr>
            </a:p>
          </p:txBody>
        </p:sp>
        <p:sp>
          <p:nvSpPr>
            <p:cNvPr id="28" name="TextBox 33"/>
            <p:cNvSpPr txBox="1"/>
            <p:nvPr/>
          </p:nvSpPr>
          <p:spPr>
            <a:xfrm>
              <a:off x="0" y="476669"/>
              <a:ext cx="4297067" cy="656591"/>
            </a:xfrm>
            <a:prstGeom prst="rect">
              <a:avLst/>
            </a:prstGeom>
          </p:spPr>
          <p:txBody>
            <a:bodyPr lIns="0" tIns="0" rIns="0" bIns="0" rtlCol="0" anchor="t">
              <a:spAutoFit/>
            </a:bodyPr>
            <a:lstStyle/>
            <a:p>
              <a:r>
                <a:rPr lang="zh-CN" altLang="en-US" sz="3200" dirty="0">
                  <a:solidFill>
                    <a:schemeClr val="bg1"/>
                  </a:solidFill>
                  <a:latin typeface="微软雅黑" panose="020B0503020204020204" charset="-122"/>
                  <a:ea typeface="微软雅黑" panose="020B0503020204020204" charset="-122"/>
                </a:rPr>
                <a:t>在此处添加文本</a:t>
              </a:r>
              <a:endParaRPr lang="zh-CN" altLang="en-US" sz="3200" dirty="0">
                <a:solidFill>
                  <a:schemeClr val="bg1"/>
                </a:solidFill>
                <a:latin typeface="微软雅黑" panose="020B0503020204020204" charset="-122"/>
                <a:ea typeface="微软雅黑" panose="020B0503020204020204" charset="-122"/>
              </a:endParaRPr>
            </a:p>
          </p:txBody>
        </p:sp>
        <p:sp>
          <p:nvSpPr>
            <p:cNvPr id="29" name="AutoShape 34"/>
            <p:cNvSpPr/>
            <p:nvPr/>
          </p:nvSpPr>
          <p:spPr>
            <a:xfrm>
              <a:off x="0" y="1316205"/>
              <a:ext cx="749827" cy="0"/>
            </a:xfrm>
            <a:prstGeom prst="line">
              <a:avLst/>
            </a:prstGeom>
            <a:ln w="25400" cap="flat">
              <a:solidFill>
                <a:srgbClr val="FFFFFF"/>
              </a:solidFill>
              <a:prstDash val="solid"/>
              <a:headEnd type="none" w="sm" len="sm"/>
              <a:tailEnd type="none" w="sm" len="sm"/>
            </a:ln>
          </p:spPr>
        </p:sp>
      </p:grpSp>
      <p:grpSp>
        <p:nvGrpSpPr>
          <p:cNvPr id="41" name="Group 9"/>
          <p:cNvGrpSpPr/>
          <p:nvPr/>
        </p:nvGrpSpPr>
        <p:grpSpPr>
          <a:xfrm>
            <a:off x="1941461" y="2480196"/>
            <a:ext cx="4458728" cy="3035378"/>
            <a:chOff x="0" y="0"/>
            <a:chExt cx="5944971" cy="4047171"/>
          </a:xfrm>
        </p:grpSpPr>
        <p:pic>
          <p:nvPicPr>
            <p:cNvPr id="42" name="Picture 10"/>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flipV="1">
              <a:off x="5230074" y="8993"/>
              <a:ext cx="723890" cy="705903"/>
            </a:xfrm>
            <a:prstGeom prst="rect">
              <a:avLst/>
            </a:prstGeom>
          </p:spPr>
        </p:pic>
        <p:pic>
          <p:nvPicPr>
            <p:cNvPr id="43" name="Picture 11"/>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a:off x="-8993" y="8993"/>
              <a:ext cx="723890" cy="705903"/>
            </a:xfrm>
            <a:prstGeom prst="rect">
              <a:avLst/>
            </a:prstGeom>
          </p:spPr>
        </p:pic>
        <p:pic>
          <p:nvPicPr>
            <p:cNvPr id="44" name="Picture 12"/>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flipV="1">
              <a:off x="-8993" y="3332274"/>
              <a:ext cx="723890" cy="705903"/>
            </a:xfrm>
            <a:prstGeom prst="rect">
              <a:avLst/>
            </a:prstGeom>
          </p:spPr>
        </p:pic>
        <p:pic>
          <p:nvPicPr>
            <p:cNvPr id="45" name="Picture 1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a:off x="5230074" y="3332274"/>
              <a:ext cx="723890" cy="705903"/>
            </a:xfrm>
            <a:prstGeom prst="rect">
              <a:avLst/>
            </a:prstGeom>
          </p:spPr>
        </p:pic>
      </p:grpSp>
      <p:grpSp>
        <p:nvGrpSpPr>
          <p:cNvPr id="46" name="Group 30"/>
          <p:cNvGrpSpPr/>
          <p:nvPr/>
        </p:nvGrpSpPr>
        <p:grpSpPr>
          <a:xfrm>
            <a:off x="7337915" y="2834569"/>
            <a:ext cx="3830335" cy="2231410"/>
            <a:chOff x="0" y="476669"/>
            <a:chExt cx="5107114" cy="2975213"/>
          </a:xfrm>
        </p:grpSpPr>
        <p:sp>
          <p:nvSpPr>
            <p:cNvPr id="47" name="TextBox 32"/>
            <p:cNvSpPr txBox="1"/>
            <p:nvPr/>
          </p:nvSpPr>
          <p:spPr>
            <a:xfrm>
              <a:off x="0" y="1974554"/>
              <a:ext cx="5107114" cy="1477328"/>
            </a:xfrm>
            <a:prstGeom prst="rect">
              <a:avLst/>
            </a:prstGeom>
          </p:spPr>
          <p:txBody>
            <a:bodyPr wrap="square" lIns="0" tIns="0" rIns="0" bIns="0" rtlCol="0" anchor="t">
              <a:spAutoFit/>
            </a:bodyPr>
            <a:lstStyle/>
            <a:p>
              <a:r>
                <a:rPr lang="zh-CN" altLang="en-US" sz="2400" dirty="0">
                  <a:solidFill>
                    <a:schemeClr val="bg1"/>
                  </a:solidFill>
                  <a:latin typeface="微软雅黑" panose="020B0503020204020204" charset="-122"/>
                  <a:ea typeface="微软雅黑" panose="020B0503020204020204" charset="-122"/>
                </a:rPr>
                <a:t>在此处添加文本</a:t>
              </a: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a:t>
              </a:r>
              <a:endParaRPr lang="en-US" sz="2400" dirty="0">
                <a:solidFill>
                  <a:srgbClr val="FFFFFF"/>
                </a:solidFill>
                <a:ea typeface="字由点字典黑 55J"/>
              </a:endParaRPr>
            </a:p>
          </p:txBody>
        </p:sp>
        <p:sp>
          <p:nvSpPr>
            <p:cNvPr id="48" name="TextBox 33"/>
            <p:cNvSpPr txBox="1"/>
            <p:nvPr/>
          </p:nvSpPr>
          <p:spPr>
            <a:xfrm>
              <a:off x="0" y="476669"/>
              <a:ext cx="4297067" cy="656591"/>
            </a:xfrm>
            <a:prstGeom prst="rect">
              <a:avLst/>
            </a:prstGeom>
          </p:spPr>
          <p:txBody>
            <a:bodyPr lIns="0" tIns="0" rIns="0" bIns="0" rtlCol="0" anchor="t">
              <a:spAutoFit/>
            </a:bodyPr>
            <a:lstStyle/>
            <a:p>
              <a:r>
                <a:rPr lang="zh-CN" altLang="en-US" sz="3200" dirty="0">
                  <a:solidFill>
                    <a:schemeClr val="bg1"/>
                  </a:solidFill>
                  <a:latin typeface="微软雅黑" panose="020B0503020204020204" charset="-122"/>
                  <a:ea typeface="微软雅黑" panose="020B0503020204020204" charset="-122"/>
                </a:rPr>
                <a:t>在此处添加文本</a:t>
              </a:r>
              <a:endParaRPr lang="zh-CN" altLang="en-US" sz="3200" dirty="0">
                <a:solidFill>
                  <a:schemeClr val="bg1"/>
                </a:solidFill>
                <a:latin typeface="微软雅黑" panose="020B0503020204020204" charset="-122"/>
                <a:ea typeface="微软雅黑" panose="020B0503020204020204" charset="-122"/>
              </a:endParaRPr>
            </a:p>
          </p:txBody>
        </p:sp>
        <p:sp>
          <p:nvSpPr>
            <p:cNvPr id="49" name="AutoShape 34"/>
            <p:cNvSpPr/>
            <p:nvPr/>
          </p:nvSpPr>
          <p:spPr>
            <a:xfrm>
              <a:off x="0" y="1316205"/>
              <a:ext cx="749827" cy="0"/>
            </a:xfrm>
            <a:prstGeom prst="line">
              <a:avLst/>
            </a:prstGeom>
            <a:ln w="25400" cap="flat">
              <a:solidFill>
                <a:srgbClr val="FFFFFF"/>
              </a:solidFill>
              <a:prstDash val="solid"/>
              <a:headEnd type="none" w="sm" len="sm"/>
              <a:tailEnd type="none" w="sm" len="sm"/>
            </a:ln>
          </p:spPr>
        </p:sp>
      </p:grpSp>
      <p:grpSp>
        <p:nvGrpSpPr>
          <p:cNvPr id="50" name="Group 9"/>
          <p:cNvGrpSpPr/>
          <p:nvPr/>
        </p:nvGrpSpPr>
        <p:grpSpPr>
          <a:xfrm>
            <a:off x="6808488" y="2472487"/>
            <a:ext cx="4458728" cy="3035378"/>
            <a:chOff x="0" y="0"/>
            <a:chExt cx="5944971" cy="4047171"/>
          </a:xfrm>
        </p:grpSpPr>
        <p:pic>
          <p:nvPicPr>
            <p:cNvPr id="51" name="Picture 10"/>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flipV="1">
              <a:off x="5230074" y="8993"/>
              <a:ext cx="723890" cy="705903"/>
            </a:xfrm>
            <a:prstGeom prst="rect">
              <a:avLst/>
            </a:prstGeom>
          </p:spPr>
        </p:pic>
        <p:pic>
          <p:nvPicPr>
            <p:cNvPr id="52" name="Picture 11"/>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a:off x="-8993" y="8993"/>
              <a:ext cx="723890" cy="705903"/>
            </a:xfrm>
            <a:prstGeom prst="rect">
              <a:avLst/>
            </a:prstGeom>
          </p:spPr>
        </p:pic>
        <p:pic>
          <p:nvPicPr>
            <p:cNvPr id="53" name="Picture 12"/>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flipV="1">
              <a:off x="-8993" y="3332274"/>
              <a:ext cx="723890" cy="705903"/>
            </a:xfrm>
            <a:prstGeom prst="rect">
              <a:avLst/>
            </a:prstGeom>
          </p:spPr>
        </p:pic>
        <p:pic>
          <p:nvPicPr>
            <p:cNvPr id="54" name="Picture 1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t="85303" r="82438"/>
            <a:stretch>
              <a:fillRect/>
            </a:stretch>
          </p:blipFill>
          <p:spPr>
            <a:xfrm rot="-5400000">
              <a:off x="5230074" y="3332274"/>
              <a:ext cx="723890" cy="705903"/>
            </a:xfrm>
            <a:prstGeom prst="rect">
              <a:avLst/>
            </a:prstGeom>
          </p:spPr>
        </p:pic>
      </p:grpSp>
      <p:sp>
        <p:nvSpPr>
          <p:cNvPr id="60" name="文本框 59"/>
          <p:cNvSpPr txBox="1"/>
          <p:nvPr/>
        </p:nvSpPr>
        <p:spPr>
          <a:xfrm>
            <a:off x="1901213" y="1435330"/>
            <a:ext cx="4498975"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grpSp>
        <p:nvGrpSpPr>
          <p:cNvPr id="62" name="Group 16"/>
          <p:cNvGrpSpPr/>
          <p:nvPr/>
        </p:nvGrpSpPr>
        <p:grpSpPr>
          <a:xfrm rot="-5400000">
            <a:off x="8731838" y="-1696211"/>
            <a:ext cx="805838" cy="4399405"/>
            <a:chOff x="0" y="0"/>
            <a:chExt cx="843067" cy="3441433"/>
          </a:xfrm>
        </p:grpSpPr>
        <p:pic>
          <p:nvPicPr>
            <p:cNvPr id="63" name="Picture 17"/>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l="29136"/>
            <a:stretch>
              <a:fillRect/>
            </a:stretch>
          </p:blipFill>
          <p:spPr>
            <a:xfrm rot="-5400000" flipV="1">
              <a:off x="-852055" y="852055"/>
              <a:ext cx="2547176" cy="843067"/>
            </a:xfrm>
            <a:prstGeom prst="rect">
              <a:avLst/>
            </a:prstGeom>
          </p:spPr>
        </p:pic>
        <p:pic>
          <p:nvPicPr>
            <p:cNvPr id="64" name="Picture 18"/>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l="75121"/>
            <a:stretch>
              <a:fillRect/>
            </a:stretch>
          </p:blipFill>
          <p:spPr>
            <a:xfrm rot="-5400000" flipV="1">
              <a:off x="-25595" y="2572771"/>
              <a:ext cx="894257" cy="843067"/>
            </a:xfrm>
            <a:prstGeom prst="rect">
              <a:avLst/>
            </a:prstGeom>
          </p:spPr>
        </p:pic>
      </p:grpSp>
      <p:grpSp>
        <p:nvGrpSpPr>
          <p:cNvPr id="65" name="Group 11"/>
          <p:cNvGrpSpPr/>
          <p:nvPr/>
        </p:nvGrpSpPr>
        <p:grpSpPr>
          <a:xfrm rot="10800000" flipV="1">
            <a:off x="576360" y="1395124"/>
            <a:ext cx="655715" cy="4733455"/>
            <a:chOff x="0" y="0"/>
            <a:chExt cx="657826" cy="7617012"/>
          </a:xfrm>
        </p:grpSpPr>
        <p:pic>
          <p:nvPicPr>
            <p:cNvPr id="66"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5400000">
              <a:off x="-1073429" y="1073429"/>
              <a:ext cx="2804684" cy="657826"/>
            </a:xfrm>
            <a:prstGeom prst="rect">
              <a:avLst/>
            </a:prstGeom>
          </p:spPr>
        </p:pic>
        <p:pic>
          <p:nvPicPr>
            <p:cNvPr id="67" name="Picture 13"/>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l="29136"/>
            <a:stretch>
              <a:fillRect/>
            </a:stretch>
          </p:blipFill>
          <p:spPr>
            <a:xfrm rot="-5400000">
              <a:off x="-664839" y="3469523"/>
              <a:ext cx="1987503" cy="657826"/>
            </a:xfrm>
            <a:prstGeom prst="rect">
              <a:avLst/>
            </a:prstGeom>
          </p:spPr>
        </p:pic>
        <p:pic>
          <p:nvPicPr>
            <p:cNvPr id="68" name="Picture 14"/>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l="49112" t="73624"/>
            <a:stretch>
              <a:fillRect/>
            </a:stretch>
          </p:blipFill>
          <p:spPr>
            <a:xfrm rot="-5400000">
              <a:off x="-520438" y="6438748"/>
              <a:ext cx="2010113" cy="346415"/>
            </a:xfrm>
            <a:prstGeom prst="rect">
              <a:avLst/>
            </a:prstGeom>
          </p:spPr>
        </p:pic>
        <p:pic>
          <p:nvPicPr>
            <p:cNvPr id="69" name="Picture 15"/>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l="75121"/>
            <a:stretch>
              <a:fillRect/>
            </a:stretch>
          </p:blipFill>
          <p:spPr>
            <a:xfrm rot="-5400000">
              <a:off x="-19971" y="4812159"/>
              <a:ext cx="697768" cy="65782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矩形 5"/>
          <p:cNvSpPr/>
          <p:nvPr/>
        </p:nvSpPr>
        <p:spPr>
          <a:xfrm>
            <a:off x="-1" y="-27305"/>
            <a:ext cx="12192001" cy="68853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2" y="1289883"/>
            <a:ext cx="12192001" cy="5568117"/>
          </a:xfrm>
          <a:prstGeom prst="flowChartPunchedCard">
            <a:avLst/>
          </a:prstGeom>
          <a:blipFill rotWithShape="1">
            <a:blip r:embed="rId1" cstate="print">
              <a:extLst>
                <a:ext uri="{28A0092B-C50C-407E-A947-70E740481C1C}">
                  <a14:useLocalDpi xmlns:a14="http://schemas.microsoft.com/office/drawing/2010/main" val="0"/>
                </a:ext>
              </a:extLst>
            </a:blip>
            <a:stretch>
              <a:fillRect t="1" b="-907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192000" cy="6858000"/>
          </a:xfrm>
          <a:prstGeom prst="rect">
            <a:avLst/>
          </a:prstGeom>
          <a:solidFill>
            <a:schemeClr val="tx1">
              <a:lumMod val="85000"/>
              <a:lumOff val="1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p:cNvSpPr txBox="1"/>
          <p:nvPr/>
        </p:nvSpPr>
        <p:spPr>
          <a:xfrm>
            <a:off x="1911931" y="1802913"/>
            <a:ext cx="8869680" cy="1200329"/>
          </a:xfrm>
          <a:prstGeom prst="rect">
            <a:avLst/>
          </a:prstGeom>
          <a:noFill/>
        </p:spPr>
        <p:txBody>
          <a:bodyPr wrap="square" rtlCol="0">
            <a:spAutoFit/>
          </a:bodyPr>
          <a:lstStyle/>
          <a:p>
            <a:r>
              <a:rPr lang="en-US" altLang="zh-CN" sz="7200" dirty="0">
                <a:solidFill>
                  <a:schemeClr val="bg1"/>
                </a:solidFill>
                <a:latin typeface="微软雅黑" panose="020B0503020204020204" charset="-122"/>
                <a:ea typeface="微软雅黑" panose="020B0503020204020204" charset="-122"/>
              </a:rPr>
              <a:t>03| </a:t>
            </a:r>
            <a:r>
              <a:rPr lang="zh-CN" altLang="en-US" sz="7200" dirty="0">
                <a:solidFill>
                  <a:schemeClr val="bg1"/>
                </a:solidFill>
                <a:latin typeface="微软雅黑" panose="020B0503020204020204" charset="-122"/>
                <a:ea typeface="微软雅黑" panose="020B0503020204020204" charset="-122"/>
              </a:rPr>
              <a:t>在此处添加文本</a:t>
            </a:r>
            <a:endParaRPr lang="zh-CN" altLang="en-US" sz="8000" dirty="0">
              <a:solidFill>
                <a:schemeClr val="bg1"/>
              </a:solidFill>
              <a:latin typeface="微软雅黑" panose="020B0503020204020204" charset="-122"/>
              <a:ea typeface="微软雅黑" panose="020B0503020204020204" charset="-122"/>
            </a:endParaRPr>
          </a:p>
        </p:txBody>
      </p:sp>
      <p:grpSp>
        <p:nvGrpSpPr>
          <p:cNvPr id="22" name="Group 19"/>
          <p:cNvGrpSpPr/>
          <p:nvPr/>
        </p:nvGrpSpPr>
        <p:grpSpPr>
          <a:xfrm rot="9976140">
            <a:off x="687628" y="1649707"/>
            <a:ext cx="2619682" cy="1378883"/>
            <a:chOff x="0" y="0"/>
            <a:chExt cx="3492910" cy="1838510"/>
          </a:xfrm>
        </p:grpSpPr>
        <p:pic>
          <p:nvPicPr>
            <p:cNvPr id="23"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944953">
              <a:off x="214261" y="415658"/>
              <a:ext cx="3202063" cy="1007194"/>
            </a:xfrm>
            <a:prstGeom prst="rect">
              <a:avLst/>
            </a:prstGeom>
          </p:spPr>
        </p:pic>
        <p:pic>
          <p:nvPicPr>
            <p:cNvPr id="24" name="Picture 21"/>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1036875"/>
              <a:ext cx="669152" cy="669152"/>
            </a:xfrm>
            <a:prstGeom prst="rect">
              <a:avLst/>
            </a:prstGeom>
          </p:spPr>
        </p:pic>
      </p:grpSp>
      <p:grpSp>
        <p:nvGrpSpPr>
          <p:cNvPr id="25" name="Group 9"/>
          <p:cNvGrpSpPr/>
          <p:nvPr/>
        </p:nvGrpSpPr>
        <p:grpSpPr>
          <a:xfrm rot="-10800000">
            <a:off x="671908" y="3338212"/>
            <a:ext cx="10886280" cy="2674318"/>
            <a:chOff x="120578" y="0"/>
            <a:chExt cx="21520222" cy="5286644"/>
          </a:xfrm>
        </p:grpSpPr>
        <p:pic>
          <p:nvPicPr>
            <p:cNvPr id="26"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10800000">
              <a:off x="17959909" y="0"/>
              <a:ext cx="3680891" cy="1223896"/>
            </a:xfrm>
            <a:prstGeom prst="rect">
              <a:avLst/>
            </a:prstGeom>
          </p:spPr>
        </p:pic>
        <p:pic>
          <p:nvPicPr>
            <p:cNvPr id="27"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20426149" y="1767289"/>
              <a:ext cx="1967770" cy="461532"/>
            </a:xfrm>
            <a:prstGeom prst="rect">
              <a:avLst/>
            </a:prstGeom>
          </p:spPr>
        </p:pic>
        <p:pic>
          <p:nvPicPr>
            <p:cNvPr id="29"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886612" y="2049391"/>
              <a:ext cx="5244443" cy="1230063"/>
            </a:xfrm>
            <a:prstGeom prst="rect">
              <a:avLst/>
            </a:prstGeom>
          </p:spPr>
        </p:pic>
      </p:grpSp>
      <p:pic>
        <p:nvPicPr>
          <p:cNvPr id="33" name="图形 3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4779" y="423875"/>
            <a:ext cx="1992352" cy="552566"/>
          </a:xfrm>
          <a:prstGeom prst="rect">
            <a:avLst/>
          </a:prstGeom>
        </p:spPr>
      </p:pic>
      <p:grpSp>
        <p:nvGrpSpPr>
          <p:cNvPr id="15" name="Group 16"/>
          <p:cNvGrpSpPr/>
          <p:nvPr/>
        </p:nvGrpSpPr>
        <p:grpSpPr>
          <a:xfrm rot="-5400000">
            <a:off x="8731838" y="-1696211"/>
            <a:ext cx="805838" cy="4399405"/>
            <a:chOff x="0" y="0"/>
            <a:chExt cx="843067" cy="3441433"/>
          </a:xfrm>
        </p:grpSpPr>
        <p:pic>
          <p:nvPicPr>
            <p:cNvPr id="16"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17"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56"/>
            <a:ext cx="12192000" cy="6858000"/>
          </a:xfrm>
        </p:spPr>
      </p:pic>
      <p:sp>
        <p:nvSpPr>
          <p:cNvPr id="18" name="矩形 17"/>
          <p:cNvSpPr/>
          <p:nvPr/>
        </p:nvSpPr>
        <p:spPr>
          <a:xfrm>
            <a:off x="0" y="13787"/>
            <a:ext cx="12192000" cy="6858000"/>
          </a:xfrm>
          <a:prstGeom prst="rect">
            <a:avLst/>
          </a:prstGeom>
          <a:solidFill>
            <a:srgbClr val="00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pic>
        <p:nvPicPr>
          <p:cNvPr id="19" name="图形 18"/>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4779" y="423875"/>
            <a:ext cx="1992352" cy="552566"/>
          </a:xfrm>
          <a:prstGeom prst="rect">
            <a:avLst/>
          </a:prstGeom>
        </p:spPr>
      </p:pic>
      <p:grpSp>
        <p:nvGrpSpPr>
          <p:cNvPr id="34" name="Group 9"/>
          <p:cNvGrpSpPr/>
          <p:nvPr/>
        </p:nvGrpSpPr>
        <p:grpSpPr>
          <a:xfrm>
            <a:off x="4567628" y="1253331"/>
            <a:ext cx="6801774" cy="4351338"/>
            <a:chOff x="0" y="-47625"/>
            <a:chExt cx="12475690" cy="7573018"/>
          </a:xfrm>
        </p:grpSpPr>
        <p:sp>
          <p:nvSpPr>
            <p:cNvPr id="35" name="TextBox 10"/>
            <p:cNvSpPr txBox="1"/>
            <p:nvPr/>
          </p:nvSpPr>
          <p:spPr>
            <a:xfrm>
              <a:off x="4123096" y="-47623"/>
              <a:ext cx="1155304" cy="684528"/>
            </a:xfrm>
            <a:prstGeom prst="rect">
              <a:avLst/>
            </a:prstGeom>
          </p:spPr>
          <p:txBody>
            <a:bodyPr lIns="0" tIns="0" rIns="0" bIns="0" rtlCol="0" anchor="t">
              <a:spAutoFit/>
            </a:bodyPr>
            <a:lstStyle/>
            <a:p>
              <a:pPr algn="l">
                <a:lnSpc>
                  <a:spcPts val="3640"/>
                </a:lnSpc>
              </a:pPr>
              <a:r>
                <a:rPr lang="en-US" sz="2000" dirty="0">
                  <a:solidFill>
                    <a:srgbClr val="FFFFFF"/>
                  </a:solidFill>
                  <a:ea typeface="字由点字典黑 55J"/>
                </a:rPr>
                <a:t>系列1</a:t>
              </a:r>
              <a:endParaRPr lang="en-US" sz="2000" dirty="0">
                <a:solidFill>
                  <a:srgbClr val="FFFFFF"/>
                </a:solidFill>
                <a:ea typeface="字由点字典黑 55J"/>
              </a:endParaRPr>
            </a:p>
          </p:txBody>
        </p:sp>
        <p:sp>
          <p:nvSpPr>
            <p:cNvPr id="36" name="TextBox 11"/>
            <p:cNvSpPr txBox="1"/>
            <p:nvPr/>
          </p:nvSpPr>
          <p:spPr>
            <a:xfrm>
              <a:off x="6040399" y="-47625"/>
              <a:ext cx="1155304" cy="684528"/>
            </a:xfrm>
            <a:prstGeom prst="rect">
              <a:avLst/>
            </a:prstGeom>
          </p:spPr>
          <p:txBody>
            <a:bodyPr lIns="0" tIns="0" rIns="0" bIns="0" rtlCol="0" anchor="t">
              <a:spAutoFit/>
            </a:bodyPr>
            <a:lstStyle/>
            <a:p>
              <a:pPr algn="l">
                <a:lnSpc>
                  <a:spcPts val="3640"/>
                </a:lnSpc>
              </a:pPr>
              <a:r>
                <a:rPr lang="en-US" sz="2000">
                  <a:solidFill>
                    <a:srgbClr val="FFFFFF"/>
                  </a:solidFill>
                  <a:ea typeface="字由点字典黑 55J"/>
                </a:rPr>
                <a:t>系列2</a:t>
              </a:r>
              <a:endParaRPr lang="en-US" sz="2000">
                <a:solidFill>
                  <a:srgbClr val="FFFFFF"/>
                </a:solidFill>
                <a:ea typeface="字由点字典黑 55J"/>
              </a:endParaRPr>
            </a:p>
          </p:txBody>
        </p:sp>
        <p:sp>
          <p:nvSpPr>
            <p:cNvPr id="37" name="TextBox 12"/>
            <p:cNvSpPr txBox="1"/>
            <p:nvPr/>
          </p:nvSpPr>
          <p:spPr>
            <a:xfrm>
              <a:off x="7957702" y="-47625"/>
              <a:ext cx="1155304" cy="684528"/>
            </a:xfrm>
            <a:prstGeom prst="rect">
              <a:avLst/>
            </a:prstGeom>
          </p:spPr>
          <p:txBody>
            <a:bodyPr lIns="0" tIns="0" rIns="0" bIns="0" rtlCol="0" anchor="t">
              <a:spAutoFit/>
            </a:bodyPr>
            <a:lstStyle/>
            <a:p>
              <a:pPr algn="l">
                <a:lnSpc>
                  <a:spcPts val="3640"/>
                </a:lnSpc>
              </a:pPr>
              <a:r>
                <a:rPr lang="en-US" sz="2000">
                  <a:solidFill>
                    <a:srgbClr val="FFFFFF"/>
                  </a:solidFill>
                  <a:ea typeface="字由点字典黑 55J"/>
                </a:rPr>
                <a:t>系列3</a:t>
              </a:r>
              <a:endParaRPr lang="en-US" sz="2000">
                <a:solidFill>
                  <a:srgbClr val="FFFFFF"/>
                </a:solidFill>
                <a:ea typeface="字由点字典黑 55J"/>
              </a:endParaRPr>
            </a:p>
          </p:txBody>
        </p:sp>
        <p:grpSp>
          <p:nvGrpSpPr>
            <p:cNvPr id="38" name="Group 13"/>
            <p:cNvGrpSpPr>
              <a:grpSpLocks noChangeAspect="1"/>
            </p:cNvGrpSpPr>
            <p:nvPr/>
          </p:nvGrpSpPr>
          <p:grpSpPr>
            <a:xfrm>
              <a:off x="3818296" y="184573"/>
              <a:ext cx="3987006" cy="152400"/>
              <a:chOff x="2905484" y="-641773"/>
              <a:chExt cx="3987006" cy="152400"/>
            </a:xfrm>
          </p:grpSpPr>
          <p:sp>
            <p:nvSpPr>
              <p:cNvPr id="70" name="Freeform 14"/>
              <p:cNvSpPr/>
              <p:nvPr/>
            </p:nvSpPr>
            <p:spPr>
              <a:xfrm>
                <a:off x="2905484" y="-641773"/>
                <a:ext cx="152400" cy="152400"/>
              </a:xfrm>
              <a:custGeom>
                <a:avLst/>
                <a:gdLst/>
                <a:ahLst/>
                <a:cxnLst/>
                <a:rect l="l" t="t" r="r" b="b"/>
                <a:pathLst>
                  <a:path w="152400" h="152400">
                    <a:moveTo>
                      <a:pt x="152400" y="139700"/>
                    </a:moveTo>
                    <a:lnTo>
                      <a:pt x="152400" y="12700"/>
                    </a:lnTo>
                    <a:cubicBezTo>
                      <a:pt x="152400" y="5686"/>
                      <a:pt x="146714" y="0"/>
                      <a:pt x="139700" y="0"/>
                    </a:cubicBezTo>
                    <a:lnTo>
                      <a:pt x="12700" y="0"/>
                    </a:lnTo>
                    <a:cubicBezTo>
                      <a:pt x="5686" y="0"/>
                      <a:pt x="0" y="5686"/>
                      <a:pt x="0" y="12700"/>
                    </a:cubicBezTo>
                    <a:lnTo>
                      <a:pt x="0" y="139700"/>
                    </a:lnTo>
                    <a:cubicBezTo>
                      <a:pt x="0" y="146714"/>
                      <a:pt x="5686" y="152400"/>
                      <a:pt x="12700" y="152400"/>
                    </a:cubicBezTo>
                    <a:lnTo>
                      <a:pt x="139700" y="152400"/>
                    </a:lnTo>
                    <a:cubicBezTo>
                      <a:pt x="146714" y="152400"/>
                      <a:pt x="152400" y="146714"/>
                      <a:pt x="152400" y="139700"/>
                    </a:cubicBezTo>
                    <a:close/>
                  </a:path>
                </a:pathLst>
              </a:custGeom>
              <a:solidFill>
                <a:srgbClr val="7A00FF"/>
              </a:solidFill>
            </p:spPr>
          </p:sp>
          <p:sp>
            <p:nvSpPr>
              <p:cNvPr id="71" name="Freeform 15"/>
              <p:cNvSpPr/>
              <p:nvPr/>
            </p:nvSpPr>
            <p:spPr>
              <a:xfrm>
                <a:off x="4822787" y="-641773"/>
                <a:ext cx="152400" cy="152400"/>
              </a:xfrm>
              <a:custGeom>
                <a:avLst/>
                <a:gdLst/>
                <a:ahLst/>
                <a:cxnLst/>
                <a:rect l="l" t="t" r="r" b="b"/>
                <a:pathLst>
                  <a:path w="152400" h="152400">
                    <a:moveTo>
                      <a:pt x="152400" y="139700"/>
                    </a:moveTo>
                    <a:lnTo>
                      <a:pt x="152400" y="12700"/>
                    </a:lnTo>
                    <a:cubicBezTo>
                      <a:pt x="152400" y="5686"/>
                      <a:pt x="146714" y="0"/>
                      <a:pt x="139700" y="0"/>
                    </a:cubicBezTo>
                    <a:lnTo>
                      <a:pt x="12700" y="0"/>
                    </a:lnTo>
                    <a:cubicBezTo>
                      <a:pt x="5686" y="0"/>
                      <a:pt x="0" y="5686"/>
                      <a:pt x="0" y="12700"/>
                    </a:cubicBezTo>
                    <a:lnTo>
                      <a:pt x="0" y="139700"/>
                    </a:lnTo>
                    <a:cubicBezTo>
                      <a:pt x="0" y="146714"/>
                      <a:pt x="5686" y="152400"/>
                      <a:pt x="12700" y="152400"/>
                    </a:cubicBezTo>
                    <a:lnTo>
                      <a:pt x="139700" y="152400"/>
                    </a:lnTo>
                    <a:cubicBezTo>
                      <a:pt x="146714" y="152400"/>
                      <a:pt x="152400" y="146714"/>
                      <a:pt x="152400" y="139700"/>
                    </a:cubicBezTo>
                    <a:close/>
                  </a:path>
                </a:pathLst>
              </a:custGeom>
              <a:solidFill>
                <a:srgbClr val="B47DF1"/>
              </a:solidFill>
            </p:spPr>
          </p:sp>
          <p:sp>
            <p:nvSpPr>
              <p:cNvPr id="72" name="Freeform 16"/>
              <p:cNvSpPr/>
              <p:nvPr/>
            </p:nvSpPr>
            <p:spPr>
              <a:xfrm>
                <a:off x="6740090" y="-641773"/>
                <a:ext cx="152400" cy="152400"/>
              </a:xfrm>
              <a:custGeom>
                <a:avLst/>
                <a:gdLst/>
                <a:ahLst/>
                <a:cxnLst/>
                <a:rect l="l" t="t" r="r" b="b"/>
                <a:pathLst>
                  <a:path w="152400" h="152400">
                    <a:moveTo>
                      <a:pt x="152400" y="139700"/>
                    </a:moveTo>
                    <a:lnTo>
                      <a:pt x="152400" y="12700"/>
                    </a:lnTo>
                    <a:cubicBezTo>
                      <a:pt x="152400" y="5686"/>
                      <a:pt x="146714" y="0"/>
                      <a:pt x="139700" y="0"/>
                    </a:cubicBezTo>
                    <a:lnTo>
                      <a:pt x="12700" y="0"/>
                    </a:lnTo>
                    <a:cubicBezTo>
                      <a:pt x="5686" y="0"/>
                      <a:pt x="0" y="5686"/>
                      <a:pt x="0" y="12700"/>
                    </a:cubicBezTo>
                    <a:lnTo>
                      <a:pt x="0" y="139700"/>
                    </a:lnTo>
                    <a:cubicBezTo>
                      <a:pt x="0" y="146714"/>
                      <a:pt x="5686" y="152400"/>
                      <a:pt x="12700" y="152400"/>
                    </a:cubicBezTo>
                    <a:lnTo>
                      <a:pt x="139700" y="152400"/>
                    </a:lnTo>
                    <a:cubicBezTo>
                      <a:pt x="146714" y="152400"/>
                      <a:pt x="152400" y="146714"/>
                      <a:pt x="152400" y="139700"/>
                    </a:cubicBezTo>
                    <a:close/>
                  </a:path>
                </a:pathLst>
              </a:custGeom>
              <a:solidFill>
                <a:srgbClr val="FFFFFF"/>
              </a:solidFill>
            </p:spPr>
          </p:sp>
        </p:grpSp>
        <p:sp>
          <p:nvSpPr>
            <p:cNvPr id="39" name="TextBox 17"/>
            <p:cNvSpPr txBox="1"/>
            <p:nvPr/>
          </p:nvSpPr>
          <p:spPr>
            <a:xfrm>
              <a:off x="1491449" y="6840865"/>
              <a:ext cx="1155304" cy="684528"/>
            </a:xfrm>
            <a:prstGeom prst="rect">
              <a:avLst/>
            </a:prstGeom>
          </p:spPr>
          <p:txBody>
            <a:bodyPr lIns="0" tIns="0" rIns="0" bIns="0" rtlCol="0" anchor="t">
              <a:spAutoFit/>
            </a:bodyPr>
            <a:lstStyle/>
            <a:p>
              <a:pPr algn="ctr">
                <a:lnSpc>
                  <a:spcPts val="3640"/>
                </a:lnSpc>
              </a:pPr>
              <a:r>
                <a:rPr lang="en-US" sz="2000" dirty="0">
                  <a:solidFill>
                    <a:srgbClr val="FFFFFF"/>
                  </a:solidFill>
                  <a:ea typeface="字由点字典黑 55J"/>
                </a:rPr>
                <a:t>项目1</a:t>
              </a:r>
              <a:endParaRPr lang="en-US" sz="2000" dirty="0">
                <a:solidFill>
                  <a:srgbClr val="FFFFFF"/>
                </a:solidFill>
                <a:ea typeface="字由点字典黑 55J"/>
              </a:endParaRPr>
            </a:p>
          </p:txBody>
        </p:sp>
        <p:sp>
          <p:nvSpPr>
            <p:cNvPr id="40" name="TextBox 18"/>
            <p:cNvSpPr txBox="1"/>
            <p:nvPr/>
          </p:nvSpPr>
          <p:spPr>
            <a:xfrm>
              <a:off x="3804025" y="6840863"/>
              <a:ext cx="1155304" cy="684528"/>
            </a:xfrm>
            <a:prstGeom prst="rect">
              <a:avLst/>
            </a:prstGeom>
          </p:spPr>
          <p:txBody>
            <a:bodyPr lIns="0" tIns="0" rIns="0" bIns="0" rtlCol="0" anchor="t">
              <a:spAutoFit/>
            </a:bodyPr>
            <a:lstStyle/>
            <a:p>
              <a:pPr algn="ctr">
                <a:lnSpc>
                  <a:spcPts val="3640"/>
                </a:lnSpc>
              </a:pPr>
              <a:r>
                <a:rPr lang="en-US" sz="2000">
                  <a:solidFill>
                    <a:srgbClr val="FFFFFF"/>
                  </a:solidFill>
                  <a:ea typeface="字由点字典黑 55J"/>
                </a:rPr>
                <a:t>项目2</a:t>
              </a:r>
              <a:endParaRPr lang="en-US" sz="2000">
                <a:solidFill>
                  <a:srgbClr val="FFFFFF"/>
                </a:solidFill>
                <a:ea typeface="字由点字典黑 55J"/>
              </a:endParaRPr>
            </a:p>
          </p:txBody>
        </p:sp>
        <p:sp>
          <p:nvSpPr>
            <p:cNvPr id="41" name="TextBox 19"/>
            <p:cNvSpPr txBox="1"/>
            <p:nvPr/>
          </p:nvSpPr>
          <p:spPr>
            <a:xfrm>
              <a:off x="6116599" y="6840863"/>
              <a:ext cx="1155304" cy="684528"/>
            </a:xfrm>
            <a:prstGeom prst="rect">
              <a:avLst/>
            </a:prstGeom>
          </p:spPr>
          <p:txBody>
            <a:bodyPr lIns="0" tIns="0" rIns="0" bIns="0" rtlCol="0" anchor="t">
              <a:spAutoFit/>
            </a:bodyPr>
            <a:lstStyle/>
            <a:p>
              <a:pPr algn="ctr">
                <a:lnSpc>
                  <a:spcPts val="3640"/>
                </a:lnSpc>
              </a:pPr>
              <a:r>
                <a:rPr lang="en-US" sz="2000">
                  <a:solidFill>
                    <a:srgbClr val="FFFFFF"/>
                  </a:solidFill>
                  <a:ea typeface="字由点字典黑 55J"/>
                </a:rPr>
                <a:t>项目3</a:t>
              </a:r>
              <a:endParaRPr lang="en-US" sz="2000">
                <a:solidFill>
                  <a:srgbClr val="FFFFFF"/>
                </a:solidFill>
                <a:ea typeface="字由点字典黑 55J"/>
              </a:endParaRPr>
            </a:p>
          </p:txBody>
        </p:sp>
        <p:sp>
          <p:nvSpPr>
            <p:cNvPr id="42" name="TextBox 20"/>
            <p:cNvSpPr txBox="1"/>
            <p:nvPr/>
          </p:nvSpPr>
          <p:spPr>
            <a:xfrm>
              <a:off x="8429175" y="6840863"/>
              <a:ext cx="1155304" cy="684528"/>
            </a:xfrm>
            <a:prstGeom prst="rect">
              <a:avLst/>
            </a:prstGeom>
          </p:spPr>
          <p:txBody>
            <a:bodyPr lIns="0" tIns="0" rIns="0" bIns="0" rtlCol="0" anchor="t">
              <a:spAutoFit/>
            </a:bodyPr>
            <a:lstStyle/>
            <a:p>
              <a:pPr algn="ctr">
                <a:lnSpc>
                  <a:spcPts val="3640"/>
                </a:lnSpc>
              </a:pPr>
              <a:r>
                <a:rPr lang="en-US" sz="2000">
                  <a:solidFill>
                    <a:srgbClr val="FFFFFF"/>
                  </a:solidFill>
                  <a:ea typeface="字由点字典黑 55J"/>
                </a:rPr>
                <a:t>项目4</a:t>
              </a:r>
              <a:endParaRPr lang="en-US" sz="2000">
                <a:solidFill>
                  <a:srgbClr val="FFFFFF"/>
                </a:solidFill>
                <a:ea typeface="字由点字典黑 55J"/>
              </a:endParaRPr>
            </a:p>
          </p:txBody>
        </p:sp>
        <p:sp>
          <p:nvSpPr>
            <p:cNvPr id="43" name="TextBox 21"/>
            <p:cNvSpPr txBox="1"/>
            <p:nvPr/>
          </p:nvSpPr>
          <p:spPr>
            <a:xfrm>
              <a:off x="10741750" y="6840863"/>
              <a:ext cx="1155304" cy="684528"/>
            </a:xfrm>
            <a:prstGeom prst="rect">
              <a:avLst/>
            </a:prstGeom>
          </p:spPr>
          <p:txBody>
            <a:bodyPr lIns="0" tIns="0" rIns="0" bIns="0" rtlCol="0" anchor="t">
              <a:spAutoFit/>
            </a:bodyPr>
            <a:lstStyle/>
            <a:p>
              <a:pPr algn="ctr">
                <a:lnSpc>
                  <a:spcPts val="3640"/>
                </a:lnSpc>
              </a:pPr>
              <a:r>
                <a:rPr lang="en-US" sz="2000">
                  <a:solidFill>
                    <a:srgbClr val="FFFFFF"/>
                  </a:solidFill>
                  <a:ea typeface="字由点字典黑 55J"/>
                </a:rPr>
                <a:t>项目5</a:t>
              </a:r>
              <a:endParaRPr lang="en-US" sz="2000">
                <a:solidFill>
                  <a:srgbClr val="FFFFFF"/>
                </a:solidFill>
                <a:ea typeface="字由点字典黑 55J"/>
              </a:endParaRPr>
            </a:p>
          </p:txBody>
        </p:sp>
        <p:grpSp>
          <p:nvGrpSpPr>
            <p:cNvPr id="44" name="Group 22"/>
            <p:cNvGrpSpPr>
              <a:grpSpLocks noChangeAspect="1"/>
            </p:cNvGrpSpPr>
            <p:nvPr/>
          </p:nvGrpSpPr>
          <p:grpSpPr>
            <a:xfrm>
              <a:off x="912813" y="826347"/>
              <a:ext cx="11562877" cy="5842009"/>
              <a:chOff x="0" y="0"/>
              <a:chExt cx="11562877" cy="5842009"/>
            </a:xfrm>
          </p:grpSpPr>
          <p:sp>
            <p:nvSpPr>
              <p:cNvPr id="64" name="Freeform 23"/>
              <p:cNvSpPr/>
              <p:nvPr/>
            </p:nvSpPr>
            <p:spPr>
              <a:xfrm>
                <a:off x="0" y="-6350"/>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24706"/>
                </a:srgbClr>
              </a:solidFill>
            </p:spPr>
          </p:sp>
          <p:sp>
            <p:nvSpPr>
              <p:cNvPr id="65" name="Freeform 24"/>
              <p:cNvSpPr/>
              <p:nvPr/>
            </p:nvSpPr>
            <p:spPr>
              <a:xfrm>
                <a:off x="0" y="1162052"/>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24706"/>
                </a:srgbClr>
              </a:solidFill>
            </p:spPr>
          </p:sp>
          <p:sp>
            <p:nvSpPr>
              <p:cNvPr id="66" name="Freeform 25"/>
              <p:cNvSpPr/>
              <p:nvPr/>
            </p:nvSpPr>
            <p:spPr>
              <a:xfrm>
                <a:off x="0" y="2330454"/>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24706"/>
                </a:srgbClr>
              </a:solidFill>
            </p:spPr>
          </p:sp>
          <p:sp>
            <p:nvSpPr>
              <p:cNvPr id="67" name="Freeform 26"/>
              <p:cNvSpPr/>
              <p:nvPr/>
            </p:nvSpPr>
            <p:spPr>
              <a:xfrm>
                <a:off x="0" y="3498855"/>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24706"/>
                </a:srgbClr>
              </a:solidFill>
            </p:spPr>
          </p:sp>
          <p:sp>
            <p:nvSpPr>
              <p:cNvPr id="68" name="Freeform 27"/>
              <p:cNvSpPr/>
              <p:nvPr/>
            </p:nvSpPr>
            <p:spPr>
              <a:xfrm>
                <a:off x="0" y="4667257"/>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24706"/>
                </a:srgbClr>
              </a:solidFill>
            </p:spPr>
          </p:sp>
          <p:sp>
            <p:nvSpPr>
              <p:cNvPr id="69" name="Freeform 28"/>
              <p:cNvSpPr/>
              <p:nvPr/>
            </p:nvSpPr>
            <p:spPr>
              <a:xfrm>
                <a:off x="0" y="5835659"/>
                <a:ext cx="11562877" cy="12700"/>
              </a:xfrm>
              <a:custGeom>
                <a:avLst/>
                <a:gdLst/>
                <a:ahLst/>
                <a:cxnLst/>
                <a:rect l="l" t="t" r="r" b="b"/>
                <a:pathLst>
                  <a:path w="11562877" h="12700">
                    <a:moveTo>
                      <a:pt x="0" y="0"/>
                    </a:moveTo>
                    <a:lnTo>
                      <a:pt x="11562877" y="0"/>
                    </a:lnTo>
                    <a:lnTo>
                      <a:pt x="11562877" y="12700"/>
                    </a:lnTo>
                    <a:lnTo>
                      <a:pt x="0" y="12700"/>
                    </a:lnTo>
                    <a:close/>
                  </a:path>
                </a:pathLst>
              </a:custGeom>
              <a:solidFill>
                <a:srgbClr val="FFFFFF">
                  <a:alpha val="60000"/>
                </a:srgbClr>
              </a:solidFill>
            </p:spPr>
          </p:sp>
        </p:grpSp>
        <p:sp>
          <p:nvSpPr>
            <p:cNvPr id="45" name="TextBox 29"/>
            <p:cNvSpPr txBox="1"/>
            <p:nvPr/>
          </p:nvSpPr>
          <p:spPr>
            <a:xfrm>
              <a:off x="0" y="517948"/>
              <a:ext cx="692680"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50 </a:t>
              </a:r>
              <a:endParaRPr lang="en-US" sz="2000">
                <a:solidFill>
                  <a:srgbClr val="FFFFFF"/>
                </a:solidFill>
                <a:latin typeface="字由点字典黑 55J"/>
              </a:endParaRPr>
            </a:p>
          </p:txBody>
        </p:sp>
        <p:sp>
          <p:nvSpPr>
            <p:cNvPr id="46" name="TextBox 30"/>
            <p:cNvSpPr txBox="1"/>
            <p:nvPr/>
          </p:nvSpPr>
          <p:spPr>
            <a:xfrm>
              <a:off x="0" y="1686351"/>
              <a:ext cx="692680"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40 </a:t>
              </a:r>
              <a:endParaRPr lang="en-US" sz="2000">
                <a:solidFill>
                  <a:srgbClr val="FFFFFF"/>
                </a:solidFill>
                <a:latin typeface="字由点字典黑 55J"/>
              </a:endParaRPr>
            </a:p>
          </p:txBody>
        </p:sp>
        <p:sp>
          <p:nvSpPr>
            <p:cNvPr id="47" name="TextBox 31"/>
            <p:cNvSpPr txBox="1"/>
            <p:nvPr/>
          </p:nvSpPr>
          <p:spPr>
            <a:xfrm>
              <a:off x="0" y="2854752"/>
              <a:ext cx="692680"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30 </a:t>
              </a:r>
              <a:endParaRPr lang="en-US" sz="2000">
                <a:solidFill>
                  <a:srgbClr val="FFFFFF"/>
                </a:solidFill>
                <a:latin typeface="字由点字典黑 55J"/>
              </a:endParaRPr>
            </a:p>
          </p:txBody>
        </p:sp>
        <p:sp>
          <p:nvSpPr>
            <p:cNvPr id="48" name="TextBox 32"/>
            <p:cNvSpPr txBox="1"/>
            <p:nvPr/>
          </p:nvSpPr>
          <p:spPr>
            <a:xfrm>
              <a:off x="0" y="4023155"/>
              <a:ext cx="692680"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20 </a:t>
              </a:r>
              <a:endParaRPr lang="en-US" sz="2000">
                <a:solidFill>
                  <a:srgbClr val="FFFFFF"/>
                </a:solidFill>
                <a:latin typeface="字由点字典黑 55J"/>
              </a:endParaRPr>
            </a:p>
          </p:txBody>
        </p:sp>
        <p:sp>
          <p:nvSpPr>
            <p:cNvPr id="49" name="TextBox 33"/>
            <p:cNvSpPr txBox="1"/>
            <p:nvPr/>
          </p:nvSpPr>
          <p:spPr>
            <a:xfrm>
              <a:off x="0" y="5191556"/>
              <a:ext cx="692680"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10 </a:t>
              </a:r>
              <a:endParaRPr lang="en-US" sz="2000">
                <a:solidFill>
                  <a:srgbClr val="FFFFFF"/>
                </a:solidFill>
                <a:latin typeface="字由点字典黑 55J"/>
              </a:endParaRPr>
            </a:p>
          </p:txBody>
        </p:sp>
        <p:sp>
          <p:nvSpPr>
            <p:cNvPr id="50" name="TextBox 34"/>
            <p:cNvSpPr txBox="1"/>
            <p:nvPr/>
          </p:nvSpPr>
          <p:spPr>
            <a:xfrm>
              <a:off x="274770" y="6359958"/>
              <a:ext cx="417908" cy="678302"/>
            </a:xfrm>
            <a:prstGeom prst="rect">
              <a:avLst/>
            </a:prstGeom>
          </p:spPr>
          <p:txBody>
            <a:bodyPr lIns="0" tIns="0" rIns="0" bIns="0" rtlCol="0" anchor="t">
              <a:spAutoFit/>
            </a:bodyPr>
            <a:lstStyle/>
            <a:p>
              <a:pPr algn="r">
                <a:lnSpc>
                  <a:spcPts val="3640"/>
                </a:lnSpc>
              </a:pPr>
              <a:r>
                <a:rPr lang="en-US" sz="2000">
                  <a:solidFill>
                    <a:srgbClr val="FFFFFF"/>
                  </a:solidFill>
                  <a:latin typeface="字由点字典黑 55J"/>
                </a:rPr>
                <a:t>0 </a:t>
              </a:r>
              <a:endParaRPr lang="en-US" sz="2000">
                <a:solidFill>
                  <a:srgbClr val="FFFFFF"/>
                </a:solidFill>
                <a:latin typeface="字由点字典黑 55J"/>
              </a:endParaRPr>
            </a:p>
          </p:txBody>
        </p:sp>
        <p:grpSp>
          <p:nvGrpSpPr>
            <p:cNvPr id="51" name="Group 35"/>
            <p:cNvGrpSpPr>
              <a:grpSpLocks noChangeAspect="1"/>
            </p:cNvGrpSpPr>
            <p:nvPr/>
          </p:nvGrpSpPr>
          <p:grpSpPr>
            <a:xfrm>
              <a:off x="2005600" y="762847"/>
              <a:ext cx="9377302" cy="5969009"/>
              <a:chOff x="1092788" y="-63500"/>
              <a:chExt cx="9377302" cy="5969009"/>
            </a:xfrm>
          </p:grpSpPr>
          <p:sp>
            <p:nvSpPr>
              <p:cNvPr id="52" name="Freeform 36"/>
              <p:cNvSpPr/>
              <p:nvPr/>
            </p:nvSpPr>
            <p:spPr>
              <a:xfrm>
                <a:off x="1092788" y="4407396"/>
                <a:ext cx="2408558" cy="1497830"/>
              </a:xfrm>
              <a:custGeom>
                <a:avLst/>
                <a:gdLst/>
                <a:ahLst/>
                <a:cxnLst/>
                <a:rect l="l" t="t" r="r" b="b"/>
                <a:pathLst>
                  <a:path w="2408558" h="1497830">
                    <a:moveTo>
                      <a:pt x="127000" y="1434613"/>
                    </a:moveTo>
                    <a:cubicBezTo>
                      <a:pt x="126843" y="1399654"/>
                      <a:pt x="98459" y="1371397"/>
                      <a:pt x="63500" y="1371397"/>
                    </a:cubicBezTo>
                    <a:cubicBezTo>
                      <a:pt x="28540" y="1371397"/>
                      <a:pt x="156" y="1399654"/>
                      <a:pt x="0" y="1434613"/>
                    </a:cubicBezTo>
                    <a:cubicBezTo>
                      <a:pt x="156" y="1469572"/>
                      <a:pt x="28540" y="1497830"/>
                      <a:pt x="63500" y="1497830"/>
                    </a:cubicBezTo>
                    <a:cubicBezTo>
                      <a:pt x="98459" y="1497830"/>
                      <a:pt x="126843" y="1469572"/>
                      <a:pt x="127000" y="1434613"/>
                    </a:cubicBezTo>
                    <a:close/>
                    <a:moveTo>
                      <a:pt x="48685" y="1410178"/>
                    </a:moveTo>
                    <a:cubicBezTo>
                      <a:pt x="35269" y="1418395"/>
                      <a:pt x="31018" y="1435909"/>
                      <a:pt x="39174" y="1449362"/>
                    </a:cubicBezTo>
                    <a:cubicBezTo>
                      <a:pt x="47330" y="1462814"/>
                      <a:pt x="64825" y="1467144"/>
                      <a:pt x="78314" y="1459048"/>
                    </a:cubicBezTo>
                    <a:lnTo>
                      <a:pt x="2390890" y="56966"/>
                    </a:lnTo>
                    <a:cubicBezTo>
                      <a:pt x="2404306" y="48750"/>
                      <a:pt x="2408557" y="31235"/>
                      <a:pt x="2400401" y="17783"/>
                    </a:cubicBezTo>
                    <a:cubicBezTo>
                      <a:pt x="2392245" y="4330"/>
                      <a:pt x="2374749" y="0"/>
                      <a:pt x="2361260" y="8096"/>
                    </a:cubicBezTo>
                    <a:close/>
                  </a:path>
                </a:pathLst>
              </a:custGeom>
              <a:solidFill>
                <a:srgbClr val="7A00FF"/>
              </a:solidFill>
            </p:spPr>
          </p:sp>
          <p:sp>
            <p:nvSpPr>
              <p:cNvPr id="53" name="Freeform 37"/>
              <p:cNvSpPr/>
              <p:nvPr/>
            </p:nvSpPr>
            <p:spPr>
              <a:xfrm>
                <a:off x="3405363" y="1369918"/>
                <a:ext cx="2408285" cy="3133226"/>
              </a:xfrm>
              <a:custGeom>
                <a:avLst/>
                <a:gdLst/>
                <a:ahLst/>
                <a:cxnLst/>
                <a:rect l="l" t="t" r="r" b="b"/>
                <a:pathLst>
                  <a:path w="2408285" h="3133226">
                    <a:moveTo>
                      <a:pt x="127000" y="3070009"/>
                    </a:moveTo>
                    <a:cubicBezTo>
                      <a:pt x="126844" y="3035050"/>
                      <a:pt x="98460" y="3006792"/>
                      <a:pt x="63500" y="3006792"/>
                    </a:cubicBezTo>
                    <a:cubicBezTo>
                      <a:pt x="28541" y="3006792"/>
                      <a:pt x="156" y="3035050"/>
                      <a:pt x="0" y="3070009"/>
                    </a:cubicBezTo>
                    <a:cubicBezTo>
                      <a:pt x="156" y="3104968"/>
                      <a:pt x="28541" y="3133226"/>
                      <a:pt x="63500" y="3133226"/>
                    </a:cubicBezTo>
                    <a:cubicBezTo>
                      <a:pt x="98460" y="3133226"/>
                      <a:pt x="126844" y="3104968"/>
                      <a:pt x="127000" y="3070009"/>
                    </a:cubicBezTo>
                    <a:close/>
                    <a:moveTo>
                      <a:pt x="40763" y="3052701"/>
                    </a:moveTo>
                    <a:cubicBezTo>
                      <a:pt x="31290" y="3065261"/>
                      <a:pt x="33751" y="3083115"/>
                      <a:pt x="46269" y="3092644"/>
                    </a:cubicBezTo>
                    <a:cubicBezTo>
                      <a:pt x="58786" y="3102173"/>
                      <a:pt x="76652" y="3099792"/>
                      <a:pt x="86237" y="3087317"/>
                    </a:cubicBezTo>
                    <a:lnTo>
                      <a:pt x="2398812" y="49473"/>
                    </a:lnTo>
                    <a:cubicBezTo>
                      <a:pt x="2408285" y="36913"/>
                      <a:pt x="2405824" y="19058"/>
                      <a:pt x="2393307" y="9529"/>
                    </a:cubicBezTo>
                    <a:cubicBezTo>
                      <a:pt x="2380789" y="0"/>
                      <a:pt x="2362924" y="2381"/>
                      <a:pt x="2353339" y="14856"/>
                    </a:cubicBezTo>
                    <a:close/>
                  </a:path>
                </a:pathLst>
              </a:custGeom>
              <a:solidFill>
                <a:srgbClr val="7A00FF"/>
              </a:solidFill>
            </p:spPr>
          </p:sp>
          <p:sp>
            <p:nvSpPr>
              <p:cNvPr id="54" name="Freeform 38"/>
              <p:cNvSpPr/>
              <p:nvPr/>
            </p:nvSpPr>
            <p:spPr>
              <a:xfrm>
                <a:off x="5717939" y="1338866"/>
                <a:ext cx="2408345" cy="1030261"/>
              </a:xfrm>
              <a:custGeom>
                <a:avLst/>
                <a:gdLst/>
                <a:ahLst/>
                <a:cxnLst/>
                <a:rect l="l" t="t" r="r" b="b"/>
                <a:pathLst>
                  <a:path w="2408345" h="1030261">
                    <a:moveTo>
                      <a:pt x="127000" y="63216"/>
                    </a:moveTo>
                    <a:cubicBezTo>
                      <a:pt x="126843" y="28257"/>
                      <a:pt x="98459" y="0"/>
                      <a:pt x="63500" y="0"/>
                    </a:cubicBezTo>
                    <a:cubicBezTo>
                      <a:pt x="28540" y="0"/>
                      <a:pt x="156" y="28257"/>
                      <a:pt x="0" y="63216"/>
                    </a:cubicBezTo>
                    <a:cubicBezTo>
                      <a:pt x="156" y="98175"/>
                      <a:pt x="28540" y="126433"/>
                      <a:pt x="63500" y="126433"/>
                    </a:cubicBezTo>
                    <a:cubicBezTo>
                      <a:pt x="98459" y="126433"/>
                      <a:pt x="126843" y="98175"/>
                      <a:pt x="127000" y="63216"/>
                    </a:cubicBezTo>
                    <a:close/>
                    <a:moveTo>
                      <a:pt x="74207" y="36723"/>
                    </a:moveTo>
                    <a:cubicBezTo>
                      <a:pt x="59596" y="30894"/>
                      <a:pt x="43020" y="37971"/>
                      <a:pt x="37125" y="52556"/>
                    </a:cubicBezTo>
                    <a:cubicBezTo>
                      <a:pt x="31229" y="67141"/>
                      <a:pt x="38233" y="83749"/>
                      <a:pt x="52791" y="89709"/>
                    </a:cubicBezTo>
                    <a:lnTo>
                      <a:pt x="2365367" y="1024430"/>
                    </a:lnTo>
                    <a:cubicBezTo>
                      <a:pt x="2379978" y="1030261"/>
                      <a:pt x="2396554" y="1023184"/>
                      <a:pt x="2402450" y="1008598"/>
                    </a:cubicBezTo>
                    <a:cubicBezTo>
                      <a:pt x="2408345" y="994013"/>
                      <a:pt x="2401342" y="977405"/>
                      <a:pt x="2386783" y="971445"/>
                    </a:cubicBezTo>
                    <a:close/>
                  </a:path>
                </a:pathLst>
              </a:custGeom>
              <a:solidFill>
                <a:srgbClr val="7A00FF"/>
              </a:solidFill>
            </p:spPr>
          </p:sp>
          <p:sp>
            <p:nvSpPr>
              <p:cNvPr id="55" name="Freeform 39"/>
              <p:cNvSpPr/>
              <p:nvPr/>
            </p:nvSpPr>
            <p:spPr>
              <a:xfrm>
                <a:off x="8030514" y="2039907"/>
                <a:ext cx="2439576" cy="360114"/>
              </a:xfrm>
              <a:custGeom>
                <a:avLst/>
                <a:gdLst/>
                <a:ahLst/>
                <a:cxnLst/>
                <a:rect l="l" t="t" r="r" b="b"/>
                <a:pathLst>
                  <a:path w="2439576" h="360114">
                    <a:moveTo>
                      <a:pt x="127000" y="296897"/>
                    </a:moveTo>
                    <a:cubicBezTo>
                      <a:pt x="126843" y="261937"/>
                      <a:pt x="98460" y="233680"/>
                      <a:pt x="63500" y="233680"/>
                    </a:cubicBezTo>
                    <a:cubicBezTo>
                      <a:pt x="28540" y="233680"/>
                      <a:pt x="156" y="261937"/>
                      <a:pt x="0" y="296897"/>
                    </a:cubicBezTo>
                    <a:cubicBezTo>
                      <a:pt x="156" y="331856"/>
                      <a:pt x="28540" y="360113"/>
                      <a:pt x="63500" y="360113"/>
                    </a:cubicBezTo>
                    <a:cubicBezTo>
                      <a:pt x="98460" y="360113"/>
                      <a:pt x="126843" y="331856"/>
                      <a:pt x="127000" y="296897"/>
                    </a:cubicBezTo>
                    <a:close/>
                    <a:moveTo>
                      <a:pt x="60627" y="268466"/>
                    </a:moveTo>
                    <a:cubicBezTo>
                      <a:pt x="44982" y="270118"/>
                      <a:pt x="33615" y="284104"/>
                      <a:pt x="35196" y="299757"/>
                    </a:cubicBezTo>
                    <a:cubicBezTo>
                      <a:pt x="36778" y="315409"/>
                      <a:pt x="50714" y="326838"/>
                      <a:pt x="66372" y="325327"/>
                    </a:cubicBezTo>
                    <a:lnTo>
                      <a:pt x="2378948" y="91647"/>
                    </a:lnTo>
                    <a:cubicBezTo>
                      <a:pt x="2394593" y="89995"/>
                      <a:pt x="2405961" y="76008"/>
                      <a:pt x="2404379" y="60356"/>
                    </a:cubicBezTo>
                    <a:cubicBezTo>
                      <a:pt x="2402796" y="44704"/>
                      <a:pt x="2388861" y="33274"/>
                      <a:pt x="2373202" y="34786"/>
                    </a:cubicBezTo>
                    <a:close/>
                    <a:moveTo>
                      <a:pt x="2439576" y="63216"/>
                    </a:moveTo>
                    <a:cubicBezTo>
                      <a:pt x="2439419" y="28257"/>
                      <a:pt x="2411035" y="0"/>
                      <a:pt x="2376076" y="0"/>
                    </a:cubicBezTo>
                    <a:cubicBezTo>
                      <a:pt x="2341116" y="0"/>
                      <a:pt x="2312732" y="28257"/>
                      <a:pt x="2312576" y="63216"/>
                    </a:cubicBezTo>
                    <a:cubicBezTo>
                      <a:pt x="2312732" y="98176"/>
                      <a:pt x="2341116" y="126433"/>
                      <a:pt x="2376076" y="126433"/>
                    </a:cubicBezTo>
                    <a:cubicBezTo>
                      <a:pt x="2411035" y="126433"/>
                      <a:pt x="2439419" y="98176"/>
                      <a:pt x="2439576" y="63216"/>
                    </a:cubicBezTo>
                    <a:close/>
                  </a:path>
                </a:pathLst>
              </a:custGeom>
              <a:solidFill>
                <a:srgbClr val="7A00FF"/>
              </a:solidFill>
            </p:spPr>
          </p:sp>
          <p:sp>
            <p:nvSpPr>
              <p:cNvPr id="56" name="Freeform 40"/>
              <p:cNvSpPr/>
              <p:nvPr/>
            </p:nvSpPr>
            <p:spPr>
              <a:xfrm>
                <a:off x="1092788" y="4376710"/>
                <a:ext cx="2408345" cy="1030261"/>
              </a:xfrm>
              <a:custGeom>
                <a:avLst/>
                <a:gdLst/>
                <a:ahLst/>
                <a:cxnLst/>
                <a:rect l="l" t="t" r="r" b="b"/>
                <a:pathLst>
                  <a:path w="2408345" h="1030261">
                    <a:moveTo>
                      <a:pt x="127000" y="63217"/>
                    </a:moveTo>
                    <a:cubicBezTo>
                      <a:pt x="126843" y="28258"/>
                      <a:pt x="98459" y="0"/>
                      <a:pt x="63500" y="0"/>
                    </a:cubicBezTo>
                    <a:cubicBezTo>
                      <a:pt x="28540" y="0"/>
                      <a:pt x="156" y="28258"/>
                      <a:pt x="0" y="63217"/>
                    </a:cubicBezTo>
                    <a:cubicBezTo>
                      <a:pt x="156" y="98176"/>
                      <a:pt x="28540" y="126434"/>
                      <a:pt x="63500" y="126434"/>
                    </a:cubicBezTo>
                    <a:cubicBezTo>
                      <a:pt x="98459" y="126434"/>
                      <a:pt x="126843" y="98176"/>
                      <a:pt x="127000" y="63217"/>
                    </a:cubicBezTo>
                    <a:close/>
                    <a:moveTo>
                      <a:pt x="74208" y="36724"/>
                    </a:moveTo>
                    <a:cubicBezTo>
                      <a:pt x="59596" y="30894"/>
                      <a:pt x="43020" y="37971"/>
                      <a:pt x="37125" y="52556"/>
                    </a:cubicBezTo>
                    <a:cubicBezTo>
                      <a:pt x="31230" y="67142"/>
                      <a:pt x="38233" y="83749"/>
                      <a:pt x="52792" y="89710"/>
                    </a:cubicBezTo>
                    <a:lnTo>
                      <a:pt x="2365367" y="1024431"/>
                    </a:lnTo>
                    <a:cubicBezTo>
                      <a:pt x="2379978" y="1030262"/>
                      <a:pt x="2396554" y="1023184"/>
                      <a:pt x="2402449" y="1008599"/>
                    </a:cubicBezTo>
                    <a:cubicBezTo>
                      <a:pt x="2408345" y="994013"/>
                      <a:pt x="2401342" y="977406"/>
                      <a:pt x="2386783" y="971446"/>
                    </a:cubicBezTo>
                    <a:close/>
                  </a:path>
                </a:pathLst>
              </a:custGeom>
              <a:solidFill>
                <a:srgbClr val="B47DF1"/>
              </a:solidFill>
            </p:spPr>
          </p:sp>
          <p:sp>
            <p:nvSpPr>
              <p:cNvPr id="57" name="Freeform 41"/>
              <p:cNvSpPr/>
              <p:nvPr/>
            </p:nvSpPr>
            <p:spPr>
              <a:xfrm>
                <a:off x="3405363" y="3473148"/>
                <a:ext cx="2408088" cy="1964717"/>
              </a:xfrm>
              <a:custGeom>
                <a:avLst/>
                <a:gdLst/>
                <a:ahLst/>
                <a:cxnLst/>
                <a:rect l="l" t="t" r="r" b="b"/>
                <a:pathLst>
                  <a:path w="2408088" h="1964717">
                    <a:moveTo>
                      <a:pt x="127000" y="1901501"/>
                    </a:moveTo>
                    <a:cubicBezTo>
                      <a:pt x="126844" y="1866542"/>
                      <a:pt x="98460" y="1838284"/>
                      <a:pt x="63500" y="1838284"/>
                    </a:cubicBezTo>
                    <a:cubicBezTo>
                      <a:pt x="28541" y="1838284"/>
                      <a:pt x="156" y="1866542"/>
                      <a:pt x="0" y="1901501"/>
                    </a:cubicBezTo>
                    <a:cubicBezTo>
                      <a:pt x="156" y="1936460"/>
                      <a:pt x="28541" y="1964717"/>
                      <a:pt x="63500" y="1964717"/>
                    </a:cubicBezTo>
                    <a:cubicBezTo>
                      <a:pt x="98460" y="1964717"/>
                      <a:pt x="126844" y="1936460"/>
                      <a:pt x="127000" y="1901501"/>
                    </a:cubicBezTo>
                    <a:close/>
                    <a:moveTo>
                      <a:pt x="45536" y="1879278"/>
                    </a:moveTo>
                    <a:cubicBezTo>
                      <a:pt x="33346" y="1889223"/>
                      <a:pt x="31487" y="1907150"/>
                      <a:pt x="41377" y="1919384"/>
                    </a:cubicBezTo>
                    <a:cubicBezTo>
                      <a:pt x="51267" y="1931619"/>
                      <a:pt x="69186" y="1933558"/>
                      <a:pt x="81464" y="1923723"/>
                    </a:cubicBezTo>
                    <a:lnTo>
                      <a:pt x="2394040" y="54280"/>
                    </a:lnTo>
                    <a:cubicBezTo>
                      <a:pt x="2406230" y="44335"/>
                      <a:pt x="2408088" y="26408"/>
                      <a:pt x="2398199" y="14174"/>
                    </a:cubicBezTo>
                    <a:cubicBezTo>
                      <a:pt x="2388309" y="1939"/>
                      <a:pt x="2370390" y="0"/>
                      <a:pt x="2358112" y="9836"/>
                    </a:cubicBezTo>
                    <a:close/>
                  </a:path>
                </a:pathLst>
              </a:custGeom>
              <a:solidFill>
                <a:srgbClr val="B47DF1"/>
              </a:solidFill>
            </p:spPr>
          </p:sp>
          <p:sp>
            <p:nvSpPr>
              <p:cNvPr id="58" name="Freeform 42"/>
              <p:cNvSpPr/>
              <p:nvPr/>
            </p:nvSpPr>
            <p:spPr>
              <a:xfrm>
                <a:off x="5717939" y="3441989"/>
                <a:ext cx="2407510" cy="678907"/>
              </a:xfrm>
              <a:custGeom>
                <a:avLst/>
                <a:gdLst/>
                <a:ahLst/>
                <a:cxnLst/>
                <a:rect l="l" t="t" r="r" b="b"/>
                <a:pathLst>
                  <a:path w="2407510" h="678907">
                    <a:moveTo>
                      <a:pt x="127000" y="63216"/>
                    </a:moveTo>
                    <a:cubicBezTo>
                      <a:pt x="126843" y="28257"/>
                      <a:pt x="98459" y="0"/>
                      <a:pt x="63500" y="0"/>
                    </a:cubicBezTo>
                    <a:cubicBezTo>
                      <a:pt x="28540" y="0"/>
                      <a:pt x="156" y="28257"/>
                      <a:pt x="0" y="63216"/>
                    </a:cubicBezTo>
                    <a:cubicBezTo>
                      <a:pt x="156" y="98176"/>
                      <a:pt x="28540" y="126433"/>
                      <a:pt x="63500" y="126433"/>
                    </a:cubicBezTo>
                    <a:cubicBezTo>
                      <a:pt x="98459" y="126433"/>
                      <a:pt x="126843" y="98176"/>
                      <a:pt x="127000" y="63216"/>
                    </a:cubicBezTo>
                    <a:close/>
                    <a:moveTo>
                      <a:pt x="70498" y="35512"/>
                    </a:moveTo>
                    <a:cubicBezTo>
                      <a:pt x="55229" y="31727"/>
                      <a:pt x="39772" y="40996"/>
                      <a:pt x="35918" y="56249"/>
                    </a:cubicBezTo>
                    <a:cubicBezTo>
                      <a:pt x="32065" y="71502"/>
                      <a:pt x="41266" y="87000"/>
                      <a:pt x="56501" y="90921"/>
                    </a:cubicBezTo>
                    <a:lnTo>
                      <a:pt x="2369076" y="675122"/>
                    </a:lnTo>
                    <a:cubicBezTo>
                      <a:pt x="2384346" y="678907"/>
                      <a:pt x="2399803" y="669638"/>
                      <a:pt x="2403656" y="654385"/>
                    </a:cubicBezTo>
                    <a:cubicBezTo>
                      <a:pt x="2407509" y="639132"/>
                      <a:pt x="2398309" y="623634"/>
                      <a:pt x="2383073" y="619713"/>
                    </a:cubicBezTo>
                    <a:close/>
                  </a:path>
                </a:pathLst>
              </a:custGeom>
              <a:solidFill>
                <a:srgbClr val="B47DF1"/>
              </a:solidFill>
            </p:spPr>
          </p:sp>
          <p:sp>
            <p:nvSpPr>
              <p:cNvPr id="59" name="Freeform 43"/>
              <p:cNvSpPr/>
              <p:nvPr/>
            </p:nvSpPr>
            <p:spPr>
              <a:xfrm>
                <a:off x="8030514" y="-63217"/>
                <a:ext cx="2439576" cy="4215840"/>
              </a:xfrm>
              <a:custGeom>
                <a:avLst/>
                <a:gdLst/>
                <a:ahLst/>
                <a:cxnLst/>
                <a:rect l="l" t="t" r="r" b="b"/>
                <a:pathLst>
                  <a:path w="2439576" h="4215840">
                    <a:moveTo>
                      <a:pt x="127000" y="4152624"/>
                    </a:moveTo>
                    <a:cubicBezTo>
                      <a:pt x="126843" y="4117664"/>
                      <a:pt x="98460" y="4089407"/>
                      <a:pt x="63500" y="4089407"/>
                    </a:cubicBezTo>
                    <a:cubicBezTo>
                      <a:pt x="28540" y="4089407"/>
                      <a:pt x="156" y="4117664"/>
                      <a:pt x="0" y="4152624"/>
                    </a:cubicBezTo>
                    <a:cubicBezTo>
                      <a:pt x="156" y="4187583"/>
                      <a:pt x="28540" y="4215840"/>
                      <a:pt x="63500" y="4215840"/>
                    </a:cubicBezTo>
                    <a:cubicBezTo>
                      <a:pt x="98460" y="4215840"/>
                      <a:pt x="126843" y="4187583"/>
                      <a:pt x="127000" y="4152624"/>
                    </a:cubicBezTo>
                    <a:close/>
                    <a:moveTo>
                      <a:pt x="38627" y="4138557"/>
                    </a:moveTo>
                    <a:cubicBezTo>
                      <a:pt x="30944" y="4152286"/>
                      <a:pt x="35803" y="4169642"/>
                      <a:pt x="49497" y="4177386"/>
                    </a:cubicBezTo>
                    <a:cubicBezTo>
                      <a:pt x="63190" y="4185130"/>
                      <a:pt x="80568" y="4180349"/>
                      <a:pt x="88373" y="4166689"/>
                    </a:cubicBezTo>
                    <a:lnTo>
                      <a:pt x="2400948" y="77283"/>
                    </a:lnTo>
                    <a:cubicBezTo>
                      <a:pt x="2408631" y="63555"/>
                      <a:pt x="2403772" y="46199"/>
                      <a:pt x="2390079" y="38455"/>
                    </a:cubicBezTo>
                    <a:cubicBezTo>
                      <a:pt x="2376385" y="30711"/>
                      <a:pt x="2359007" y="35492"/>
                      <a:pt x="2351202" y="49151"/>
                    </a:cubicBezTo>
                    <a:close/>
                    <a:moveTo>
                      <a:pt x="2439576" y="63217"/>
                    </a:moveTo>
                    <a:lnTo>
                      <a:pt x="2439576" y="63217"/>
                    </a:lnTo>
                    <a:cubicBezTo>
                      <a:pt x="2439419" y="28258"/>
                      <a:pt x="2411035" y="0"/>
                      <a:pt x="2376076" y="0"/>
                    </a:cubicBezTo>
                    <a:cubicBezTo>
                      <a:pt x="2341116" y="0"/>
                      <a:pt x="2312732" y="28258"/>
                      <a:pt x="2312576" y="63217"/>
                    </a:cubicBezTo>
                    <a:lnTo>
                      <a:pt x="2312576" y="63217"/>
                    </a:lnTo>
                    <a:cubicBezTo>
                      <a:pt x="2312732" y="98176"/>
                      <a:pt x="2341116" y="126434"/>
                      <a:pt x="2376076" y="126434"/>
                    </a:cubicBezTo>
                    <a:cubicBezTo>
                      <a:pt x="2411035" y="126434"/>
                      <a:pt x="2439419" y="98176"/>
                      <a:pt x="2439576" y="63217"/>
                    </a:cubicBezTo>
                    <a:close/>
                  </a:path>
                </a:pathLst>
              </a:custGeom>
              <a:solidFill>
                <a:srgbClr val="B47DF1"/>
              </a:solidFill>
            </p:spPr>
          </p:sp>
          <p:sp>
            <p:nvSpPr>
              <p:cNvPr id="60" name="Freeform 44"/>
              <p:cNvSpPr/>
              <p:nvPr/>
            </p:nvSpPr>
            <p:spPr>
              <a:xfrm>
                <a:off x="1092788" y="2304273"/>
                <a:ext cx="2408557" cy="1497829"/>
              </a:xfrm>
              <a:custGeom>
                <a:avLst/>
                <a:gdLst/>
                <a:ahLst/>
                <a:cxnLst/>
                <a:rect l="l" t="t" r="r" b="b"/>
                <a:pathLst>
                  <a:path w="2408557" h="1497829">
                    <a:moveTo>
                      <a:pt x="127000" y="1434613"/>
                    </a:moveTo>
                    <a:cubicBezTo>
                      <a:pt x="126843" y="1399654"/>
                      <a:pt x="98459" y="1371396"/>
                      <a:pt x="63500" y="1371396"/>
                    </a:cubicBezTo>
                    <a:cubicBezTo>
                      <a:pt x="28540" y="1371396"/>
                      <a:pt x="156" y="1399654"/>
                      <a:pt x="0" y="1434613"/>
                    </a:cubicBezTo>
                    <a:cubicBezTo>
                      <a:pt x="156" y="1469572"/>
                      <a:pt x="28540" y="1497829"/>
                      <a:pt x="63500" y="1497829"/>
                    </a:cubicBezTo>
                    <a:cubicBezTo>
                      <a:pt x="98459" y="1497829"/>
                      <a:pt x="126843" y="1469572"/>
                      <a:pt x="127000" y="1434613"/>
                    </a:cubicBezTo>
                    <a:close/>
                    <a:moveTo>
                      <a:pt x="48685" y="1410178"/>
                    </a:moveTo>
                    <a:cubicBezTo>
                      <a:pt x="35269" y="1418394"/>
                      <a:pt x="31018" y="1435909"/>
                      <a:pt x="39174" y="1449361"/>
                    </a:cubicBezTo>
                    <a:cubicBezTo>
                      <a:pt x="47330" y="1462814"/>
                      <a:pt x="64825" y="1467143"/>
                      <a:pt x="78314" y="1459048"/>
                    </a:cubicBezTo>
                    <a:lnTo>
                      <a:pt x="2390890" y="56966"/>
                    </a:lnTo>
                    <a:cubicBezTo>
                      <a:pt x="2404306" y="48749"/>
                      <a:pt x="2408557" y="31235"/>
                      <a:pt x="2400401" y="17782"/>
                    </a:cubicBezTo>
                    <a:cubicBezTo>
                      <a:pt x="2392245" y="4330"/>
                      <a:pt x="2374749" y="0"/>
                      <a:pt x="2361260" y="8096"/>
                    </a:cubicBezTo>
                    <a:close/>
                  </a:path>
                </a:pathLst>
              </a:custGeom>
              <a:solidFill>
                <a:srgbClr val="FFFFFF"/>
              </a:solidFill>
            </p:spPr>
          </p:sp>
          <p:sp>
            <p:nvSpPr>
              <p:cNvPr id="61" name="Freeform 45"/>
              <p:cNvSpPr/>
              <p:nvPr/>
            </p:nvSpPr>
            <p:spPr>
              <a:xfrm>
                <a:off x="3405363" y="2273587"/>
                <a:ext cx="2407510" cy="678907"/>
              </a:xfrm>
              <a:custGeom>
                <a:avLst/>
                <a:gdLst/>
                <a:ahLst/>
                <a:cxnLst/>
                <a:rect l="l" t="t" r="r" b="b"/>
                <a:pathLst>
                  <a:path w="2407510" h="678907">
                    <a:moveTo>
                      <a:pt x="127000" y="63217"/>
                    </a:moveTo>
                    <a:cubicBezTo>
                      <a:pt x="126844" y="28257"/>
                      <a:pt x="98460" y="0"/>
                      <a:pt x="63500" y="0"/>
                    </a:cubicBezTo>
                    <a:cubicBezTo>
                      <a:pt x="28541" y="0"/>
                      <a:pt x="156" y="28257"/>
                      <a:pt x="0" y="63217"/>
                    </a:cubicBezTo>
                    <a:cubicBezTo>
                      <a:pt x="156" y="98176"/>
                      <a:pt x="28541" y="126433"/>
                      <a:pt x="63500" y="126433"/>
                    </a:cubicBezTo>
                    <a:cubicBezTo>
                      <a:pt x="98460" y="126433"/>
                      <a:pt x="126844" y="98176"/>
                      <a:pt x="127000" y="63217"/>
                    </a:cubicBezTo>
                    <a:close/>
                    <a:moveTo>
                      <a:pt x="70499" y="35512"/>
                    </a:moveTo>
                    <a:cubicBezTo>
                      <a:pt x="55229" y="31727"/>
                      <a:pt x="39772" y="40997"/>
                      <a:pt x="35919" y="56249"/>
                    </a:cubicBezTo>
                    <a:cubicBezTo>
                      <a:pt x="32066" y="71502"/>
                      <a:pt x="41266" y="87000"/>
                      <a:pt x="56501" y="90921"/>
                    </a:cubicBezTo>
                    <a:lnTo>
                      <a:pt x="2369077" y="675122"/>
                    </a:lnTo>
                    <a:cubicBezTo>
                      <a:pt x="2384346" y="678907"/>
                      <a:pt x="2399804" y="669638"/>
                      <a:pt x="2403657" y="654385"/>
                    </a:cubicBezTo>
                    <a:cubicBezTo>
                      <a:pt x="2407510" y="639132"/>
                      <a:pt x="2398309" y="623634"/>
                      <a:pt x="2383074" y="619713"/>
                    </a:cubicBezTo>
                    <a:close/>
                  </a:path>
                </a:pathLst>
              </a:custGeom>
              <a:solidFill>
                <a:srgbClr val="FFFFFF"/>
              </a:solidFill>
            </p:spPr>
          </p:sp>
          <p:sp>
            <p:nvSpPr>
              <p:cNvPr id="62" name="Freeform 46"/>
              <p:cNvSpPr/>
              <p:nvPr/>
            </p:nvSpPr>
            <p:spPr>
              <a:xfrm>
                <a:off x="5717939" y="1136182"/>
                <a:ext cx="2408249" cy="1848039"/>
              </a:xfrm>
              <a:custGeom>
                <a:avLst/>
                <a:gdLst/>
                <a:ahLst/>
                <a:cxnLst/>
                <a:rect l="l" t="t" r="r" b="b"/>
                <a:pathLst>
                  <a:path w="2408249" h="1848039">
                    <a:moveTo>
                      <a:pt x="127000" y="1784823"/>
                    </a:moveTo>
                    <a:cubicBezTo>
                      <a:pt x="126843" y="1749863"/>
                      <a:pt x="98459" y="1721606"/>
                      <a:pt x="63500" y="1721606"/>
                    </a:cubicBezTo>
                    <a:cubicBezTo>
                      <a:pt x="28540" y="1721606"/>
                      <a:pt x="156" y="1749863"/>
                      <a:pt x="0" y="1784823"/>
                    </a:cubicBezTo>
                    <a:cubicBezTo>
                      <a:pt x="156" y="1819782"/>
                      <a:pt x="28540" y="1848039"/>
                      <a:pt x="63500" y="1848039"/>
                    </a:cubicBezTo>
                    <a:cubicBezTo>
                      <a:pt x="98459" y="1848039"/>
                      <a:pt x="126843" y="1819782"/>
                      <a:pt x="127000" y="1784823"/>
                    </a:cubicBezTo>
                    <a:close/>
                    <a:moveTo>
                      <a:pt x="46240" y="1762049"/>
                    </a:moveTo>
                    <a:cubicBezTo>
                      <a:pt x="33745" y="1771607"/>
                      <a:pt x="31325" y="1789467"/>
                      <a:pt x="40827" y="1802005"/>
                    </a:cubicBezTo>
                    <a:cubicBezTo>
                      <a:pt x="50329" y="1814543"/>
                      <a:pt x="68179" y="1817042"/>
                      <a:pt x="80759" y="1807596"/>
                    </a:cubicBezTo>
                    <a:lnTo>
                      <a:pt x="2393334" y="54994"/>
                    </a:lnTo>
                    <a:cubicBezTo>
                      <a:pt x="2405829" y="45436"/>
                      <a:pt x="2408249" y="27575"/>
                      <a:pt x="2398747" y="15037"/>
                    </a:cubicBezTo>
                    <a:cubicBezTo>
                      <a:pt x="2389244" y="2499"/>
                      <a:pt x="2371396" y="0"/>
                      <a:pt x="2358815" y="9446"/>
                    </a:cubicBezTo>
                    <a:close/>
                  </a:path>
                </a:pathLst>
              </a:custGeom>
              <a:solidFill>
                <a:srgbClr val="FFFFFF"/>
              </a:solidFill>
            </p:spPr>
          </p:sp>
          <p:sp>
            <p:nvSpPr>
              <p:cNvPr id="63" name="Freeform 47"/>
              <p:cNvSpPr/>
              <p:nvPr/>
            </p:nvSpPr>
            <p:spPr>
              <a:xfrm>
                <a:off x="8030514" y="871505"/>
                <a:ext cx="2439576" cy="360114"/>
              </a:xfrm>
              <a:custGeom>
                <a:avLst/>
                <a:gdLst/>
                <a:ahLst/>
                <a:cxnLst/>
                <a:rect l="l" t="t" r="r" b="b"/>
                <a:pathLst>
                  <a:path w="2439576" h="360114">
                    <a:moveTo>
                      <a:pt x="127000" y="296897"/>
                    </a:moveTo>
                    <a:cubicBezTo>
                      <a:pt x="126843" y="261938"/>
                      <a:pt x="98460" y="233680"/>
                      <a:pt x="63500" y="233680"/>
                    </a:cubicBezTo>
                    <a:cubicBezTo>
                      <a:pt x="28540" y="233680"/>
                      <a:pt x="156" y="261938"/>
                      <a:pt x="0" y="296897"/>
                    </a:cubicBezTo>
                    <a:cubicBezTo>
                      <a:pt x="156" y="331856"/>
                      <a:pt x="28540" y="360114"/>
                      <a:pt x="63500" y="360114"/>
                    </a:cubicBezTo>
                    <a:cubicBezTo>
                      <a:pt x="98460" y="360114"/>
                      <a:pt x="126843" y="331856"/>
                      <a:pt x="127000" y="296897"/>
                    </a:cubicBezTo>
                    <a:close/>
                    <a:moveTo>
                      <a:pt x="60627" y="268467"/>
                    </a:moveTo>
                    <a:cubicBezTo>
                      <a:pt x="44982" y="270118"/>
                      <a:pt x="33615" y="284105"/>
                      <a:pt x="35196" y="299757"/>
                    </a:cubicBezTo>
                    <a:cubicBezTo>
                      <a:pt x="36778" y="315409"/>
                      <a:pt x="50714" y="326839"/>
                      <a:pt x="66372" y="325327"/>
                    </a:cubicBezTo>
                    <a:lnTo>
                      <a:pt x="2378948" y="91647"/>
                    </a:lnTo>
                    <a:cubicBezTo>
                      <a:pt x="2394593" y="89995"/>
                      <a:pt x="2405961" y="76008"/>
                      <a:pt x="2404379" y="60356"/>
                    </a:cubicBezTo>
                    <a:cubicBezTo>
                      <a:pt x="2402796" y="44704"/>
                      <a:pt x="2388861" y="33275"/>
                      <a:pt x="2373202" y="34786"/>
                    </a:cubicBezTo>
                    <a:close/>
                    <a:moveTo>
                      <a:pt x="2439576" y="63216"/>
                    </a:moveTo>
                    <a:cubicBezTo>
                      <a:pt x="2439419" y="28257"/>
                      <a:pt x="2411035" y="0"/>
                      <a:pt x="2376076" y="0"/>
                    </a:cubicBezTo>
                    <a:cubicBezTo>
                      <a:pt x="2341116" y="0"/>
                      <a:pt x="2312732" y="28257"/>
                      <a:pt x="2312576" y="63216"/>
                    </a:cubicBezTo>
                    <a:cubicBezTo>
                      <a:pt x="2312732" y="98176"/>
                      <a:pt x="2341116" y="126433"/>
                      <a:pt x="2376076" y="126433"/>
                    </a:cubicBezTo>
                    <a:cubicBezTo>
                      <a:pt x="2411035" y="126433"/>
                      <a:pt x="2439419" y="98176"/>
                      <a:pt x="2439576" y="63216"/>
                    </a:cubicBezTo>
                    <a:close/>
                  </a:path>
                </a:pathLst>
              </a:custGeom>
              <a:solidFill>
                <a:srgbClr val="FFFFFF"/>
              </a:solidFill>
            </p:spPr>
          </p:sp>
        </p:grpSp>
      </p:grpSp>
      <p:grpSp>
        <p:nvGrpSpPr>
          <p:cNvPr id="73" name="Group 11"/>
          <p:cNvGrpSpPr/>
          <p:nvPr/>
        </p:nvGrpSpPr>
        <p:grpSpPr>
          <a:xfrm rot="10800000" flipV="1">
            <a:off x="576360" y="1395124"/>
            <a:ext cx="655715" cy="4733455"/>
            <a:chOff x="0" y="0"/>
            <a:chExt cx="657826" cy="7617012"/>
          </a:xfrm>
        </p:grpSpPr>
        <p:pic>
          <p:nvPicPr>
            <p:cNvPr id="74"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5400000">
              <a:off x="-1073429" y="1073429"/>
              <a:ext cx="2804684" cy="657826"/>
            </a:xfrm>
            <a:prstGeom prst="rect">
              <a:avLst/>
            </a:prstGeom>
          </p:spPr>
        </p:pic>
        <p:pic>
          <p:nvPicPr>
            <p:cNvPr id="75" name="Picture 1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29136"/>
            <a:stretch>
              <a:fillRect/>
            </a:stretch>
          </p:blipFill>
          <p:spPr>
            <a:xfrm rot="-5400000">
              <a:off x="-664839" y="3469523"/>
              <a:ext cx="1987503" cy="657826"/>
            </a:xfrm>
            <a:prstGeom prst="rect">
              <a:avLst/>
            </a:prstGeom>
          </p:spPr>
        </p:pic>
        <p:pic>
          <p:nvPicPr>
            <p:cNvPr id="76" name="Picture 14"/>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l="49112" t="73624"/>
            <a:stretch>
              <a:fillRect/>
            </a:stretch>
          </p:blipFill>
          <p:spPr>
            <a:xfrm rot="-5400000">
              <a:off x="-520438" y="6438748"/>
              <a:ext cx="2010113" cy="346415"/>
            </a:xfrm>
            <a:prstGeom prst="rect">
              <a:avLst/>
            </a:prstGeom>
          </p:spPr>
        </p:pic>
        <p:pic>
          <p:nvPicPr>
            <p:cNvPr id="77" name="Picture 15"/>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l="75121"/>
            <a:stretch>
              <a:fillRect/>
            </a:stretch>
          </p:blipFill>
          <p:spPr>
            <a:xfrm rot="-5400000">
              <a:off x="-19971" y="4812159"/>
              <a:ext cx="697768" cy="657826"/>
            </a:xfrm>
            <a:prstGeom prst="rect">
              <a:avLst/>
            </a:prstGeom>
          </p:spPr>
        </p:pic>
      </p:grpSp>
      <p:sp>
        <p:nvSpPr>
          <p:cNvPr id="78" name="文本框 77"/>
          <p:cNvSpPr txBox="1"/>
          <p:nvPr>
            <p:custDataLst>
              <p:tags r:id="rId9"/>
            </p:custDataLst>
          </p:nvPr>
        </p:nvSpPr>
        <p:spPr>
          <a:xfrm>
            <a:off x="1778645" y="1916815"/>
            <a:ext cx="2396878" cy="3351046"/>
          </a:xfrm>
          <a:prstGeom prst="rect">
            <a:avLst/>
          </a:prstGeom>
          <a:noFill/>
        </p:spPr>
        <p:txBody>
          <a:bodyPr wrap="square" rtlCol="0">
            <a:spAutoFit/>
          </a:bodyPr>
          <a:lstStyle/>
          <a:p>
            <a:pPr>
              <a:lnSpc>
                <a:spcPct val="150000"/>
              </a:lnSpc>
            </a:pP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在此处添加文本在此处添加文本在此处添加文本在此处添加文本在此处添加文本在此处添加文本</a:t>
            </a:r>
            <a:endParaRPr lang="en-US" altLang="zh-CN" sz="2000" dirty="0">
              <a:solidFill>
                <a:schemeClr val="bg1"/>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l="-74"/>
          <a:stretch>
            <a:fillRect/>
          </a:stretch>
        </p:blipFill>
        <p:spPr>
          <a:xfrm>
            <a:off x="0" y="0"/>
            <a:ext cx="12221430" cy="6896100"/>
          </a:xfrm>
          <a:prstGeom prst="rect">
            <a:avLst/>
          </a:prstGeom>
        </p:spPr>
      </p:pic>
      <p:sp>
        <p:nvSpPr>
          <p:cNvPr id="6" name="剪去单角的矩形 5"/>
          <p:cNvSpPr/>
          <p:nvPr/>
        </p:nvSpPr>
        <p:spPr>
          <a:xfrm flipH="1" flipV="1">
            <a:off x="0" y="0"/>
            <a:ext cx="12221430" cy="6896100"/>
          </a:xfrm>
          <a:prstGeom prst="snip1Rect">
            <a:avLst>
              <a:gd name="adj" fmla="val 50000"/>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cxnSp>
        <p:nvCxnSpPr>
          <p:cNvPr id="7" name="直接连接符 6"/>
          <p:cNvCxnSpPr/>
          <p:nvPr>
            <p:custDataLst>
              <p:tags r:id="rId2"/>
            </p:custDataLst>
          </p:nvPr>
        </p:nvCxnSpPr>
        <p:spPr>
          <a:xfrm>
            <a:off x="4561373" y="2083209"/>
            <a:ext cx="5844540" cy="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1631235" y="2638460"/>
            <a:ext cx="654050" cy="624840"/>
          </a:xfrm>
          <a:prstGeom prst="ellipse">
            <a:avLst/>
          </a:prstGeom>
          <a:solidFill>
            <a:schemeClr val="bg1"/>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custDataLst>
              <p:tags r:id="rId3"/>
            </p:custDataLst>
          </p:nvPr>
        </p:nvSpPr>
        <p:spPr>
          <a:xfrm>
            <a:off x="2567225" y="3646205"/>
            <a:ext cx="654050" cy="624840"/>
          </a:xfrm>
          <a:prstGeom prst="ellipse">
            <a:avLst/>
          </a:prstGeom>
          <a:solidFill>
            <a:schemeClr val="bg1"/>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4"/>
            </p:custDataLst>
          </p:nvPr>
        </p:nvSpPr>
        <p:spPr>
          <a:xfrm>
            <a:off x="3503850" y="4582195"/>
            <a:ext cx="654050" cy="624840"/>
          </a:xfrm>
          <a:prstGeom prst="ellipse">
            <a:avLst/>
          </a:prstGeom>
          <a:solidFill>
            <a:schemeClr val="bg1"/>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custDataLst>
              <p:tags r:id="rId5"/>
            </p:custDataLst>
          </p:nvPr>
        </p:nvSpPr>
        <p:spPr>
          <a:xfrm>
            <a:off x="4367450" y="5446430"/>
            <a:ext cx="654050" cy="624840"/>
          </a:xfrm>
          <a:prstGeom prst="ellipse">
            <a:avLst/>
          </a:prstGeom>
          <a:solidFill>
            <a:schemeClr val="bg1"/>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703626" y="2766730"/>
            <a:ext cx="639445" cy="398780"/>
          </a:xfrm>
          <a:prstGeom prst="rect">
            <a:avLst/>
          </a:prstGeom>
          <a:noFill/>
        </p:spPr>
        <p:txBody>
          <a:bodyPr wrap="square" rtlCol="0">
            <a:spAutoFit/>
          </a:bodyPr>
          <a:lstStyle/>
          <a:p>
            <a:r>
              <a:rPr lang="en-US" altLang="zh-CN" sz="2000" dirty="0">
                <a:latin typeface="微软雅黑" panose="020B0503020204020204" charset="-122"/>
                <a:ea typeface="微软雅黑" panose="020B0503020204020204" charset="-122"/>
              </a:rPr>
              <a:t>01</a:t>
            </a:r>
            <a:endParaRPr lang="en-US" altLang="zh-CN" sz="2000" dirty="0">
              <a:latin typeface="微软雅黑" panose="020B0503020204020204" charset="-122"/>
              <a:ea typeface="微软雅黑" panose="020B0503020204020204" charset="-122"/>
            </a:endParaRPr>
          </a:p>
        </p:txBody>
      </p:sp>
      <p:sp>
        <p:nvSpPr>
          <p:cNvPr id="17" name="文本框 16"/>
          <p:cNvSpPr txBox="1"/>
          <p:nvPr>
            <p:custDataLst>
              <p:tags r:id="rId6"/>
            </p:custDataLst>
          </p:nvPr>
        </p:nvSpPr>
        <p:spPr>
          <a:xfrm>
            <a:off x="2639616" y="3790350"/>
            <a:ext cx="639445" cy="398780"/>
          </a:xfrm>
          <a:prstGeom prst="rect">
            <a:avLst/>
          </a:prstGeom>
          <a:noFill/>
        </p:spPr>
        <p:txBody>
          <a:bodyPr wrap="square" rtlCol="0">
            <a:spAutoFit/>
          </a:bodyPr>
          <a:lstStyle/>
          <a:p>
            <a:r>
              <a:rPr lang="en-US" altLang="zh-CN" sz="2000">
                <a:latin typeface="微软雅黑" panose="020B0503020204020204" charset="-122"/>
                <a:ea typeface="微软雅黑" panose="020B0503020204020204" charset="-122"/>
              </a:rPr>
              <a:t>02</a:t>
            </a:r>
            <a:endParaRPr lang="en-US" altLang="zh-CN" sz="2000">
              <a:latin typeface="微软雅黑" panose="020B0503020204020204" charset="-122"/>
              <a:ea typeface="微软雅黑" panose="020B0503020204020204" charset="-122"/>
            </a:endParaRPr>
          </a:p>
        </p:txBody>
      </p:sp>
      <p:sp>
        <p:nvSpPr>
          <p:cNvPr id="18" name="文本框 17"/>
          <p:cNvSpPr txBox="1"/>
          <p:nvPr>
            <p:custDataLst>
              <p:tags r:id="rId7"/>
            </p:custDataLst>
          </p:nvPr>
        </p:nvSpPr>
        <p:spPr>
          <a:xfrm>
            <a:off x="3575606" y="4710465"/>
            <a:ext cx="639445" cy="398780"/>
          </a:xfrm>
          <a:prstGeom prst="rect">
            <a:avLst/>
          </a:prstGeom>
          <a:noFill/>
        </p:spPr>
        <p:txBody>
          <a:bodyPr wrap="square" rtlCol="0">
            <a:spAutoFit/>
          </a:bodyPr>
          <a:lstStyle/>
          <a:p>
            <a:r>
              <a:rPr lang="en-US" altLang="zh-CN" sz="2000" dirty="0">
                <a:latin typeface="微软雅黑" panose="020B0503020204020204" charset="-122"/>
                <a:ea typeface="微软雅黑" panose="020B0503020204020204" charset="-122"/>
              </a:rPr>
              <a:t>03</a:t>
            </a:r>
            <a:endParaRPr lang="en-US" altLang="zh-CN" sz="2000" dirty="0">
              <a:latin typeface="微软雅黑" panose="020B0503020204020204" charset="-122"/>
              <a:ea typeface="微软雅黑" panose="020B0503020204020204" charset="-122"/>
            </a:endParaRPr>
          </a:p>
        </p:txBody>
      </p:sp>
      <p:sp>
        <p:nvSpPr>
          <p:cNvPr id="19" name="文本框 18"/>
          <p:cNvSpPr txBox="1"/>
          <p:nvPr>
            <p:custDataLst>
              <p:tags r:id="rId8"/>
            </p:custDataLst>
          </p:nvPr>
        </p:nvSpPr>
        <p:spPr>
          <a:xfrm>
            <a:off x="4439841" y="5574700"/>
            <a:ext cx="639445" cy="398780"/>
          </a:xfrm>
          <a:prstGeom prst="rect">
            <a:avLst/>
          </a:prstGeom>
          <a:noFill/>
        </p:spPr>
        <p:txBody>
          <a:bodyPr wrap="square" rtlCol="0">
            <a:spAutoFit/>
          </a:bodyPr>
          <a:lstStyle/>
          <a:p>
            <a:r>
              <a:rPr lang="en-US" altLang="zh-CN" sz="2000">
                <a:latin typeface="微软雅黑" panose="020B0503020204020204" charset="-122"/>
                <a:ea typeface="微软雅黑" panose="020B0503020204020204" charset="-122"/>
              </a:rPr>
              <a:t>04</a:t>
            </a:r>
            <a:endParaRPr lang="en-US" altLang="zh-CN" sz="2000">
              <a:latin typeface="微软雅黑" panose="020B0503020204020204" charset="-122"/>
              <a:ea typeface="微软雅黑" panose="020B0503020204020204" charset="-122"/>
            </a:endParaRPr>
          </a:p>
        </p:txBody>
      </p:sp>
      <p:sp>
        <p:nvSpPr>
          <p:cNvPr id="20" name="文本框 19"/>
          <p:cNvSpPr txBox="1"/>
          <p:nvPr/>
        </p:nvSpPr>
        <p:spPr>
          <a:xfrm>
            <a:off x="2374820" y="2766730"/>
            <a:ext cx="3041650" cy="398780"/>
          </a:xfrm>
          <a:prstGeom prst="rect">
            <a:avLst/>
          </a:prstGeom>
          <a:noFill/>
        </p:spPr>
        <p:txBody>
          <a:bodyPr wrap="square" rtlCol="0">
            <a:spAutoFit/>
          </a:bodyPr>
          <a:lstStyle/>
          <a:p>
            <a:r>
              <a:rPr lang="zh-CN" altLang="en-US" sz="2000">
                <a:solidFill>
                  <a:schemeClr val="bg1"/>
                </a:solidFill>
                <a:latin typeface="微软雅黑" panose="020B0503020204020204" charset="-122"/>
                <a:ea typeface="微软雅黑" panose="020B0503020204020204" charset="-122"/>
              </a:rPr>
              <a:t>在此处输入文本</a:t>
            </a:r>
            <a:endParaRPr lang="zh-CN" altLang="en-US" sz="2000">
              <a:solidFill>
                <a:schemeClr val="bg1"/>
              </a:solidFill>
              <a:latin typeface="微软雅黑" panose="020B0503020204020204" charset="-122"/>
              <a:ea typeface="微软雅黑" panose="020B0503020204020204" charset="-122"/>
            </a:endParaRPr>
          </a:p>
        </p:txBody>
      </p:sp>
      <p:sp>
        <p:nvSpPr>
          <p:cNvPr id="21" name="文本框 20"/>
          <p:cNvSpPr txBox="1"/>
          <p:nvPr>
            <p:custDataLst>
              <p:tags r:id="rId9"/>
            </p:custDataLst>
          </p:nvPr>
        </p:nvSpPr>
        <p:spPr>
          <a:xfrm>
            <a:off x="3359705" y="3790350"/>
            <a:ext cx="3041650" cy="398780"/>
          </a:xfrm>
          <a:prstGeom prst="rect">
            <a:avLst/>
          </a:prstGeom>
          <a:noFill/>
        </p:spPr>
        <p:txBody>
          <a:bodyPr wrap="square" rtlCol="0">
            <a:spAutoFit/>
          </a:bodyPr>
          <a:lstStyle/>
          <a:p>
            <a:r>
              <a:rPr lang="zh-CN" altLang="en-US" sz="2000" dirty="0">
                <a:solidFill>
                  <a:schemeClr val="bg1"/>
                </a:solidFill>
                <a:latin typeface="微软雅黑" panose="020B0503020204020204" charset="-122"/>
                <a:ea typeface="微软雅黑" panose="020B0503020204020204" charset="-122"/>
              </a:rPr>
              <a:t>在此处输入文本</a:t>
            </a:r>
            <a:endParaRPr lang="zh-CN" altLang="en-US" sz="2000" dirty="0">
              <a:solidFill>
                <a:schemeClr val="bg1"/>
              </a:solidFill>
              <a:latin typeface="微软雅黑" panose="020B0503020204020204" charset="-122"/>
              <a:ea typeface="微软雅黑" panose="020B0503020204020204" charset="-122"/>
            </a:endParaRPr>
          </a:p>
        </p:txBody>
      </p:sp>
      <p:sp>
        <p:nvSpPr>
          <p:cNvPr id="22" name="文本框 21"/>
          <p:cNvSpPr txBox="1"/>
          <p:nvPr>
            <p:custDataLst>
              <p:tags r:id="rId10"/>
            </p:custDataLst>
          </p:nvPr>
        </p:nvSpPr>
        <p:spPr>
          <a:xfrm>
            <a:off x="4367450" y="4682525"/>
            <a:ext cx="3041650" cy="398780"/>
          </a:xfrm>
          <a:prstGeom prst="rect">
            <a:avLst/>
          </a:prstGeom>
          <a:noFill/>
        </p:spPr>
        <p:txBody>
          <a:bodyPr wrap="square" rtlCol="0">
            <a:spAutoFit/>
          </a:bodyPr>
          <a:lstStyle/>
          <a:p>
            <a:r>
              <a:rPr lang="zh-CN" altLang="en-US" sz="2000">
                <a:solidFill>
                  <a:schemeClr val="bg1"/>
                </a:solidFill>
                <a:latin typeface="微软雅黑" panose="020B0503020204020204" charset="-122"/>
                <a:ea typeface="微软雅黑" panose="020B0503020204020204" charset="-122"/>
              </a:rPr>
              <a:t>在此处输入文本</a:t>
            </a:r>
            <a:endParaRPr lang="zh-CN" altLang="en-US" sz="2000">
              <a:solidFill>
                <a:schemeClr val="bg1"/>
              </a:solidFill>
              <a:latin typeface="微软雅黑" panose="020B0503020204020204" charset="-122"/>
              <a:ea typeface="微软雅黑" panose="020B0503020204020204" charset="-122"/>
            </a:endParaRPr>
          </a:p>
        </p:txBody>
      </p:sp>
      <p:sp>
        <p:nvSpPr>
          <p:cNvPr id="23" name="文本框 22"/>
          <p:cNvSpPr txBox="1"/>
          <p:nvPr>
            <p:custDataLst>
              <p:tags r:id="rId11"/>
            </p:custDataLst>
          </p:nvPr>
        </p:nvSpPr>
        <p:spPr>
          <a:xfrm>
            <a:off x="5591810" y="5589270"/>
            <a:ext cx="3041650" cy="398780"/>
          </a:xfrm>
          <a:prstGeom prst="rect">
            <a:avLst/>
          </a:prstGeom>
          <a:noFill/>
        </p:spPr>
        <p:txBody>
          <a:bodyPr wrap="square" rtlCol="0">
            <a:spAutoFit/>
          </a:bodyPr>
          <a:lstStyle/>
          <a:p>
            <a:r>
              <a:rPr lang="zh-CN" altLang="en-US" sz="2000">
                <a:solidFill>
                  <a:schemeClr val="bg1"/>
                </a:solidFill>
                <a:latin typeface="微软雅黑" panose="020B0503020204020204" charset="-122"/>
                <a:ea typeface="微软雅黑" panose="020B0503020204020204" charset="-122"/>
              </a:rPr>
              <a:t>在此处输入文本</a:t>
            </a:r>
            <a:endParaRPr lang="zh-CN" altLang="en-US" sz="2000">
              <a:solidFill>
                <a:schemeClr val="bg1"/>
              </a:solidFill>
              <a:latin typeface="微软雅黑" panose="020B0503020204020204" charset="-122"/>
              <a:ea typeface="微软雅黑" panose="020B0503020204020204" charset="-122"/>
            </a:endParaRPr>
          </a:p>
        </p:txBody>
      </p:sp>
      <p:pic>
        <p:nvPicPr>
          <p:cNvPr id="24" name="图形 23"/>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24779" y="423875"/>
            <a:ext cx="1992352" cy="552566"/>
          </a:xfrm>
          <a:prstGeom prst="rect">
            <a:avLst/>
          </a:prstGeom>
        </p:spPr>
      </p:pic>
      <p:sp>
        <p:nvSpPr>
          <p:cNvPr id="25" name="文本框 24"/>
          <p:cNvSpPr txBox="1"/>
          <p:nvPr/>
        </p:nvSpPr>
        <p:spPr>
          <a:xfrm>
            <a:off x="6594722" y="1235871"/>
            <a:ext cx="4077476"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grpSp>
        <p:nvGrpSpPr>
          <p:cNvPr id="26" name="Group 19"/>
          <p:cNvGrpSpPr/>
          <p:nvPr/>
        </p:nvGrpSpPr>
        <p:grpSpPr>
          <a:xfrm rot="9976140">
            <a:off x="473520" y="1807843"/>
            <a:ext cx="2619682" cy="1378883"/>
            <a:chOff x="0" y="0"/>
            <a:chExt cx="3492910" cy="1838510"/>
          </a:xfrm>
        </p:grpSpPr>
        <p:pic>
          <p:nvPicPr>
            <p:cNvPr id="28" name="Picture 2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p:blipFill>
          <p:spPr>
            <a:xfrm rot="-944953">
              <a:off x="214261" y="415658"/>
              <a:ext cx="3202063" cy="1007194"/>
            </a:xfrm>
            <a:prstGeom prst="rect">
              <a:avLst/>
            </a:prstGeom>
          </p:spPr>
        </p:pic>
        <p:pic>
          <p:nvPicPr>
            <p:cNvPr id="29" name="Picture 21"/>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a:fillRect/>
            </a:stretch>
          </p:blipFill>
          <p:spPr>
            <a:xfrm>
              <a:off x="0" y="1036875"/>
              <a:ext cx="669152" cy="669152"/>
            </a:xfrm>
            <a:prstGeom prst="rect">
              <a:avLst/>
            </a:prstGeom>
          </p:spPr>
        </p:pic>
      </p:grpSp>
      <p:grpSp>
        <p:nvGrpSpPr>
          <p:cNvPr id="30" name="Group 11"/>
          <p:cNvGrpSpPr/>
          <p:nvPr/>
        </p:nvGrpSpPr>
        <p:grpSpPr>
          <a:xfrm rot="10800000" flipH="1">
            <a:off x="11149034" y="531990"/>
            <a:ext cx="561738" cy="5846726"/>
            <a:chOff x="0" y="0"/>
            <a:chExt cx="657826" cy="7617012"/>
          </a:xfrm>
        </p:grpSpPr>
        <p:pic>
          <p:nvPicPr>
            <p:cNvPr id="32" name="Picture 12"/>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a:stretch>
              <a:fillRect/>
            </a:stretch>
          </p:blipFill>
          <p:spPr>
            <a:xfrm rot="-5400000">
              <a:off x="-1073429" y="1073429"/>
              <a:ext cx="2804684" cy="657826"/>
            </a:xfrm>
            <a:prstGeom prst="rect">
              <a:avLst/>
            </a:prstGeom>
          </p:spPr>
        </p:pic>
        <p:pic>
          <p:nvPicPr>
            <p:cNvPr id="33" name="Picture 13"/>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rcRect l="29136"/>
            <a:stretch>
              <a:fillRect/>
            </a:stretch>
          </p:blipFill>
          <p:spPr>
            <a:xfrm rot="-5400000">
              <a:off x="-664839" y="3469523"/>
              <a:ext cx="1987503" cy="657826"/>
            </a:xfrm>
            <a:prstGeom prst="rect">
              <a:avLst/>
            </a:prstGeom>
          </p:spPr>
        </p:pic>
        <p:pic>
          <p:nvPicPr>
            <p:cNvPr id="34" name="Picture 14"/>
            <p:cNvPicPr>
              <a:picLocks noChangeAspect="1"/>
            </p:cNvPicPr>
            <p:nvPr/>
          </p:nvPicPr>
          <p:blipFill>
            <a:blip r:embed="rId21" cstate="print">
              <a:extLst>
                <a:ext uri="{28A0092B-C50C-407E-A947-70E740481C1C}">
                  <a14:useLocalDpi xmlns:a14="http://schemas.microsoft.com/office/drawing/2010/main" val="0"/>
                </a:ext>
                <a:ext uri="{96DAC541-7B7A-43D3-8B79-37D633B846F1}">
                  <asvg:svgBlip xmlns:asvg="http://schemas.microsoft.com/office/drawing/2016/SVG/main" r:embed="rId22"/>
                </a:ext>
              </a:extLst>
            </a:blip>
            <a:srcRect l="49112" t="73624"/>
            <a:stretch>
              <a:fillRect/>
            </a:stretch>
          </p:blipFill>
          <p:spPr>
            <a:xfrm rot="-5400000">
              <a:off x="-520438" y="6438748"/>
              <a:ext cx="2010113" cy="346415"/>
            </a:xfrm>
            <a:prstGeom prst="rect">
              <a:avLst/>
            </a:prstGeom>
          </p:spPr>
        </p:pic>
        <p:pic>
          <p:nvPicPr>
            <p:cNvPr id="35" name="Picture 15"/>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rcRect l="75121"/>
            <a:stretch>
              <a:fillRect/>
            </a:stretch>
          </p:blipFill>
          <p:spPr>
            <a:xfrm rot="-5400000">
              <a:off x="-19971" y="4812159"/>
              <a:ext cx="697768" cy="657826"/>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矩形 5"/>
          <p:cNvSpPr/>
          <p:nvPr/>
        </p:nvSpPr>
        <p:spPr>
          <a:xfrm>
            <a:off x="-1" y="-27305"/>
            <a:ext cx="12192001" cy="688530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2"/>
          <p:cNvSpPr/>
          <p:nvPr/>
        </p:nvSpPr>
        <p:spPr>
          <a:xfrm>
            <a:off x="-2" y="1289883"/>
            <a:ext cx="12192001" cy="5568117"/>
          </a:xfrm>
          <a:prstGeom prst="flowChartPunchedCard">
            <a:avLst/>
          </a:prstGeom>
          <a:blipFill rotWithShape="1">
            <a:blip r:embed="rId1" cstate="print">
              <a:extLst>
                <a:ext uri="{28A0092B-C50C-407E-A947-70E740481C1C}">
                  <a14:useLocalDpi xmlns:a14="http://schemas.microsoft.com/office/drawing/2010/main" val="0"/>
                </a:ext>
              </a:extLst>
            </a:blip>
            <a:stretch>
              <a:fillRect t="1" b="-907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192000" cy="6858000"/>
          </a:xfrm>
          <a:prstGeom prst="rect">
            <a:avLst/>
          </a:prstGeom>
          <a:solidFill>
            <a:schemeClr val="tx1">
              <a:lumMod val="85000"/>
              <a:lumOff val="1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文本框 6"/>
          <p:cNvSpPr txBox="1"/>
          <p:nvPr/>
        </p:nvSpPr>
        <p:spPr>
          <a:xfrm>
            <a:off x="1911931" y="1802913"/>
            <a:ext cx="8869680" cy="1200329"/>
          </a:xfrm>
          <a:prstGeom prst="rect">
            <a:avLst/>
          </a:prstGeom>
          <a:noFill/>
        </p:spPr>
        <p:txBody>
          <a:bodyPr wrap="square" rtlCol="0">
            <a:spAutoFit/>
          </a:bodyPr>
          <a:lstStyle/>
          <a:p>
            <a:r>
              <a:rPr lang="en-US" altLang="zh-CN" sz="7200" dirty="0">
                <a:solidFill>
                  <a:schemeClr val="bg1"/>
                </a:solidFill>
                <a:latin typeface="微软雅黑" panose="020B0503020204020204" charset="-122"/>
                <a:ea typeface="微软雅黑" panose="020B0503020204020204" charset="-122"/>
              </a:rPr>
              <a:t>04| </a:t>
            </a:r>
            <a:r>
              <a:rPr lang="zh-CN" altLang="en-US" sz="7200" dirty="0">
                <a:solidFill>
                  <a:schemeClr val="bg1"/>
                </a:solidFill>
                <a:latin typeface="微软雅黑" panose="020B0503020204020204" charset="-122"/>
                <a:ea typeface="微软雅黑" panose="020B0503020204020204" charset="-122"/>
              </a:rPr>
              <a:t>在此处添加文本</a:t>
            </a:r>
            <a:endParaRPr lang="zh-CN" altLang="en-US" sz="8000" dirty="0">
              <a:solidFill>
                <a:schemeClr val="bg1"/>
              </a:solidFill>
              <a:latin typeface="微软雅黑" panose="020B0503020204020204" charset="-122"/>
              <a:ea typeface="微软雅黑" panose="020B0503020204020204" charset="-122"/>
            </a:endParaRPr>
          </a:p>
        </p:txBody>
      </p:sp>
      <p:grpSp>
        <p:nvGrpSpPr>
          <p:cNvPr id="22" name="Group 19"/>
          <p:cNvGrpSpPr/>
          <p:nvPr/>
        </p:nvGrpSpPr>
        <p:grpSpPr>
          <a:xfrm rot="9976140">
            <a:off x="687628" y="1649707"/>
            <a:ext cx="2619682" cy="1378883"/>
            <a:chOff x="0" y="0"/>
            <a:chExt cx="3492910" cy="1838510"/>
          </a:xfrm>
        </p:grpSpPr>
        <p:pic>
          <p:nvPicPr>
            <p:cNvPr id="23"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944953">
              <a:off x="214261" y="415658"/>
              <a:ext cx="3202063" cy="1007194"/>
            </a:xfrm>
            <a:prstGeom prst="rect">
              <a:avLst/>
            </a:prstGeom>
          </p:spPr>
        </p:pic>
        <p:pic>
          <p:nvPicPr>
            <p:cNvPr id="24" name="Picture 21"/>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0" y="1036875"/>
              <a:ext cx="669152" cy="669152"/>
            </a:xfrm>
            <a:prstGeom prst="rect">
              <a:avLst/>
            </a:prstGeom>
          </p:spPr>
        </p:pic>
      </p:grpSp>
      <p:grpSp>
        <p:nvGrpSpPr>
          <p:cNvPr id="25" name="Group 9"/>
          <p:cNvGrpSpPr/>
          <p:nvPr/>
        </p:nvGrpSpPr>
        <p:grpSpPr>
          <a:xfrm rot="-10800000">
            <a:off x="671908" y="3338212"/>
            <a:ext cx="10886280" cy="2674318"/>
            <a:chOff x="120578" y="0"/>
            <a:chExt cx="21520222" cy="5286644"/>
          </a:xfrm>
        </p:grpSpPr>
        <p:pic>
          <p:nvPicPr>
            <p:cNvPr id="26"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10800000">
              <a:off x="17959909" y="0"/>
              <a:ext cx="3680891" cy="1223896"/>
            </a:xfrm>
            <a:prstGeom prst="rect">
              <a:avLst/>
            </a:prstGeom>
          </p:spPr>
        </p:pic>
        <p:pic>
          <p:nvPicPr>
            <p:cNvPr id="27"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20426149" y="1767289"/>
              <a:ext cx="1967770" cy="461532"/>
            </a:xfrm>
            <a:prstGeom prst="rect">
              <a:avLst/>
            </a:prstGeom>
          </p:spPr>
        </p:pic>
        <p:pic>
          <p:nvPicPr>
            <p:cNvPr id="29"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886612" y="2049391"/>
              <a:ext cx="5244443" cy="1230063"/>
            </a:xfrm>
            <a:prstGeom prst="rect">
              <a:avLst/>
            </a:prstGeom>
          </p:spPr>
        </p:pic>
      </p:grpSp>
      <p:pic>
        <p:nvPicPr>
          <p:cNvPr id="33" name="图形 32"/>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4779" y="423875"/>
            <a:ext cx="1992352" cy="552566"/>
          </a:xfrm>
          <a:prstGeom prst="rect">
            <a:avLst/>
          </a:prstGeom>
        </p:spPr>
      </p:pic>
      <p:grpSp>
        <p:nvGrpSpPr>
          <p:cNvPr id="15" name="Group 16"/>
          <p:cNvGrpSpPr/>
          <p:nvPr/>
        </p:nvGrpSpPr>
        <p:grpSpPr>
          <a:xfrm rot="-5400000">
            <a:off x="8731838" y="-1696211"/>
            <a:ext cx="805838" cy="4399405"/>
            <a:chOff x="0" y="0"/>
            <a:chExt cx="843067" cy="3441433"/>
          </a:xfrm>
        </p:grpSpPr>
        <p:pic>
          <p:nvPicPr>
            <p:cNvPr id="16"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17"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0" y="-41500"/>
            <a:ext cx="12204890" cy="6899500"/>
          </a:xfrm>
          <a:prstGeom prst="rect">
            <a:avLst/>
          </a:prstGeom>
        </p:spPr>
      </p:pic>
      <p:sp>
        <p:nvSpPr>
          <p:cNvPr id="33" name="矩形 32"/>
          <p:cNvSpPr/>
          <p:nvPr/>
        </p:nvSpPr>
        <p:spPr>
          <a:xfrm>
            <a:off x="-4936" y="0"/>
            <a:ext cx="12192000"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14" name="矩形 13"/>
          <p:cNvSpPr/>
          <p:nvPr/>
        </p:nvSpPr>
        <p:spPr>
          <a:xfrm>
            <a:off x="0" y="-41500"/>
            <a:ext cx="12192000" cy="6858000"/>
          </a:xfrm>
          <a:prstGeom prst="rect">
            <a:avLst/>
          </a:prstGeom>
          <a:solidFill>
            <a:srgbClr val="00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pic>
        <p:nvPicPr>
          <p:cNvPr id="15" name="图形 14"/>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4779" y="423875"/>
            <a:ext cx="1992352" cy="552566"/>
          </a:xfrm>
          <a:prstGeom prst="rect">
            <a:avLst/>
          </a:prstGeom>
        </p:spPr>
      </p:pic>
      <p:grpSp>
        <p:nvGrpSpPr>
          <p:cNvPr id="16" name="Group 9"/>
          <p:cNvGrpSpPr/>
          <p:nvPr/>
        </p:nvGrpSpPr>
        <p:grpSpPr>
          <a:xfrm rot="-10800000">
            <a:off x="424778" y="620688"/>
            <a:ext cx="11287845" cy="5665052"/>
            <a:chOff x="0" y="0"/>
            <a:chExt cx="21640800" cy="9125922"/>
          </a:xfrm>
        </p:grpSpPr>
        <p:pic>
          <p:nvPicPr>
            <p:cNvPr id="17"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rot="-10800000">
              <a:off x="17959909" y="0"/>
              <a:ext cx="3680891" cy="1223896"/>
            </a:xfrm>
            <a:prstGeom prst="rect">
              <a:avLst/>
            </a:prstGeom>
          </p:spPr>
        </p:pic>
        <p:pic>
          <p:nvPicPr>
            <p:cNvPr id="18"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5400000">
              <a:off x="20426149" y="1767289"/>
              <a:ext cx="1967770" cy="461532"/>
            </a:xfrm>
            <a:prstGeom prst="rect">
              <a:avLst/>
            </a:prstGeom>
          </p:spPr>
        </p:pic>
        <p:pic>
          <p:nvPicPr>
            <p:cNvPr id="19"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0" y="7902026"/>
              <a:ext cx="3680891" cy="1223896"/>
            </a:xfrm>
            <a:prstGeom prst="rect">
              <a:avLst/>
            </a:prstGeom>
          </p:spPr>
        </p:pic>
        <p:pic>
          <p:nvPicPr>
            <p:cNvPr id="20"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rot="5400000">
              <a:off x="-753119" y="6897102"/>
              <a:ext cx="1967770" cy="461532"/>
            </a:xfrm>
            <a:prstGeom prst="rect">
              <a:avLst/>
            </a:prstGeom>
          </p:spPr>
        </p:pic>
      </p:grpSp>
      <p:grpSp>
        <p:nvGrpSpPr>
          <p:cNvPr id="27" name="Group 17"/>
          <p:cNvGrpSpPr/>
          <p:nvPr/>
        </p:nvGrpSpPr>
        <p:grpSpPr>
          <a:xfrm>
            <a:off x="5435257" y="1769116"/>
            <a:ext cx="5306292" cy="1071462"/>
            <a:chOff x="0" y="0"/>
            <a:chExt cx="11442300" cy="3647274"/>
          </a:xfrm>
        </p:grpSpPr>
        <p:grpSp>
          <p:nvGrpSpPr>
            <p:cNvPr id="28" name="Group 18"/>
            <p:cNvGrpSpPr/>
            <p:nvPr/>
          </p:nvGrpSpPr>
          <p:grpSpPr>
            <a:xfrm rot="-10800000">
              <a:off x="455589" y="0"/>
              <a:ext cx="10986711" cy="3647274"/>
              <a:chOff x="0" y="0"/>
              <a:chExt cx="22744800" cy="7550624"/>
            </a:xfrm>
          </p:grpSpPr>
          <p:sp>
            <p:nvSpPr>
              <p:cNvPr id="37" name="Freeform 19"/>
              <p:cNvSpPr/>
              <p:nvPr/>
            </p:nvSpPr>
            <p:spPr>
              <a:xfrm>
                <a:off x="0" y="0"/>
                <a:ext cx="22744800" cy="7550624"/>
              </a:xfrm>
              <a:custGeom>
                <a:avLst/>
                <a:gdLst/>
                <a:ahLst/>
                <a:cxnLst/>
                <a:rect l="l" t="t" r="r" b="b"/>
                <a:pathLst>
                  <a:path w="22744801" h="7550624">
                    <a:moveTo>
                      <a:pt x="1324610" y="0"/>
                    </a:moveTo>
                    <a:lnTo>
                      <a:pt x="0" y="0"/>
                    </a:lnTo>
                    <a:lnTo>
                      <a:pt x="0" y="6226014"/>
                    </a:lnTo>
                    <a:lnTo>
                      <a:pt x="1324610" y="7550624"/>
                    </a:lnTo>
                    <a:lnTo>
                      <a:pt x="22744801" y="7550624"/>
                    </a:lnTo>
                    <a:lnTo>
                      <a:pt x="22744801" y="0"/>
                    </a:lnTo>
                    <a:lnTo>
                      <a:pt x="1324610" y="0"/>
                    </a:lnTo>
                    <a:lnTo>
                      <a:pt x="1324610" y="0"/>
                    </a:lnTo>
                    <a:close/>
                  </a:path>
                </a:pathLst>
              </a:cu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sp>
        </p:grpSp>
        <p:grpSp>
          <p:nvGrpSpPr>
            <p:cNvPr id="34" name="Group 24"/>
            <p:cNvGrpSpPr/>
            <p:nvPr/>
          </p:nvGrpSpPr>
          <p:grpSpPr>
            <a:xfrm rot="-10800000">
              <a:off x="0" y="0"/>
              <a:ext cx="455589" cy="3647274"/>
              <a:chOff x="0" y="0"/>
              <a:chExt cx="118566" cy="949196"/>
            </a:xfrm>
          </p:grpSpPr>
          <p:sp>
            <p:nvSpPr>
              <p:cNvPr id="35" name="Freeform 25"/>
              <p:cNvSpPr/>
              <p:nvPr/>
            </p:nvSpPr>
            <p:spPr>
              <a:xfrm>
                <a:off x="0" y="0"/>
                <a:ext cx="118566" cy="949196"/>
              </a:xfrm>
              <a:custGeom>
                <a:avLst/>
                <a:gdLst/>
                <a:ahLst/>
                <a:cxnLst/>
                <a:rect l="l" t="t" r="r" b="b"/>
                <a:pathLst>
                  <a:path w="118566" h="949196">
                    <a:moveTo>
                      <a:pt x="0" y="0"/>
                    </a:moveTo>
                    <a:lnTo>
                      <a:pt x="118566" y="0"/>
                    </a:lnTo>
                    <a:lnTo>
                      <a:pt x="118566" y="949196"/>
                    </a:lnTo>
                    <a:lnTo>
                      <a:pt x="0" y="949196"/>
                    </a:lnTo>
                    <a:close/>
                  </a:path>
                </a:pathLst>
              </a:custGeom>
              <a:solidFill>
                <a:srgbClr val="3B6896"/>
              </a:solidFill>
            </p:spPr>
          </p:sp>
          <p:sp>
            <p:nvSpPr>
              <p:cNvPr id="36" name="TextBox 26"/>
              <p:cNvSpPr txBox="1"/>
              <p:nvPr/>
            </p:nvSpPr>
            <p:spPr>
              <a:xfrm>
                <a:off x="0" y="-104775"/>
                <a:ext cx="812800" cy="917575"/>
              </a:xfrm>
              <a:prstGeom prst="rect">
                <a:avLst/>
              </a:prstGeom>
            </p:spPr>
            <p:txBody>
              <a:bodyPr lIns="50800" tIns="50800" rIns="50800" bIns="50800" rtlCol="0" anchor="ctr"/>
              <a:lstStyle/>
              <a:p>
                <a:pPr algn="ctr">
                  <a:lnSpc>
                    <a:spcPts val="3240"/>
                  </a:lnSpc>
                </a:pPr>
              </a:p>
            </p:txBody>
          </p:sp>
        </p:grpSp>
      </p:grpSp>
      <p:grpSp>
        <p:nvGrpSpPr>
          <p:cNvPr id="38" name="Group 27"/>
          <p:cNvGrpSpPr/>
          <p:nvPr/>
        </p:nvGrpSpPr>
        <p:grpSpPr>
          <a:xfrm>
            <a:off x="5435257" y="3149555"/>
            <a:ext cx="5306292" cy="1071462"/>
            <a:chOff x="0" y="0"/>
            <a:chExt cx="11442300" cy="3647274"/>
          </a:xfrm>
        </p:grpSpPr>
        <p:grpSp>
          <p:nvGrpSpPr>
            <p:cNvPr id="39" name="Group 28"/>
            <p:cNvGrpSpPr/>
            <p:nvPr/>
          </p:nvGrpSpPr>
          <p:grpSpPr>
            <a:xfrm rot="-10800000">
              <a:off x="455589" y="0"/>
              <a:ext cx="10986711" cy="3647274"/>
              <a:chOff x="0" y="0"/>
              <a:chExt cx="22744800" cy="7550624"/>
            </a:xfrm>
          </p:grpSpPr>
          <p:sp>
            <p:nvSpPr>
              <p:cNvPr id="47" name="Freeform 29"/>
              <p:cNvSpPr/>
              <p:nvPr/>
            </p:nvSpPr>
            <p:spPr>
              <a:xfrm>
                <a:off x="0" y="0"/>
                <a:ext cx="22744801" cy="7550624"/>
              </a:xfrm>
              <a:custGeom>
                <a:avLst/>
                <a:gdLst/>
                <a:ahLst/>
                <a:cxnLst/>
                <a:rect l="l" t="t" r="r" b="b"/>
                <a:pathLst>
                  <a:path w="22744801" h="7550624">
                    <a:moveTo>
                      <a:pt x="1324610" y="0"/>
                    </a:moveTo>
                    <a:lnTo>
                      <a:pt x="0" y="0"/>
                    </a:lnTo>
                    <a:lnTo>
                      <a:pt x="0" y="6226014"/>
                    </a:lnTo>
                    <a:lnTo>
                      <a:pt x="1324610" y="7550624"/>
                    </a:lnTo>
                    <a:lnTo>
                      <a:pt x="22744801" y="7550624"/>
                    </a:lnTo>
                    <a:lnTo>
                      <a:pt x="22744801" y="0"/>
                    </a:lnTo>
                    <a:lnTo>
                      <a:pt x="1324610" y="0"/>
                    </a:lnTo>
                    <a:lnTo>
                      <a:pt x="1324610" y="0"/>
                    </a:lnTo>
                    <a:close/>
                  </a:path>
                </a:pathLst>
              </a:cu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zh-CN" altLang="en-US" dirty="0"/>
              </a:p>
            </p:txBody>
          </p:sp>
        </p:grpSp>
        <p:grpSp>
          <p:nvGrpSpPr>
            <p:cNvPr id="44" name="Group 34"/>
            <p:cNvGrpSpPr/>
            <p:nvPr/>
          </p:nvGrpSpPr>
          <p:grpSpPr>
            <a:xfrm rot="-10800000">
              <a:off x="0" y="0"/>
              <a:ext cx="455589" cy="3647274"/>
              <a:chOff x="0" y="0"/>
              <a:chExt cx="118566" cy="949196"/>
            </a:xfrm>
          </p:grpSpPr>
          <p:sp>
            <p:nvSpPr>
              <p:cNvPr id="45" name="Freeform 35"/>
              <p:cNvSpPr/>
              <p:nvPr/>
            </p:nvSpPr>
            <p:spPr>
              <a:xfrm>
                <a:off x="0" y="0"/>
                <a:ext cx="118566" cy="949196"/>
              </a:xfrm>
              <a:custGeom>
                <a:avLst/>
                <a:gdLst/>
                <a:ahLst/>
                <a:cxnLst/>
                <a:rect l="l" t="t" r="r" b="b"/>
                <a:pathLst>
                  <a:path w="118566" h="949196">
                    <a:moveTo>
                      <a:pt x="0" y="0"/>
                    </a:moveTo>
                    <a:lnTo>
                      <a:pt x="118566" y="0"/>
                    </a:lnTo>
                    <a:lnTo>
                      <a:pt x="118566" y="949196"/>
                    </a:lnTo>
                    <a:lnTo>
                      <a:pt x="0" y="949196"/>
                    </a:lnTo>
                    <a:close/>
                  </a:path>
                </a:pathLst>
              </a:custGeom>
              <a:solidFill>
                <a:schemeClr val="accent1">
                  <a:lumMod val="75000"/>
                </a:schemeClr>
              </a:solidFill>
            </p:spPr>
          </p:sp>
          <p:sp>
            <p:nvSpPr>
              <p:cNvPr id="46" name="TextBox 36"/>
              <p:cNvSpPr txBox="1"/>
              <p:nvPr/>
            </p:nvSpPr>
            <p:spPr>
              <a:xfrm>
                <a:off x="0" y="-104775"/>
                <a:ext cx="812800" cy="917575"/>
              </a:xfrm>
              <a:prstGeom prst="rect">
                <a:avLst/>
              </a:prstGeom>
            </p:spPr>
            <p:txBody>
              <a:bodyPr lIns="50800" tIns="50800" rIns="50800" bIns="50800" rtlCol="0" anchor="ctr"/>
              <a:lstStyle/>
              <a:p>
                <a:pPr algn="ctr">
                  <a:lnSpc>
                    <a:spcPts val="3240"/>
                  </a:lnSpc>
                </a:pPr>
              </a:p>
            </p:txBody>
          </p:sp>
        </p:grpSp>
      </p:grpSp>
      <p:grpSp>
        <p:nvGrpSpPr>
          <p:cNvPr id="48" name="Group 27"/>
          <p:cNvGrpSpPr/>
          <p:nvPr/>
        </p:nvGrpSpPr>
        <p:grpSpPr>
          <a:xfrm>
            <a:off x="5442103" y="4456920"/>
            <a:ext cx="5306292" cy="1071462"/>
            <a:chOff x="0" y="0"/>
            <a:chExt cx="11442300" cy="3647274"/>
          </a:xfrm>
        </p:grpSpPr>
        <p:grpSp>
          <p:nvGrpSpPr>
            <p:cNvPr id="49" name="Group 28"/>
            <p:cNvGrpSpPr/>
            <p:nvPr/>
          </p:nvGrpSpPr>
          <p:grpSpPr>
            <a:xfrm rot="-10800000">
              <a:off x="455589" y="0"/>
              <a:ext cx="10986711" cy="3647274"/>
              <a:chOff x="0" y="0"/>
              <a:chExt cx="22744800" cy="7550624"/>
            </a:xfrm>
          </p:grpSpPr>
          <p:sp>
            <p:nvSpPr>
              <p:cNvPr id="53" name="Freeform 29"/>
              <p:cNvSpPr/>
              <p:nvPr/>
            </p:nvSpPr>
            <p:spPr>
              <a:xfrm>
                <a:off x="0" y="0"/>
                <a:ext cx="22744801" cy="7550624"/>
              </a:xfrm>
              <a:custGeom>
                <a:avLst/>
                <a:gdLst/>
                <a:ahLst/>
                <a:cxnLst/>
                <a:rect l="l" t="t" r="r" b="b"/>
                <a:pathLst>
                  <a:path w="22744801" h="7550624">
                    <a:moveTo>
                      <a:pt x="1324610" y="0"/>
                    </a:moveTo>
                    <a:lnTo>
                      <a:pt x="0" y="0"/>
                    </a:lnTo>
                    <a:lnTo>
                      <a:pt x="0" y="6226014"/>
                    </a:lnTo>
                    <a:lnTo>
                      <a:pt x="1324610" y="7550624"/>
                    </a:lnTo>
                    <a:lnTo>
                      <a:pt x="22744801" y="7550624"/>
                    </a:lnTo>
                    <a:lnTo>
                      <a:pt x="22744801" y="0"/>
                    </a:lnTo>
                    <a:lnTo>
                      <a:pt x="1324610" y="0"/>
                    </a:lnTo>
                    <a:lnTo>
                      <a:pt x="1324610" y="0"/>
                    </a:lnTo>
                    <a:close/>
                  </a:path>
                </a:pathLst>
              </a:cu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sp>
        </p:grpSp>
        <p:sp>
          <p:nvSpPr>
            <p:cNvPr id="51" name="Freeform 35"/>
            <p:cNvSpPr/>
            <p:nvPr/>
          </p:nvSpPr>
          <p:spPr>
            <a:xfrm rot="10800000">
              <a:off x="0" y="0"/>
              <a:ext cx="455588" cy="3647274"/>
            </a:xfrm>
            <a:custGeom>
              <a:avLst/>
              <a:gdLst/>
              <a:ahLst/>
              <a:cxnLst/>
              <a:rect l="l" t="t" r="r" b="b"/>
              <a:pathLst>
                <a:path w="118566" h="949196">
                  <a:moveTo>
                    <a:pt x="0" y="0"/>
                  </a:moveTo>
                  <a:lnTo>
                    <a:pt x="118566" y="0"/>
                  </a:lnTo>
                  <a:lnTo>
                    <a:pt x="118566" y="949196"/>
                  </a:lnTo>
                  <a:lnTo>
                    <a:pt x="0" y="949196"/>
                  </a:lnTo>
                  <a:close/>
                </a:path>
              </a:pathLst>
            </a:custGeom>
            <a:solidFill>
              <a:schemeClr val="accent5">
                <a:lumMod val="75000"/>
              </a:schemeClr>
            </a:solidFill>
          </p:spPr>
          <p:txBody>
            <a:bodyPr/>
            <a:lstStyle/>
            <a:p>
              <a:endParaRPr lang="zh-CN" altLang="en-US" dirty="0"/>
            </a:p>
          </p:txBody>
        </p:sp>
      </p:grpSp>
      <p:sp>
        <p:nvSpPr>
          <p:cNvPr id="54" name="TextBox 32"/>
          <p:cNvSpPr txBox="1"/>
          <p:nvPr/>
        </p:nvSpPr>
        <p:spPr>
          <a:xfrm>
            <a:off x="5838759" y="1917460"/>
            <a:ext cx="4472078" cy="738664"/>
          </a:xfrm>
          <a:prstGeom prst="rect">
            <a:avLst/>
          </a:prstGeom>
        </p:spPr>
        <p:txBody>
          <a:bodyPr wrap="square" lIns="0" tIns="0" rIns="0" bIns="0" rtlCol="0" anchor="t">
            <a:spAutoFit/>
          </a:bodyPr>
          <a:lstStyle/>
          <a:p>
            <a:r>
              <a:rPr lang="zh-CN" altLang="en-US" sz="2400" dirty="0">
                <a:solidFill>
                  <a:schemeClr val="bg1"/>
                </a:solidFill>
                <a:latin typeface="微软雅黑" panose="020B0503020204020204" charset="-122"/>
                <a:ea typeface="微软雅黑" panose="020B0503020204020204" charset="-122"/>
              </a:rPr>
              <a:t>在此处添加文本</a:t>
            </a: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a:t>
            </a:r>
            <a:endParaRPr lang="en-US" sz="2400" dirty="0">
              <a:solidFill>
                <a:srgbClr val="FFFFFF"/>
              </a:solidFill>
              <a:ea typeface="字由点字典黑 55J"/>
            </a:endParaRPr>
          </a:p>
        </p:txBody>
      </p:sp>
      <p:sp>
        <p:nvSpPr>
          <p:cNvPr id="55" name="TextBox 32"/>
          <p:cNvSpPr txBox="1"/>
          <p:nvPr/>
        </p:nvSpPr>
        <p:spPr>
          <a:xfrm>
            <a:off x="5838759" y="3289389"/>
            <a:ext cx="4472078" cy="738664"/>
          </a:xfrm>
          <a:prstGeom prst="rect">
            <a:avLst/>
          </a:prstGeom>
        </p:spPr>
        <p:txBody>
          <a:bodyPr wrap="square" lIns="0" tIns="0" rIns="0" bIns="0" rtlCol="0" anchor="t">
            <a:spAutoFit/>
          </a:bodyPr>
          <a:lstStyle/>
          <a:p>
            <a:r>
              <a:rPr lang="zh-CN" altLang="en-US" sz="2400" dirty="0">
                <a:solidFill>
                  <a:schemeClr val="bg1"/>
                </a:solidFill>
                <a:latin typeface="微软雅黑" panose="020B0503020204020204" charset="-122"/>
                <a:ea typeface="微软雅黑" panose="020B0503020204020204" charset="-122"/>
              </a:rPr>
              <a:t>在此处添加文本</a:t>
            </a: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a:t>
            </a:r>
            <a:endParaRPr lang="en-US" sz="2400" dirty="0">
              <a:solidFill>
                <a:srgbClr val="FFFFFF"/>
              </a:solidFill>
              <a:ea typeface="字由点字典黑 55J"/>
            </a:endParaRPr>
          </a:p>
        </p:txBody>
      </p:sp>
      <p:sp>
        <p:nvSpPr>
          <p:cNvPr id="56" name="TextBox 32"/>
          <p:cNvSpPr txBox="1"/>
          <p:nvPr/>
        </p:nvSpPr>
        <p:spPr>
          <a:xfrm>
            <a:off x="5838759" y="4558192"/>
            <a:ext cx="4472078" cy="738664"/>
          </a:xfrm>
          <a:prstGeom prst="rect">
            <a:avLst/>
          </a:prstGeom>
        </p:spPr>
        <p:txBody>
          <a:bodyPr wrap="square" lIns="0" tIns="0" rIns="0" bIns="0" rtlCol="0" anchor="t">
            <a:spAutoFit/>
          </a:bodyPr>
          <a:lstStyle/>
          <a:p>
            <a:r>
              <a:rPr lang="zh-CN" altLang="en-US" sz="2400" dirty="0">
                <a:solidFill>
                  <a:schemeClr val="bg1"/>
                </a:solidFill>
                <a:latin typeface="微软雅黑" panose="020B0503020204020204" charset="-122"/>
                <a:ea typeface="微软雅黑" panose="020B0503020204020204" charset="-122"/>
              </a:rPr>
              <a:t>在此处添加文本</a:t>
            </a: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a:t>
            </a:r>
            <a:endParaRPr lang="en-US" sz="2400" dirty="0">
              <a:solidFill>
                <a:srgbClr val="FFFFFF"/>
              </a:solidFill>
              <a:ea typeface="字由点字典黑 55J"/>
            </a:endParaRPr>
          </a:p>
        </p:txBody>
      </p:sp>
      <p:sp>
        <p:nvSpPr>
          <p:cNvPr id="57" name="文本框 56"/>
          <p:cNvSpPr txBox="1"/>
          <p:nvPr/>
        </p:nvSpPr>
        <p:spPr>
          <a:xfrm>
            <a:off x="1268513" y="1840447"/>
            <a:ext cx="4077476"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sp>
        <p:nvSpPr>
          <p:cNvPr id="58" name="文本框 57"/>
          <p:cNvSpPr txBox="1"/>
          <p:nvPr/>
        </p:nvSpPr>
        <p:spPr>
          <a:xfrm>
            <a:off x="1268513" y="3191265"/>
            <a:ext cx="4077476"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sp>
        <p:nvSpPr>
          <p:cNvPr id="59" name="文本框 58"/>
          <p:cNvSpPr txBox="1"/>
          <p:nvPr/>
        </p:nvSpPr>
        <p:spPr>
          <a:xfrm>
            <a:off x="1268513" y="4506191"/>
            <a:ext cx="4077476"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22680" y="0"/>
            <a:ext cx="12192000"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22679" y="0"/>
            <a:ext cx="12250469" cy="6858000"/>
          </a:xfrm>
          <a:prstGeom prst="rect">
            <a:avLst/>
          </a:prstGeom>
        </p:spPr>
      </p:pic>
      <p:sp>
        <p:nvSpPr>
          <p:cNvPr id="28" name="矩形 27"/>
          <p:cNvSpPr/>
          <p:nvPr/>
        </p:nvSpPr>
        <p:spPr>
          <a:xfrm>
            <a:off x="-22681" y="0"/>
            <a:ext cx="12230108"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4" name="矩形 23"/>
          <p:cNvSpPr/>
          <p:nvPr/>
        </p:nvSpPr>
        <p:spPr>
          <a:xfrm>
            <a:off x="-22679" y="0"/>
            <a:ext cx="12250468" cy="6857999"/>
          </a:xfrm>
          <a:prstGeom prst="rect">
            <a:avLst/>
          </a:prstGeom>
          <a:solidFill>
            <a:srgbClr val="061735">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7" name="矩形 26"/>
          <p:cNvSpPr/>
          <p:nvPr/>
        </p:nvSpPr>
        <p:spPr>
          <a:xfrm>
            <a:off x="-4936" y="0"/>
            <a:ext cx="12192000"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6" name="椭圆 5"/>
          <p:cNvSpPr/>
          <p:nvPr/>
        </p:nvSpPr>
        <p:spPr>
          <a:xfrm>
            <a:off x="2417131" y="2852936"/>
            <a:ext cx="2556510" cy="2556510"/>
          </a:xfrm>
          <a:prstGeom prst="ellipse">
            <a:avLst/>
          </a:prstGeom>
          <a:solidFill>
            <a:schemeClr val="tx2">
              <a:lumMod val="40000"/>
              <a:lumOff val="60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custDataLst>
              <p:tags r:id="rId2"/>
            </p:custDataLst>
          </p:nvPr>
        </p:nvSpPr>
        <p:spPr>
          <a:xfrm>
            <a:off x="5447928" y="2852936"/>
            <a:ext cx="2556510" cy="2556510"/>
          </a:xfrm>
          <a:prstGeom prst="ellipse">
            <a:avLst/>
          </a:prstGeom>
          <a:solidFill>
            <a:schemeClr val="tx2">
              <a:lumMod val="40000"/>
              <a:lumOff val="60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3"/>
            </p:custDataLst>
          </p:nvPr>
        </p:nvSpPr>
        <p:spPr>
          <a:xfrm>
            <a:off x="8478725" y="2852936"/>
            <a:ext cx="2556510" cy="2556510"/>
          </a:xfrm>
          <a:prstGeom prst="ellipse">
            <a:avLst/>
          </a:prstGeom>
          <a:solidFill>
            <a:schemeClr val="tx2">
              <a:lumMod val="40000"/>
              <a:lumOff val="60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782870" y="3704935"/>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endParaRPr lang="zh-CN" altLang="en-US" sz="2000" dirty="0">
              <a:solidFill>
                <a:schemeClr val="bg1"/>
              </a:solidFill>
              <a:latin typeface="微软雅黑" panose="020B0503020204020204" charset="-122"/>
              <a:ea typeface="微软雅黑" panose="020B0503020204020204" charset="-122"/>
            </a:endParaRPr>
          </a:p>
        </p:txBody>
      </p:sp>
      <p:sp>
        <p:nvSpPr>
          <p:cNvPr id="14" name="文本框 13"/>
          <p:cNvSpPr txBox="1"/>
          <p:nvPr>
            <p:custDataLst>
              <p:tags r:id="rId4"/>
            </p:custDataLst>
          </p:nvPr>
        </p:nvSpPr>
        <p:spPr>
          <a:xfrm>
            <a:off x="8767015" y="3717171"/>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endParaRPr lang="zh-CN" altLang="en-US" sz="2000" dirty="0">
              <a:solidFill>
                <a:schemeClr val="bg1"/>
              </a:solidFill>
              <a:latin typeface="微软雅黑" panose="020B0503020204020204" charset="-122"/>
              <a:ea typeface="微软雅黑" panose="020B0503020204020204" charset="-122"/>
            </a:endParaRPr>
          </a:p>
        </p:txBody>
      </p:sp>
      <p:sp>
        <p:nvSpPr>
          <p:cNvPr id="15" name="文本框 14"/>
          <p:cNvSpPr txBox="1"/>
          <p:nvPr>
            <p:custDataLst>
              <p:tags r:id="rId5"/>
            </p:custDataLst>
          </p:nvPr>
        </p:nvSpPr>
        <p:spPr>
          <a:xfrm>
            <a:off x="2705421" y="3717171"/>
            <a:ext cx="2109470" cy="1496060"/>
          </a:xfrm>
          <a:prstGeom prst="rect">
            <a:avLst/>
          </a:prstGeom>
          <a:noFill/>
        </p:spPr>
        <p:txBody>
          <a:bodyPr wrap="square" rtlCol="0">
            <a:noAutofit/>
          </a:bodyPr>
          <a:lstStyle/>
          <a:p>
            <a:r>
              <a:rPr lang="zh-CN" altLang="en-US" sz="2000" dirty="0">
                <a:solidFill>
                  <a:schemeClr val="bg1"/>
                </a:solidFill>
                <a:latin typeface="微软雅黑" panose="020B0503020204020204" charset="-122"/>
                <a:ea typeface="微软雅黑" panose="020B0503020204020204" charset="-122"/>
              </a:rPr>
              <a:t>在此处添加文本</a:t>
            </a:r>
            <a:endParaRPr lang="zh-CN" altLang="en-US" sz="2000" dirty="0">
              <a:solidFill>
                <a:schemeClr val="bg1"/>
              </a:solidFill>
              <a:latin typeface="微软雅黑" panose="020B0503020204020204" charset="-122"/>
              <a:ea typeface="微软雅黑" panose="020B0503020204020204" charset="-122"/>
            </a:endParaRPr>
          </a:p>
          <a:p>
            <a:endParaRPr lang="zh-CN" altLang="en-US" sz="2000" dirty="0">
              <a:solidFill>
                <a:schemeClr val="bg1"/>
              </a:solidFill>
              <a:latin typeface="微软雅黑" panose="020B0503020204020204" charset="-122"/>
              <a:ea typeface="微软雅黑" panose="020B0503020204020204" charset="-122"/>
            </a:endParaRPr>
          </a:p>
          <a:p>
            <a:endParaRPr lang="zh-CN" altLang="en-US" sz="2000" dirty="0">
              <a:solidFill>
                <a:schemeClr val="bg1"/>
              </a:solidFill>
              <a:latin typeface="微软雅黑" panose="020B0503020204020204" charset="-122"/>
              <a:ea typeface="微软雅黑" panose="020B0503020204020204" charset="-122"/>
            </a:endParaRPr>
          </a:p>
        </p:txBody>
      </p:sp>
      <p:sp>
        <p:nvSpPr>
          <p:cNvPr id="3" name="弧形 2"/>
          <p:cNvSpPr/>
          <p:nvPr/>
        </p:nvSpPr>
        <p:spPr>
          <a:xfrm rot="16200000">
            <a:off x="2692959" y="3060635"/>
            <a:ext cx="1950720" cy="2063750"/>
          </a:xfrm>
          <a:prstGeom prst="arc">
            <a:avLst/>
          </a:prstGeom>
          <a:ln w="254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弧形 3"/>
          <p:cNvSpPr/>
          <p:nvPr>
            <p:custDataLst>
              <p:tags r:id="rId6"/>
            </p:custDataLst>
          </p:nvPr>
        </p:nvSpPr>
        <p:spPr>
          <a:xfrm rot="16200000">
            <a:off x="5727287" y="3010464"/>
            <a:ext cx="1950720" cy="2063750"/>
          </a:xfrm>
          <a:prstGeom prst="arc">
            <a:avLst/>
          </a:prstGeom>
          <a:ln w="254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custDataLst>
              <p:tags r:id="rId7"/>
            </p:custDataLst>
          </p:nvPr>
        </p:nvSpPr>
        <p:spPr>
          <a:xfrm rot="16200000">
            <a:off x="8781620" y="2999501"/>
            <a:ext cx="1950720" cy="2063750"/>
          </a:xfrm>
          <a:prstGeom prst="arc">
            <a:avLst/>
          </a:prstGeom>
          <a:ln w="254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6" name="图形 15"/>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4779" y="423875"/>
            <a:ext cx="1992352" cy="552566"/>
          </a:xfrm>
          <a:prstGeom prst="rect">
            <a:avLst/>
          </a:prstGeom>
        </p:spPr>
      </p:pic>
      <p:grpSp>
        <p:nvGrpSpPr>
          <p:cNvPr id="17" name="Group 11"/>
          <p:cNvGrpSpPr/>
          <p:nvPr/>
        </p:nvGrpSpPr>
        <p:grpSpPr>
          <a:xfrm rot="10800000" flipV="1">
            <a:off x="576360" y="1395124"/>
            <a:ext cx="655715" cy="4733455"/>
            <a:chOff x="0" y="0"/>
            <a:chExt cx="657826" cy="7617012"/>
          </a:xfrm>
        </p:grpSpPr>
        <p:pic>
          <p:nvPicPr>
            <p:cNvPr id="18" name="Picture 1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rot="-5400000">
              <a:off x="-1073429" y="1073429"/>
              <a:ext cx="2804684" cy="657826"/>
            </a:xfrm>
            <a:prstGeom prst="rect">
              <a:avLst/>
            </a:prstGeom>
          </p:spPr>
        </p:pic>
        <p:pic>
          <p:nvPicPr>
            <p:cNvPr id="19" name="Picture 13"/>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l="29136"/>
            <a:stretch>
              <a:fillRect/>
            </a:stretch>
          </p:blipFill>
          <p:spPr>
            <a:xfrm rot="-5400000">
              <a:off x="-664839" y="3469523"/>
              <a:ext cx="1987503" cy="657826"/>
            </a:xfrm>
            <a:prstGeom prst="rect">
              <a:avLst/>
            </a:prstGeom>
          </p:spPr>
        </p:pic>
        <p:pic>
          <p:nvPicPr>
            <p:cNvPr id="20" name="Picture 14"/>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rcRect l="49112" t="73624"/>
            <a:stretch>
              <a:fillRect/>
            </a:stretch>
          </p:blipFill>
          <p:spPr>
            <a:xfrm rot="-5400000">
              <a:off x="-520438" y="6438748"/>
              <a:ext cx="2010113" cy="346415"/>
            </a:xfrm>
            <a:prstGeom prst="rect">
              <a:avLst/>
            </a:prstGeom>
          </p:spPr>
        </p:pic>
        <p:pic>
          <p:nvPicPr>
            <p:cNvPr id="21" name="Picture 15"/>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l="75121"/>
            <a:stretch>
              <a:fillRect/>
            </a:stretch>
          </p:blipFill>
          <p:spPr>
            <a:xfrm rot="-5400000">
              <a:off x="-19971" y="4812159"/>
              <a:ext cx="697768" cy="657826"/>
            </a:xfrm>
            <a:prstGeom prst="rect">
              <a:avLst/>
            </a:prstGeom>
          </p:spPr>
        </p:pic>
      </p:grpSp>
      <p:cxnSp>
        <p:nvCxnSpPr>
          <p:cNvPr id="22" name="直接连接符 21"/>
          <p:cNvCxnSpPr/>
          <p:nvPr>
            <p:custDataLst>
              <p:tags r:id="rId15"/>
            </p:custDataLst>
          </p:nvPr>
        </p:nvCxnSpPr>
        <p:spPr>
          <a:xfrm>
            <a:off x="4561373" y="2083209"/>
            <a:ext cx="5844540" cy="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6594722" y="1235871"/>
            <a:ext cx="4077476" cy="707886"/>
          </a:xfrm>
          <a:prstGeom prst="rect">
            <a:avLst/>
          </a:prstGeom>
          <a:noFill/>
        </p:spPr>
        <p:txBody>
          <a:bodyPr wrap="square" rtlCol="0">
            <a:spAutoFit/>
          </a:bodyPr>
          <a:lstStyle/>
          <a:p>
            <a:r>
              <a:rPr lang="zh-CN" altLang="en-US" sz="4000" dirty="0">
                <a:solidFill>
                  <a:schemeClr val="bg1"/>
                </a:solidFill>
                <a:latin typeface="微软雅黑" panose="020B0503020204020204" charset="-122"/>
                <a:ea typeface="微软雅黑" panose="020B0503020204020204" charset="-122"/>
              </a:rPr>
              <a:t>在此处添加文本</a:t>
            </a:r>
            <a:endParaRPr lang="zh-CN" altLang="en-US" sz="40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25574" y="0"/>
            <a:ext cx="12245012" cy="6858000"/>
          </a:xfrm>
          <a:prstGeom prst="rect">
            <a:avLst/>
          </a:prstGeom>
        </p:spPr>
      </p:pic>
      <p:sp>
        <p:nvSpPr>
          <p:cNvPr id="24" name="矩形 23"/>
          <p:cNvSpPr/>
          <p:nvPr/>
        </p:nvSpPr>
        <p:spPr>
          <a:xfrm>
            <a:off x="-4936" y="0"/>
            <a:ext cx="12169498"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3" name="矩形 22"/>
          <p:cNvSpPr/>
          <p:nvPr/>
        </p:nvSpPr>
        <p:spPr>
          <a:xfrm>
            <a:off x="27438" y="0"/>
            <a:ext cx="12192000"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11" name="矩形 10"/>
          <p:cNvSpPr/>
          <p:nvPr/>
        </p:nvSpPr>
        <p:spPr>
          <a:xfrm>
            <a:off x="-100" y="-19416"/>
            <a:ext cx="12164662" cy="6852808"/>
          </a:xfrm>
          <a:prstGeom prst="rect">
            <a:avLst/>
          </a:prstGeom>
          <a:solidFill>
            <a:schemeClr val="tx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 name="直接连接符 6"/>
          <p:cNvCxnSpPr/>
          <p:nvPr>
            <p:custDataLst>
              <p:tags r:id="rId2"/>
            </p:custDataLst>
          </p:nvPr>
        </p:nvCxnSpPr>
        <p:spPr>
          <a:xfrm>
            <a:off x="1847528" y="3035732"/>
            <a:ext cx="7812405" cy="0"/>
          </a:xfrm>
          <a:prstGeom prst="line">
            <a:avLst/>
          </a:prstGeom>
          <a:ln cap="sq">
            <a:solidFill>
              <a:schemeClr val="bg1">
                <a:alpha val="72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文本框 11"/>
          <p:cNvSpPr txBox="1"/>
          <p:nvPr>
            <p:custDataLst>
              <p:tags r:id="rId3"/>
            </p:custDataLst>
          </p:nvPr>
        </p:nvSpPr>
        <p:spPr>
          <a:xfrm>
            <a:off x="1847528" y="1899846"/>
            <a:ext cx="4498975" cy="829945"/>
          </a:xfrm>
          <a:prstGeom prst="rect">
            <a:avLst/>
          </a:prstGeom>
          <a:noFill/>
        </p:spPr>
        <p:txBody>
          <a:bodyPr wrap="square" rtlCol="0">
            <a:spAutoFit/>
          </a:bodyPr>
          <a:lstStyle/>
          <a:p>
            <a:r>
              <a:rPr lang="zh-CN" altLang="en-US" sz="4800" dirty="0">
                <a:solidFill>
                  <a:schemeClr val="bg1"/>
                </a:solidFill>
                <a:latin typeface="微软雅黑" panose="020B0503020204020204" charset="-122"/>
                <a:ea typeface="微软雅黑" panose="020B0503020204020204" charset="-122"/>
              </a:rPr>
              <a:t>在此处添加文本</a:t>
            </a:r>
            <a:endParaRPr lang="zh-CN" altLang="en-US" sz="4800" dirty="0">
              <a:solidFill>
                <a:schemeClr val="bg1"/>
              </a:solidFill>
              <a:latin typeface="微软雅黑" panose="020B0503020204020204" charset="-122"/>
              <a:ea typeface="微软雅黑" panose="020B0503020204020204" charset="-122"/>
            </a:endParaRPr>
          </a:p>
        </p:txBody>
      </p:sp>
      <p:pic>
        <p:nvPicPr>
          <p:cNvPr id="13" name="图形 12"/>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4779" y="423875"/>
            <a:ext cx="1992352" cy="552566"/>
          </a:xfrm>
          <a:prstGeom prst="rect">
            <a:avLst/>
          </a:prstGeom>
        </p:spPr>
      </p:pic>
      <p:sp>
        <p:nvSpPr>
          <p:cNvPr id="14" name="文本框 13"/>
          <p:cNvSpPr txBox="1"/>
          <p:nvPr>
            <p:custDataLst>
              <p:tags r:id="rId7"/>
            </p:custDataLst>
          </p:nvPr>
        </p:nvSpPr>
        <p:spPr>
          <a:xfrm>
            <a:off x="1847528" y="3251377"/>
            <a:ext cx="8856983" cy="2369880"/>
          </a:xfrm>
          <a:prstGeom prst="rect">
            <a:avLst/>
          </a:prstGeom>
          <a:noFill/>
        </p:spPr>
        <p:txBody>
          <a:bodyPr wrap="square" rtlCol="0">
            <a:spAutoFit/>
          </a:bodyPr>
          <a:lstStyle/>
          <a:p>
            <a:pPr>
              <a:lnSpc>
                <a:spcPct val="150000"/>
              </a:lnSpc>
            </a:pPr>
            <a:r>
              <a:rPr lang="zh-CN" altLang="en-US" sz="2400" dirty="0">
                <a:solidFill>
                  <a:schemeClr val="bg1"/>
                </a:solidFill>
                <a:latin typeface="微软雅黑" panose="020B0503020204020204" charset="-122"/>
                <a:ea typeface="微软雅黑" panose="020B0503020204020204" charset="-122"/>
                <a:sym typeface="+mn-ea"/>
              </a:rPr>
              <a:t>在此处添加文本在此处添加文本在此处添加文本在此处添加文本在此处添加文本在此处添加文本在此处添加文本在此处添加文本在此处添加文本在此处添加文本</a:t>
            </a:r>
            <a:endParaRPr lang="en-US" altLang="zh-CN" sz="2400" dirty="0">
              <a:solidFill>
                <a:schemeClr val="bg1"/>
              </a:solidFill>
              <a:latin typeface="微软雅黑" panose="020B0503020204020204" charset="-122"/>
              <a:ea typeface="微软雅黑" panose="020B0503020204020204" charset="-122"/>
              <a:sym typeface="+mn-ea"/>
            </a:endParaRPr>
          </a:p>
          <a:p>
            <a:endParaRPr lang="en-US" altLang="zh-CN" sz="2000" dirty="0">
              <a:solidFill>
                <a:schemeClr val="bg1"/>
              </a:solidFill>
              <a:latin typeface="微软雅黑" panose="020B0503020204020204" charset="-122"/>
              <a:ea typeface="微软雅黑" panose="020B0503020204020204" charset="-122"/>
              <a:sym typeface="+mn-ea"/>
            </a:endParaRPr>
          </a:p>
          <a:p>
            <a:endParaRPr lang="en-US" altLang="zh-CN" sz="2000" dirty="0">
              <a:solidFill>
                <a:schemeClr val="bg1"/>
              </a:solidFill>
              <a:latin typeface="微软雅黑" panose="020B0503020204020204" charset="-122"/>
              <a:ea typeface="微软雅黑" panose="020B0503020204020204" charset="-122"/>
              <a:sym typeface="+mn-ea"/>
            </a:endParaRPr>
          </a:p>
        </p:txBody>
      </p:sp>
      <p:grpSp>
        <p:nvGrpSpPr>
          <p:cNvPr id="15" name="Group 16"/>
          <p:cNvGrpSpPr/>
          <p:nvPr/>
        </p:nvGrpSpPr>
        <p:grpSpPr>
          <a:xfrm rot="-5400000">
            <a:off x="9116920" y="3861349"/>
            <a:ext cx="805838" cy="4399405"/>
            <a:chOff x="0" y="0"/>
            <a:chExt cx="843067" cy="3441433"/>
          </a:xfrm>
        </p:grpSpPr>
        <p:pic>
          <p:nvPicPr>
            <p:cNvPr id="16" name="Picture 17"/>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flipV="1">
              <a:off x="-852055" y="852055"/>
              <a:ext cx="2547176" cy="843067"/>
            </a:xfrm>
            <a:prstGeom prst="rect">
              <a:avLst/>
            </a:prstGeom>
          </p:spPr>
        </p:pic>
        <p:pic>
          <p:nvPicPr>
            <p:cNvPr id="17" name="Picture 18"/>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flipV="1">
              <a:off x="-25595" y="2572771"/>
              <a:ext cx="894257" cy="843067"/>
            </a:xfrm>
            <a:prstGeom prst="rect">
              <a:avLst/>
            </a:prstGeom>
          </p:spPr>
        </p:pic>
      </p:grpSp>
      <p:grpSp>
        <p:nvGrpSpPr>
          <p:cNvPr id="18" name="Group 11"/>
          <p:cNvGrpSpPr/>
          <p:nvPr/>
        </p:nvGrpSpPr>
        <p:grpSpPr>
          <a:xfrm rot="10800000" flipV="1">
            <a:off x="576360" y="1395124"/>
            <a:ext cx="655715" cy="4733455"/>
            <a:chOff x="0" y="0"/>
            <a:chExt cx="657826" cy="7617012"/>
          </a:xfrm>
        </p:grpSpPr>
        <p:pic>
          <p:nvPicPr>
            <p:cNvPr id="19"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073429" y="1073429"/>
              <a:ext cx="2804684" cy="657826"/>
            </a:xfrm>
            <a:prstGeom prst="rect">
              <a:avLst/>
            </a:prstGeom>
          </p:spPr>
        </p:pic>
        <p:pic>
          <p:nvPicPr>
            <p:cNvPr id="20" name="Picture 13"/>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a:off x="-664839" y="3469523"/>
              <a:ext cx="1987503" cy="657826"/>
            </a:xfrm>
            <a:prstGeom prst="rect">
              <a:avLst/>
            </a:prstGeom>
          </p:spPr>
        </p:pic>
        <p:pic>
          <p:nvPicPr>
            <p:cNvPr id="21" name="Picture 14"/>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l="49112" t="73624"/>
            <a:stretch>
              <a:fillRect/>
            </a:stretch>
          </p:blipFill>
          <p:spPr>
            <a:xfrm rot="-5400000">
              <a:off x="-520438" y="6438748"/>
              <a:ext cx="2010113" cy="346415"/>
            </a:xfrm>
            <a:prstGeom prst="rect">
              <a:avLst/>
            </a:prstGeom>
          </p:spPr>
        </p:pic>
        <p:pic>
          <p:nvPicPr>
            <p:cNvPr id="22" name="Picture 15"/>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a:off x="-19971" y="4812159"/>
              <a:ext cx="697768" cy="65782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4936" y="0"/>
            <a:ext cx="12194782" cy="6858000"/>
          </a:xfrm>
          <a:prstGeom prst="rect">
            <a:avLst/>
          </a:prstGeom>
        </p:spPr>
      </p:pic>
      <p:sp>
        <p:nvSpPr>
          <p:cNvPr id="24" name="矩形 23"/>
          <p:cNvSpPr/>
          <p:nvPr/>
        </p:nvSpPr>
        <p:spPr>
          <a:xfrm>
            <a:off x="-4936" y="0"/>
            <a:ext cx="12192000" cy="6858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23" name="矩形 22"/>
          <p:cNvSpPr/>
          <p:nvPr/>
        </p:nvSpPr>
        <p:spPr>
          <a:xfrm>
            <a:off x="-4936" y="0"/>
            <a:ext cx="12192000" cy="6858000"/>
          </a:xfrm>
          <a:prstGeom prst="rect">
            <a:avLst/>
          </a:prstGeom>
          <a:solidFill>
            <a:schemeClr val="dk1">
              <a:alpha val="2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074" name="标题 3073"/>
          <p:cNvSpPr>
            <a:spLocks noGrp="1"/>
          </p:cNvSpPr>
          <p:nvPr>
            <p:custDataLst>
              <p:tags r:id="rId2"/>
            </p:custDataLst>
          </p:nvPr>
        </p:nvSpPr>
        <p:spPr>
          <a:xfrm>
            <a:off x="2295277" y="1800670"/>
            <a:ext cx="7772400" cy="147002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500" b="0" i="0" u="none" kern="1200" baseline="0">
                <a:solidFill>
                  <a:schemeClr val="tx2"/>
                </a:solidFill>
                <a:latin typeface="+mj-lt"/>
                <a:ea typeface="+mj-ea"/>
                <a:cs typeface="+mj-cs"/>
              </a:defRPr>
            </a:lvl1pPr>
          </a:lstStyle>
          <a:p>
            <a:r>
              <a:rPr lang="zh-CN" altLang="en-US" sz="10800" dirty="0">
                <a:solidFill>
                  <a:schemeClr val="bg1"/>
                </a:solidFill>
                <a:latin typeface="微软雅黑" panose="020B0503020204020204" charset="-122"/>
                <a:ea typeface="微软雅黑" panose="020B0503020204020204" charset="-122"/>
              </a:rPr>
              <a:t>感谢观看</a:t>
            </a:r>
            <a:endParaRPr lang="zh-CN" altLang="en-US" sz="10800" dirty="0">
              <a:solidFill>
                <a:schemeClr val="bg1"/>
              </a:solidFill>
              <a:latin typeface="微软雅黑" panose="020B0503020204020204" charset="-122"/>
              <a:ea typeface="微软雅黑" panose="020B0503020204020204" charset="-122"/>
            </a:endParaRPr>
          </a:p>
        </p:txBody>
      </p:sp>
      <p:sp>
        <p:nvSpPr>
          <p:cNvPr id="3075" name="副标题 3074"/>
          <p:cNvSpPr>
            <a:spLocks noGrp="1"/>
          </p:cNvSpPr>
          <p:nvPr>
            <p:custDataLst>
              <p:tags r:id="rId3"/>
            </p:custDataLst>
          </p:nvPr>
        </p:nvSpPr>
        <p:spPr>
          <a:xfrm>
            <a:off x="2596520" y="3622845"/>
            <a:ext cx="7185660" cy="1752600"/>
          </a:xfrm>
          <a:prstGeom prst="rect">
            <a:avLst/>
          </a:prstGeom>
          <a:noFill/>
          <a:ln w="9525">
            <a:noFill/>
          </a:ln>
        </p:spPr>
        <p:txBody>
          <a:bodyPr/>
          <a:lstStyle>
            <a:lvl1pPr marL="0" lvl="0" indent="0" algn="ctr" defTabSz="914400" eaLnBrk="1" fontAlgn="base" latinLnBrk="0" hangingPunct="1">
              <a:lnSpc>
                <a:spcPct val="100000"/>
              </a:lnSpc>
              <a:spcBef>
                <a:spcPct val="20000"/>
              </a:spcBef>
              <a:spcAft>
                <a:spcPct val="0"/>
              </a:spcAft>
              <a:buNone/>
              <a:defRPr sz="1800" b="0" i="0" u="none" kern="1200" baseline="0">
                <a:solidFill>
                  <a:schemeClr val="tx1"/>
                </a:solidFill>
                <a:latin typeface="+mn-lt"/>
                <a:ea typeface="+mn-ea"/>
                <a:cs typeface="+mn-cs"/>
              </a:defRPr>
            </a:lvl1pPr>
            <a:lvl2pPr marL="342900" lvl="1" indent="0" algn="ctr" defTabSz="914400" eaLnBrk="1" fontAlgn="base" latinLnBrk="0" hangingPunct="1">
              <a:lnSpc>
                <a:spcPct val="100000"/>
              </a:lnSpc>
              <a:spcBef>
                <a:spcPct val="20000"/>
              </a:spcBef>
              <a:spcAft>
                <a:spcPct val="0"/>
              </a:spcAft>
              <a:buNone/>
              <a:defRPr sz="1500" b="0" i="0" u="none" kern="1200" baseline="0">
                <a:solidFill>
                  <a:schemeClr val="tx1"/>
                </a:solidFill>
                <a:latin typeface="+mn-lt"/>
                <a:ea typeface="+mn-ea"/>
                <a:cs typeface="+mn-cs"/>
              </a:defRPr>
            </a:lvl2pPr>
            <a:lvl3pPr marL="685800" lvl="2" indent="0" algn="ctr" defTabSz="914400" eaLnBrk="1" fontAlgn="base" latinLnBrk="0" hangingPunct="1">
              <a:lnSpc>
                <a:spcPct val="100000"/>
              </a:lnSpc>
              <a:spcBef>
                <a:spcPct val="20000"/>
              </a:spcBef>
              <a:spcAft>
                <a:spcPct val="0"/>
              </a:spcAft>
              <a:buNone/>
              <a:defRPr sz="1350" b="0" i="0" u="none" kern="1200" baseline="0">
                <a:solidFill>
                  <a:schemeClr val="tx1"/>
                </a:solidFill>
                <a:latin typeface="+mn-lt"/>
                <a:ea typeface="+mn-ea"/>
                <a:cs typeface="+mn-cs"/>
              </a:defRPr>
            </a:lvl3pPr>
            <a:lvl4pPr marL="1028700" lvl="3"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4pPr>
            <a:lvl5pPr marL="1371600" lvl="4"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5pPr>
            <a:lvl6pPr marL="1714500" lvl="5"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6pPr>
            <a:lvl7pPr marL="2057400" lvl="6"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7pPr>
            <a:lvl8pPr marL="2400300" lvl="7"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8pPr>
            <a:lvl9pPr marL="2743200" lvl="8" indent="0" algn="ctr" defTabSz="914400" eaLnBrk="1" fontAlgn="base" latinLnBrk="0" hangingPunct="1">
              <a:lnSpc>
                <a:spcPct val="100000"/>
              </a:lnSpc>
              <a:spcBef>
                <a:spcPct val="20000"/>
              </a:spcBef>
              <a:spcAft>
                <a:spcPct val="0"/>
              </a:spcAft>
              <a:buNone/>
              <a:defRPr sz="1200" b="0" i="0" u="none" kern="1200" baseline="0">
                <a:solidFill>
                  <a:schemeClr val="tx1"/>
                </a:solidFill>
                <a:latin typeface="+mn-lt"/>
                <a:ea typeface="+mn-ea"/>
                <a:cs typeface="+mn-cs"/>
              </a:defRPr>
            </a:lvl9pPr>
          </a:lstStyle>
          <a:p>
            <a:r>
              <a:rPr lang="zh-CN" altLang="en-US" sz="2400" dirty="0">
                <a:solidFill>
                  <a:schemeClr val="bg1"/>
                </a:solidFill>
                <a:latin typeface="微软雅黑" panose="020B0503020204020204" charset="-122"/>
                <a:ea typeface="微软雅黑" panose="020B0503020204020204" charset="-122"/>
                <a:cs typeface="微软雅黑" panose="020B0503020204020204" charset="-122"/>
              </a:rPr>
              <a:t>汇报人：</a:t>
            </a:r>
            <a:r>
              <a:rPr lang="en-US" altLang="zh-CN" sz="2400" dirty="0">
                <a:solidFill>
                  <a:schemeClr val="bg1"/>
                </a:solidFill>
                <a:latin typeface="微软雅黑" panose="020B0503020204020204" charset="-122"/>
                <a:ea typeface="微软雅黑" panose="020B0503020204020204" charset="-122"/>
                <a:cs typeface="微软雅黑" panose="020B0503020204020204" charset="-122"/>
              </a:rPr>
              <a:t>xxx              </a:t>
            </a:r>
            <a:r>
              <a:rPr lang="zh-CN" altLang="en-US" sz="2400" dirty="0">
                <a:solidFill>
                  <a:schemeClr val="bg1"/>
                </a:solidFill>
                <a:latin typeface="微软雅黑" panose="020B0503020204020204" charset="-122"/>
                <a:ea typeface="微软雅黑" panose="020B0503020204020204" charset="-122"/>
                <a:cs typeface="微软雅黑" panose="020B0503020204020204" charset="-122"/>
              </a:rPr>
              <a:t>汇报时间：</a:t>
            </a:r>
            <a:r>
              <a:rPr lang="en-US" altLang="zh-CN" sz="2400" dirty="0">
                <a:solidFill>
                  <a:schemeClr val="bg1"/>
                </a:solidFill>
                <a:latin typeface="微软雅黑" panose="020B0503020204020204" charset="-122"/>
                <a:ea typeface="微软雅黑" panose="020B0503020204020204" charset="-122"/>
                <a:cs typeface="微软雅黑" panose="020B0503020204020204" charset="-122"/>
              </a:rPr>
              <a:t>20xx.xx.xx</a:t>
            </a:r>
            <a:endParaRPr lang="zh-CN" altLang="en-US" sz="24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6" name="直接连接符 5"/>
          <p:cNvCxnSpPr/>
          <p:nvPr>
            <p:custDataLst>
              <p:tags r:id="rId4"/>
            </p:custDataLst>
          </p:nvPr>
        </p:nvCxnSpPr>
        <p:spPr>
          <a:xfrm>
            <a:off x="3267080" y="3559298"/>
            <a:ext cx="5844540" cy="0"/>
          </a:xfrm>
          <a:prstGeom prst="line">
            <a:avLst/>
          </a:prstGeom>
          <a:ln>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9" name="图形 8"/>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4779" y="423875"/>
            <a:ext cx="1992352" cy="552566"/>
          </a:xfrm>
          <a:prstGeom prst="rect">
            <a:avLst/>
          </a:prstGeom>
        </p:spPr>
      </p:pic>
      <p:grpSp>
        <p:nvGrpSpPr>
          <p:cNvPr id="11" name="Group 11"/>
          <p:cNvGrpSpPr/>
          <p:nvPr/>
        </p:nvGrpSpPr>
        <p:grpSpPr>
          <a:xfrm>
            <a:off x="11338258" y="606610"/>
            <a:ext cx="493369" cy="5712759"/>
            <a:chOff x="0" y="0"/>
            <a:chExt cx="657826" cy="7617012"/>
          </a:xfrm>
        </p:grpSpPr>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1073429" y="1073429"/>
              <a:ext cx="2804684" cy="657826"/>
            </a:xfrm>
            <a:prstGeom prst="rect">
              <a:avLst/>
            </a:prstGeom>
          </p:spPr>
        </p:pic>
        <p:pic>
          <p:nvPicPr>
            <p:cNvPr id="13" name="Picture 13"/>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a:off x="-664839" y="3469523"/>
              <a:ext cx="1987503" cy="657826"/>
            </a:xfrm>
            <a:prstGeom prst="rect">
              <a:avLst/>
            </a:prstGeom>
          </p:spPr>
        </p:pic>
        <p:pic>
          <p:nvPicPr>
            <p:cNvPr id="14" name="Picture 14"/>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l="49112" t="73624"/>
            <a:stretch>
              <a:fillRect/>
            </a:stretch>
          </p:blipFill>
          <p:spPr>
            <a:xfrm rot="-5400000">
              <a:off x="-520438" y="6438748"/>
              <a:ext cx="2010113" cy="346415"/>
            </a:xfrm>
            <a:prstGeom prst="rect">
              <a:avLst/>
            </a:prstGeom>
          </p:spPr>
        </p:pic>
        <p:pic>
          <p:nvPicPr>
            <p:cNvPr id="15" name="Picture 15"/>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a:off x="-19971" y="4812159"/>
              <a:ext cx="697768" cy="657826"/>
            </a:xfrm>
            <a:prstGeom prst="rect">
              <a:avLst/>
            </a:prstGeom>
          </p:spPr>
        </p:pic>
      </p:grpSp>
      <p:grpSp>
        <p:nvGrpSpPr>
          <p:cNvPr id="16" name="Group 16"/>
          <p:cNvGrpSpPr/>
          <p:nvPr/>
        </p:nvGrpSpPr>
        <p:grpSpPr>
          <a:xfrm rot="-10800000">
            <a:off x="484327" y="1328590"/>
            <a:ext cx="3934811" cy="4989497"/>
            <a:chOff x="0" y="0"/>
            <a:chExt cx="5246414" cy="6935463"/>
          </a:xfrm>
        </p:grpSpPr>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rot="-10800000">
              <a:off x="0" y="0"/>
              <a:ext cx="5246414" cy="1744433"/>
            </a:xfrm>
            <a:prstGeom prst="rect">
              <a:avLst/>
            </a:prstGeom>
          </p:spPr>
        </p:pic>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rot="-5400000">
              <a:off x="3515159" y="2518936"/>
              <a:ext cx="2804684" cy="657826"/>
            </a:xfrm>
            <a:prstGeom prst="rect">
              <a:avLst/>
            </a:prstGeom>
          </p:spPr>
        </p:pic>
        <p:pic>
          <p:nvPicPr>
            <p:cNvPr id="19" name="Picture 19"/>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29136"/>
            <a:stretch>
              <a:fillRect/>
            </a:stretch>
          </p:blipFill>
          <p:spPr>
            <a:xfrm rot="-5400000">
              <a:off x="3923749" y="4915030"/>
              <a:ext cx="1987503" cy="657826"/>
            </a:xfrm>
            <a:prstGeom prst="rect">
              <a:avLst/>
            </a:prstGeom>
          </p:spPr>
        </p:pic>
        <p:pic>
          <p:nvPicPr>
            <p:cNvPr id="20" name="Picture 20"/>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l="75121"/>
            <a:stretch>
              <a:fillRect/>
            </a:stretch>
          </p:blipFill>
          <p:spPr>
            <a:xfrm rot="-5400000">
              <a:off x="4568617" y="6257666"/>
              <a:ext cx="697768" cy="657826"/>
            </a:xfrm>
            <a:prstGeom prst="rect">
              <a:avLst/>
            </a:prstGeom>
          </p:spPr>
        </p:pic>
      </p:grpSp>
    </p:spTree>
  </p:cSld>
  <p:clrMapOvr>
    <a:masterClrMapping/>
  </p:clrMapOvr>
</p:sld>
</file>

<file path=ppt/tags/tag1.xml><?xml version="1.0" encoding="utf-8"?>
<p:tagLst xmlns:p="http://schemas.openxmlformats.org/presentationml/2006/main">
  <p:tag name="KSO_WM_UNIT_PLACING_PICTURE_USER_VIEWPORT" val="{&quot;height&quot;:7520,&quot;width&quot;:1280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PA" val="v3.0.1"/>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COMMONDATA" val="eyJoZGlkIjoiY2RkYmI2ZmZmNTliNDFlNGE0NjY1ZGM5YzNmMGI3YzQifQ=="/>
  <p:tag name="KSO_WPP_MARK_KEY" val="3337fa67-5602-4f06-b0d2-579354a15f64"/>
</p:tagLst>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Words>
  <Application>WPS 演示</Application>
  <PresentationFormat>宽屏</PresentationFormat>
  <Paragraphs>161</Paragraphs>
  <Slides>16</Slides>
  <Notes>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16</vt:i4>
      </vt:variant>
    </vt:vector>
  </HeadingPairs>
  <TitlesOfParts>
    <vt:vector size="31" baseType="lpstr">
      <vt:lpstr>Arial</vt:lpstr>
      <vt:lpstr>宋体</vt:lpstr>
      <vt:lpstr>Wingdings</vt:lpstr>
      <vt:lpstr>微软雅黑</vt:lpstr>
      <vt:lpstr>Arial Narrow</vt:lpstr>
      <vt:lpstr>汉仪润圆-45简</vt:lpstr>
      <vt:lpstr>字由点字典黑 55J</vt:lpstr>
      <vt:lpstr>黑体</vt:lpstr>
      <vt:lpstr>Calibri</vt:lpstr>
      <vt:lpstr>Arial Unicode MS</vt:lpstr>
      <vt:lpstr>等线 Light</vt:lpstr>
      <vt:lpstr>Calibri Light</vt:lpstr>
      <vt:lpstr>等线</vt:lpstr>
      <vt:lpstr>默认设计模板</vt:lpstr>
      <vt:lpstr>1_默认设计模板</vt:lpstr>
      <vt:lpstr>黑夜科技风模板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黑夜科技风</dc:title>
  <dc:creator>勾勾勾</dc:creator>
  <cp:lastModifiedBy>杨小隐</cp:lastModifiedBy>
  <cp:revision>86</cp:revision>
  <dcterms:created xsi:type="dcterms:W3CDTF">2022-12-22T04:16:00Z</dcterms:created>
  <dcterms:modified xsi:type="dcterms:W3CDTF">2023-04-28T08:32:17Z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7303D49601E743F094501F00847D8F59_13</vt:lpwstr>
  </property>
</Properties>
</file>